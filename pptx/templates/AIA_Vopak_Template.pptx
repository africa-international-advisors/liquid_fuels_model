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4" r:id="rId4"/>
  </p:sldMasterIdLst>
  <p:notesMasterIdLst>
    <p:notesMasterId r:id="rId8"/>
  </p:notesMasterIdLst>
  <p:sldIdLst>
    <p:sldId id="6058" r:id="rId5"/>
    <p:sldId id="2147483635" r:id="rId6"/>
    <p:sldId id="2147483634" r:id="rId7"/>
  </p:sldIdLst>
  <p:sldSz cx="1158875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5460B812-FB11-E744-2EAF-0F2DA0ECD4BF}" name="Henry Gilfillan" initials="HG" userId="S::Henry.G@africaia.com::20d8d1d5-b81d-4db2-8d49-9db47f87700a" providerId="AD"/>
  <p188:author id="{80F3E917-8A40-6377-B501-C0BF4583C07C}" name="Maria-Salome Milanzi" initials="MM" userId="S::Maria-Salome.M@africaia.com::27b80f15-cda9-458b-a241-0020d0d18b2b" providerId="AD"/>
  <p188:author id="{8653DC3D-E5A6-54BA-B06A-0D6999879F26}" name="Joseph Kihara" initials="JK" userId="S::joseph.k@africaia.com::89b38e7e-ff17-4223-9856-6d82edda0c7c" providerId="AD"/>
  <p188:author id="{79DE144E-B764-F176-BA11-B9193ABDC8E5}" name="Davies Tsikayi" initials="DT" userId="S::Davies.T@africaia.com::87c07fce-c37d-4ded-b6b5-65d5c8b951c1" providerId="AD"/>
  <p188:author id="{31278C59-D498-87BD-2E87-AF9308A52A9D}" name="Shannon Kurz" initials="SK" userId="Shannon Kurz" providerId="None"/>
  <p188:author id="{68AE2466-B378-7AA2-581F-E86841585307}" name="Paayal Kanjee Govind" initials="PK" userId="S::Paayal.KG@africaia.com::50637073-a9d2-4dfa-96c0-927604d7cc3c" providerId="AD"/>
  <p188:author id="{C5B1668E-F34A-2E98-0466-BAF8D463548D}" name="Manish Ramjeawon" initials="MR" userId="S::manish.r@africaia.com::530ca382-ae44-4c47-aaca-bb6bff7153ab" providerId="AD"/>
  <p188:author id="{F720B396-19C0-DB41-D221-DFCF831531AE}" name="Henry Gilfillan" initials="HG" userId="Henry Gilfillan" providerId="None"/>
  <p188:author id="{9FBE07B6-A3E1-BFC7-95A7-1EBCABB54112}" name="Karabo Mashabane" initials="KM" userId="S::Karabo.M@africaia.com::def9b110-1e86-4623-94be-634dc77ab82b" providerId="AD"/>
  <p188:author id="{53709FFD-5FBE-8519-0B68-00C91B158654}" name="James Brown" initials="JB" userId="James Brown" providerId="None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7" name="Henry Gilfillan" initials="HG [2]" lastIdx="8" clrIdx="6">
    <p:extLst>
      <p:ext uri="{19B8F6BF-5375-455C-9EA6-DF929625EA0E}">
        <p15:presenceInfo xmlns:p15="http://schemas.microsoft.com/office/powerpoint/2012/main" userId="S::henry.g@africaia.com::20d8d1d5-b81d-4db2-8d49-9db47f87700a" providerId="AD"/>
      </p:ext>
    </p:extLst>
  </p:cmAuthor>
  <p:cmAuthor id="1" name="Abbas Bilgrami" initials="AB [2]" lastIdx="8" clrIdx="0">
    <p:extLst>
      <p:ext uri="{19B8F6BF-5375-455C-9EA6-DF929625EA0E}">
        <p15:presenceInfo xmlns:p15="http://schemas.microsoft.com/office/powerpoint/2012/main" userId="da833efe2a07dd73" providerId="Windows Live"/>
      </p:ext>
    </p:extLst>
  </p:cmAuthor>
  <p:cmAuthor id="8" name="Abbas Bilgrami" initials="AB" lastIdx="34" clrIdx="7">
    <p:extLst>
      <p:ext uri="{19B8F6BF-5375-455C-9EA6-DF929625EA0E}">
        <p15:presenceInfo xmlns:p15="http://schemas.microsoft.com/office/powerpoint/2012/main" userId="S::abbas.b@africaia.com::09d4207e-ca10-48c5-9e33-f8dec02b9ddc" providerId="AD"/>
      </p:ext>
    </p:extLst>
  </p:cmAuthor>
  <p:cmAuthor id="2" name="Henry Gilfillan" initials="HG" lastIdx="82" clrIdx="1">
    <p:extLst>
      <p:ext uri="{19B8F6BF-5375-455C-9EA6-DF929625EA0E}">
        <p15:presenceInfo xmlns:p15="http://schemas.microsoft.com/office/powerpoint/2012/main" userId="Henry Gilfillan" providerId="None"/>
      </p:ext>
    </p:extLst>
  </p:cmAuthor>
  <p:cmAuthor id="9" name="Paayal Kanjee Govind" initials="PKG" lastIdx="4" clrIdx="8">
    <p:extLst>
      <p:ext uri="{19B8F6BF-5375-455C-9EA6-DF929625EA0E}">
        <p15:presenceInfo xmlns:p15="http://schemas.microsoft.com/office/powerpoint/2012/main" userId="Paayal Kanjee Govind" providerId="None"/>
      </p:ext>
    </p:extLst>
  </p:cmAuthor>
  <p:cmAuthor id="3" name="Ismaeel" initials="I" lastIdx="104" clrIdx="2">
    <p:extLst>
      <p:ext uri="{19B8F6BF-5375-455C-9EA6-DF929625EA0E}">
        <p15:presenceInfo xmlns:p15="http://schemas.microsoft.com/office/powerpoint/2012/main" userId="Ismaeel" providerId="None"/>
      </p:ext>
    </p:extLst>
  </p:cmAuthor>
  <p:cmAuthor id="4" name="Jennifer Zeiss" initials="JZ" lastIdx="19" clrIdx="3">
    <p:extLst>
      <p:ext uri="{19B8F6BF-5375-455C-9EA6-DF929625EA0E}">
        <p15:presenceInfo xmlns:p15="http://schemas.microsoft.com/office/powerpoint/2012/main" userId="Jennifer Zeiss" providerId="None"/>
      </p:ext>
    </p:extLst>
  </p:cmAuthor>
  <p:cmAuthor id="5" name="Gabrielle Knott" initials="GK" lastIdx="2" clrIdx="4">
    <p:extLst>
      <p:ext uri="{19B8F6BF-5375-455C-9EA6-DF929625EA0E}">
        <p15:presenceInfo xmlns:p15="http://schemas.microsoft.com/office/powerpoint/2012/main" userId="Gabrielle Knott" providerId="None"/>
      </p:ext>
    </p:extLst>
  </p:cmAuthor>
  <p:cmAuthor id="6" name="James Brown" initials="JB" lastIdx="2" clrIdx="5">
    <p:extLst>
      <p:ext uri="{19B8F6BF-5375-455C-9EA6-DF929625EA0E}">
        <p15:presenceInfo xmlns:p15="http://schemas.microsoft.com/office/powerpoint/2012/main" userId="S::james@africaia.com::5c3cb27f-96be-4c72-848f-aa01b93992f6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F3552"/>
    <a:srgbClr val="EBF9FE"/>
    <a:srgbClr val="FDD9A4"/>
    <a:srgbClr val="2D6196"/>
    <a:srgbClr val="326757"/>
    <a:srgbClr val="728A94"/>
    <a:srgbClr val="F01C24"/>
    <a:srgbClr val="56787A"/>
    <a:srgbClr val="CFDFF0"/>
    <a:srgbClr val="008E4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8C87D74-0723-4269-ADB4-1C2880134AC4}" v="1" dt="2026-10-01T12:10:22.38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C083E6E3-FA7D-4D7B-A595-EF9225AFEA82}" styleName="Light Style 1 –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4" d="100"/>
          <a:sy n="64" d="100"/>
        </p:scale>
        <p:origin x="776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theme" Target="theme/theme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microsoft.com/office/2018/10/relationships/authors" Target="authors.xml"/><Relationship Id="rId10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commentAuthors" Target="commentAuthors.xml"/><Relationship Id="rId14" Type="http://schemas.microsoft.com/office/2015/10/relationships/revisionInfo" Target="revisionInfo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D47D6B1-D525-4628-ADA5-8E1FE74ADA4C}" type="datetimeFigureOut">
              <a:rPr lang="en-GB" smtClean="0"/>
              <a:t>01/10/2026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820738" y="1143000"/>
            <a:ext cx="52165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4101EB5-DFDD-47C4-B7E0-8A018260211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79448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509FAFE-21DB-4F6B-8EA1-32FA210B705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48029D-87D6-48C3-BA4B-1065A63511DF}" type="slidenum">
              <a:rPr lang="en-GB" smtClean="0"/>
              <a:pPr/>
              <a:t>‹#›</a:t>
            </a:fld>
            <a:endParaRPr lang="en-GB"/>
          </a:p>
        </p:txBody>
      </p:sp>
      <p:pic>
        <p:nvPicPr>
          <p:cNvPr id="4" name="Picture 3" descr="A picture containing sky, building, outdoor, city&#10;&#10;Description automatically generated">
            <a:extLst>
              <a:ext uri="{FF2B5EF4-FFF2-40B4-BE49-F238E27FC236}">
                <a16:creationId xmlns:a16="http://schemas.microsoft.com/office/drawing/2014/main" id="{AF958CDF-21C2-4696-B1FF-98C6C69234C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1"/>
            <a:ext cx="11588750" cy="6858000"/>
          </a:xfrm>
          <a:prstGeom prst="rect">
            <a:avLst/>
          </a:prstGeom>
        </p:spPr>
      </p:pic>
      <p:pic>
        <p:nvPicPr>
          <p:cNvPr id="6" name="Picture 5" descr="Text&#10;&#10;Description automatically generated with medium confidence">
            <a:extLst>
              <a:ext uri="{FF2B5EF4-FFF2-40B4-BE49-F238E27FC236}">
                <a16:creationId xmlns:a16="http://schemas.microsoft.com/office/drawing/2014/main" id="{C9D6593A-2528-43D9-B949-856087FB34E1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036769" y="187974"/>
            <a:ext cx="2374181" cy="706403"/>
          </a:xfrm>
          <a:prstGeom prst="rect">
            <a:avLst/>
          </a:prstGeom>
        </p:spPr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F597E07F-A0B2-4C60-A493-63795665B2A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" y="5137149"/>
            <a:ext cx="4933950" cy="1571625"/>
          </a:xfrm>
          <a:solidFill>
            <a:schemeClr val="bg1">
              <a:alpha val="50000"/>
            </a:schemeClr>
          </a:solidFill>
        </p:spPr>
        <p:txBody>
          <a:bodyPr anchor="ctr">
            <a:noAutofit/>
          </a:bodyPr>
          <a:lstStyle>
            <a:lvl1pPr marL="0" indent="0">
              <a:buNone/>
              <a:defRPr sz="2400" b="1">
                <a:solidFill>
                  <a:schemeClr val="bg1"/>
                </a:solidFill>
              </a:defRPr>
            </a:lvl1pPr>
            <a:lvl2pPr>
              <a:defRPr sz="2000" b="1">
                <a:solidFill>
                  <a:schemeClr val="bg1"/>
                </a:solidFill>
              </a:defRPr>
            </a:lvl2pPr>
            <a:lvl3pPr>
              <a:defRPr sz="1800" b="1">
                <a:solidFill>
                  <a:schemeClr val="bg1"/>
                </a:solidFill>
              </a:defRPr>
            </a:lvl3pPr>
            <a:lvl4pPr>
              <a:defRPr sz="1600" b="1">
                <a:solidFill>
                  <a:schemeClr val="bg1"/>
                </a:solidFill>
              </a:defRPr>
            </a:lvl4pPr>
            <a:lvl5pPr>
              <a:defRPr sz="16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214373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Vopak offering simultaneous LNG bunkering service in Rotterdam - Offshore  Energy">
            <a:extLst>
              <a:ext uri="{FF2B5EF4-FFF2-40B4-BE49-F238E27FC236}">
                <a16:creationId xmlns:a16="http://schemas.microsoft.com/office/drawing/2014/main" id="{04892275-F272-DCB3-8D5D-1CEB80A85CC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233" t="15791" r="178" b="318"/>
          <a:stretch>
            <a:fillRect/>
          </a:stretch>
        </p:blipFill>
        <p:spPr>
          <a:xfrm>
            <a:off x="1" y="-12700"/>
            <a:ext cx="11588749" cy="5753329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509FAFE-21DB-4F6B-8EA1-32FA210B705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48029D-87D6-48C3-BA4B-1065A63511DF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C81615D-618B-242E-BA84-0838689DFC39}"/>
              </a:ext>
            </a:extLst>
          </p:cNvPr>
          <p:cNvSpPr/>
          <p:nvPr userDrawn="1"/>
        </p:nvSpPr>
        <p:spPr>
          <a:xfrm>
            <a:off x="1" y="5661025"/>
            <a:ext cx="11588749" cy="1200604"/>
          </a:xfrm>
          <a:prstGeom prst="rect">
            <a:avLst/>
          </a:prstGeom>
          <a:solidFill>
            <a:srgbClr val="32675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 descr="Text&#10;&#10;Description automatically generated with medium confidence">
            <a:extLst>
              <a:ext uri="{FF2B5EF4-FFF2-40B4-BE49-F238E27FC236}">
                <a16:creationId xmlns:a16="http://schemas.microsoft.com/office/drawing/2014/main" id="{C9D6593A-2528-43D9-B949-856087FB34E1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985980" y="6141070"/>
            <a:ext cx="1424970" cy="423979"/>
          </a:xfrm>
          <a:prstGeom prst="rect">
            <a:avLst/>
          </a:prstGeom>
        </p:spPr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F597E07F-A0B2-4C60-A493-63795665B2A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77800" y="5205413"/>
            <a:ext cx="4933950" cy="1652587"/>
          </a:xfrm>
          <a:solidFill>
            <a:schemeClr val="bg1">
              <a:alpha val="50000"/>
            </a:schemeClr>
          </a:solidFill>
        </p:spPr>
        <p:txBody>
          <a:bodyPr anchor="ctr">
            <a:noAutofit/>
          </a:bodyPr>
          <a:lstStyle>
            <a:lvl1pPr marL="0" indent="0">
              <a:buNone/>
              <a:defRPr sz="2400" b="1">
                <a:solidFill>
                  <a:schemeClr val="bg1"/>
                </a:solidFill>
              </a:defRPr>
            </a:lvl1pPr>
            <a:lvl2pPr>
              <a:defRPr sz="2000" b="1">
                <a:solidFill>
                  <a:schemeClr val="bg1"/>
                </a:solidFill>
              </a:defRPr>
            </a:lvl2pPr>
            <a:lvl3pPr>
              <a:defRPr sz="1800" b="1">
                <a:solidFill>
                  <a:schemeClr val="bg1"/>
                </a:solidFill>
              </a:defRPr>
            </a:lvl3pPr>
            <a:lvl4pPr>
              <a:defRPr sz="1600" b="1">
                <a:solidFill>
                  <a:schemeClr val="bg1"/>
                </a:solidFill>
              </a:defRPr>
            </a:lvl4pPr>
            <a:lvl5pPr>
              <a:defRPr sz="16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E92D3BD-B933-88AB-9C21-59605B00713D}"/>
              </a:ext>
            </a:extLst>
          </p:cNvPr>
          <p:cNvSpPr/>
          <p:nvPr userDrawn="1"/>
        </p:nvSpPr>
        <p:spPr>
          <a:xfrm>
            <a:off x="5111750" y="5727050"/>
            <a:ext cx="6477000" cy="4571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14368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Vopak offering simultaneous LNG bunkering service in Rotterdam - Offshore  Energy">
            <a:extLst>
              <a:ext uri="{FF2B5EF4-FFF2-40B4-BE49-F238E27FC236}">
                <a16:creationId xmlns:a16="http://schemas.microsoft.com/office/drawing/2014/main" id="{04892275-F272-DCB3-8D5D-1CEB80A85CC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233" t="15791" r="178" b="318"/>
          <a:stretch>
            <a:fillRect/>
          </a:stretch>
        </p:blipFill>
        <p:spPr>
          <a:xfrm>
            <a:off x="1" y="-12700"/>
            <a:ext cx="11588749" cy="5753329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509FAFE-21DB-4F6B-8EA1-32FA210B705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48029D-87D6-48C3-BA4B-1065A63511DF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C81615D-618B-242E-BA84-0838689DFC39}"/>
              </a:ext>
            </a:extLst>
          </p:cNvPr>
          <p:cNvSpPr/>
          <p:nvPr userDrawn="1"/>
        </p:nvSpPr>
        <p:spPr>
          <a:xfrm>
            <a:off x="1" y="5661025"/>
            <a:ext cx="11588749" cy="1200604"/>
          </a:xfrm>
          <a:prstGeom prst="rect">
            <a:avLst/>
          </a:prstGeom>
          <a:solidFill>
            <a:srgbClr val="32675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 descr="Text&#10;&#10;Description automatically generated with medium confidence">
            <a:extLst>
              <a:ext uri="{FF2B5EF4-FFF2-40B4-BE49-F238E27FC236}">
                <a16:creationId xmlns:a16="http://schemas.microsoft.com/office/drawing/2014/main" id="{C9D6593A-2528-43D9-B949-856087FB34E1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985980" y="6141070"/>
            <a:ext cx="1424970" cy="423979"/>
          </a:xfrm>
          <a:prstGeom prst="rect">
            <a:avLst/>
          </a:prstGeom>
        </p:spPr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F597E07F-A0B2-4C60-A493-63795665B2A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77800" y="5205413"/>
            <a:ext cx="4933950" cy="1652587"/>
          </a:xfrm>
          <a:solidFill>
            <a:schemeClr val="bg1">
              <a:alpha val="50000"/>
            </a:schemeClr>
          </a:solidFill>
        </p:spPr>
        <p:txBody>
          <a:bodyPr anchor="ctr">
            <a:noAutofit/>
          </a:bodyPr>
          <a:lstStyle>
            <a:lvl1pPr marL="0" indent="0">
              <a:buNone/>
              <a:defRPr sz="2400" b="1">
                <a:solidFill>
                  <a:schemeClr val="bg1"/>
                </a:solidFill>
              </a:defRPr>
            </a:lvl1pPr>
            <a:lvl2pPr>
              <a:defRPr sz="2000" b="1">
                <a:solidFill>
                  <a:schemeClr val="bg1"/>
                </a:solidFill>
              </a:defRPr>
            </a:lvl2pPr>
            <a:lvl3pPr>
              <a:defRPr sz="1800" b="1">
                <a:solidFill>
                  <a:schemeClr val="bg1"/>
                </a:solidFill>
              </a:defRPr>
            </a:lvl3pPr>
            <a:lvl4pPr>
              <a:defRPr sz="1600" b="1">
                <a:solidFill>
                  <a:schemeClr val="bg1"/>
                </a:solidFill>
              </a:defRPr>
            </a:lvl4pPr>
            <a:lvl5pPr>
              <a:defRPr sz="16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751062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1460789-817F-4161-99E1-BBB95ED4BDD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sz="1000"/>
            </a:lvl1pPr>
          </a:lstStyle>
          <a:p>
            <a:fld id="{5E48029D-87D6-48C3-BA4B-1065A63511DF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A61BAA2-1015-439D-B53A-ED3DC019E093}"/>
              </a:ext>
            </a:extLst>
          </p:cNvPr>
          <p:cNvSpPr/>
          <p:nvPr/>
        </p:nvSpPr>
        <p:spPr>
          <a:xfrm>
            <a:off x="0" y="5583985"/>
            <a:ext cx="89807" cy="86683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aseline="-2500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B4FC8D6-72B7-40D6-89CC-331B0BF40A6F}"/>
              </a:ext>
            </a:extLst>
          </p:cNvPr>
          <p:cNvSpPr/>
          <p:nvPr userDrawn="1"/>
        </p:nvSpPr>
        <p:spPr>
          <a:xfrm>
            <a:off x="9079200" y="0"/>
            <a:ext cx="2509074" cy="103504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1EDA466-D75C-48F1-9F3F-47B154E770B8}"/>
              </a:ext>
            </a:extLst>
          </p:cNvPr>
          <p:cNvSpPr/>
          <p:nvPr userDrawn="1"/>
        </p:nvSpPr>
        <p:spPr>
          <a:xfrm>
            <a:off x="-29153" y="0"/>
            <a:ext cx="4299527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GB" sz="2800" b="1"/>
          </a:p>
          <a:p>
            <a:pPr algn="ctr"/>
            <a:endParaRPr lang="en-GB" sz="2800" b="1"/>
          </a:p>
        </p:txBody>
      </p:sp>
    </p:spTree>
    <p:extLst>
      <p:ext uri="{BB962C8B-B14F-4D97-AF65-F5344CB8AC3E}">
        <p14:creationId xmlns:p14="http://schemas.microsoft.com/office/powerpoint/2010/main" val="291725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1460789-817F-4161-99E1-BBB95ED4BDD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sz="1000"/>
            </a:lvl1pPr>
          </a:lstStyle>
          <a:p>
            <a:fld id="{5E48029D-87D6-48C3-BA4B-1065A63511DF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A61BAA2-1015-439D-B53A-ED3DC019E093}"/>
              </a:ext>
            </a:extLst>
          </p:cNvPr>
          <p:cNvSpPr/>
          <p:nvPr/>
        </p:nvSpPr>
        <p:spPr>
          <a:xfrm>
            <a:off x="0" y="5583985"/>
            <a:ext cx="89807" cy="86683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aseline="-2500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B4FC8D6-72B7-40D6-89CC-331B0BF40A6F}"/>
              </a:ext>
            </a:extLst>
          </p:cNvPr>
          <p:cNvSpPr/>
          <p:nvPr userDrawn="1"/>
        </p:nvSpPr>
        <p:spPr>
          <a:xfrm>
            <a:off x="9079200" y="0"/>
            <a:ext cx="2509074" cy="103504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1EDA466-D75C-48F1-9F3F-47B154E770B8}"/>
              </a:ext>
            </a:extLst>
          </p:cNvPr>
          <p:cNvSpPr/>
          <p:nvPr userDrawn="1"/>
        </p:nvSpPr>
        <p:spPr>
          <a:xfrm>
            <a:off x="-29153" y="0"/>
            <a:ext cx="5823528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GB" sz="2800" b="1"/>
          </a:p>
          <a:p>
            <a:pPr algn="ctr"/>
            <a:endParaRPr lang="en-GB" sz="2800" b="1"/>
          </a:p>
        </p:txBody>
      </p:sp>
    </p:spTree>
    <p:extLst>
      <p:ext uri="{BB962C8B-B14F-4D97-AF65-F5344CB8AC3E}">
        <p14:creationId xmlns:p14="http://schemas.microsoft.com/office/powerpoint/2010/main" val="6427660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er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05599" y="6489700"/>
            <a:ext cx="805350" cy="287338"/>
          </a:xfrm>
        </p:spPr>
        <p:txBody>
          <a:bodyPr/>
          <a:lstStyle>
            <a:lvl1pPr>
              <a:defRPr sz="1000"/>
            </a:lvl1pPr>
          </a:lstStyle>
          <a:p>
            <a:fld id="{A65E4EDC-57F8-4D5C-B13E-A981C5F2F71A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3" name="Title Placeholder 1">
            <a:extLst>
              <a:ext uri="{FF2B5EF4-FFF2-40B4-BE49-F238E27FC236}">
                <a16:creationId xmlns:a16="http://schemas.microsoft.com/office/drawing/2014/main" id="{8395ED8E-92E9-32C5-9BE4-BAF8026DD3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801" y="368299"/>
            <a:ext cx="11233148" cy="6901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03896440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orient="horz" pos="2160" userDrawn="1">
          <p15:clr>
            <a:srgbClr val="FBAE40"/>
          </p15:clr>
        </p15:guide>
        <p15:guide id="4" pos="3650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77801" y="368299"/>
            <a:ext cx="11233148" cy="6901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7801" y="1233488"/>
            <a:ext cx="11233149" cy="52562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05599" y="6489700"/>
            <a:ext cx="805350" cy="287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E48029D-87D6-48C3-BA4B-1065A63511DF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6F56E22-0F71-4D9E-BCBB-36F814707DD1}"/>
              </a:ext>
            </a:extLst>
          </p:cNvPr>
          <p:cNvSpPr/>
          <p:nvPr/>
        </p:nvSpPr>
        <p:spPr>
          <a:xfrm>
            <a:off x="0" y="0"/>
            <a:ext cx="90000" cy="1089025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2C7F845-E460-4451-9C0A-7C5D8FE4BD9E}"/>
              </a:ext>
            </a:extLst>
          </p:cNvPr>
          <p:cNvSpPr/>
          <p:nvPr userDrawn="1"/>
        </p:nvSpPr>
        <p:spPr>
          <a:xfrm>
            <a:off x="0" y="0"/>
            <a:ext cx="90000" cy="1089025"/>
          </a:xfrm>
          <a:prstGeom prst="rect">
            <a:avLst/>
          </a:prstGeom>
          <a:solidFill>
            <a:srgbClr val="FF33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643CB578-80E0-884E-8515-53279D5DACC1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8575" y="6538667"/>
            <a:ext cx="1052945" cy="2349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C3C48D5-02D0-3F38-1B70-1DA8FB28B0B7}"/>
              </a:ext>
            </a:extLst>
          </p:cNvPr>
          <p:cNvPicPr>
            <a:picLocks noChangeAspect="1"/>
          </p:cNvPicPr>
          <p:nvPr userDrawn="1"/>
        </p:nvPicPr>
        <p:blipFill>
          <a:blip r:embed="rId9"/>
          <a:srcRect l="4284" t="8125" b="8125"/>
          <a:stretch>
            <a:fillRect/>
          </a:stretch>
        </p:blipFill>
        <p:spPr>
          <a:xfrm>
            <a:off x="183293" y="6514866"/>
            <a:ext cx="941947" cy="282576"/>
          </a:xfrm>
          <a:prstGeom prst="rect">
            <a:avLst/>
          </a:prstGeom>
        </p:spPr>
      </p:pic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5CB3F387-66D0-18CC-51EE-24B908A792B7}"/>
              </a:ext>
            </a:extLst>
          </p:cNvPr>
          <p:cNvSpPr txBox="1">
            <a:spLocks/>
          </p:cNvSpPr>
          <p:nvPr userDrawn="1"/>
        </p:nvSpPr>
        <p:spPr>
          <a:xfrm>
            <a:off x="2433461" y="6489700"/>
            <a:ext cx="8090197" cy="282576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l" defTabSz="869137" rtl="0" eaLnBrk="1" latinLnBrk="0" hangingPunct="1">
              <a:lnSpc>
                <a:spcPct val="90000"/>
              </a:lnSpc>
              <a:spcBef>
                <a:spcPts val="951"/>
              </a:spcBef>
              <a:buFont typeface="Arial" panose="020B0604020202020204" pitchFamily="34" charset="0"/>
              <a:buNone/>
              <a:defRPr sz="1000" kern="1200">
                <a:solidFill>
                  <a:srgbClr val="898989"/>
                </a:solidFill>
                <a:latin typeface="+mn-lt"/>
                <a:ea typeface="+mn-ea"/>
                <a:cs typeface="+mn-cs"/>
              </a:defRPr>
            </a:lvl1pPr>
            <a:lvl2pPr marL="651853" indent="-217284" algn="l" defTabSz="869137" rtl="0" eaLnBrk="1" latinLnBrk="0" hangingPunct="1">
              <a:lnSpc>
                <a:spcPct val="90000"/>
              </a:lnSpc>
              <a:spcBef>
                <a:spcPts val="4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6422" indent="-217284" algn="l" defTabSz="869137" rtl="0" eaLnBrk="1" latinLnBrk="0" hangingPunct="1">
              <a:lnSpc>
                <a:spcPct val="90000"/>
              </a:lnSpc>
              <a:spcBef>
                <a:spcPts val="475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20990" indent="-217284" algn="l" defTabSz="869137" rtl="0" eaLnBrk="1" latinLnBrk="0" hangingPunct="1">
              <a:lnSpc>
                <a:spcPct val="90000"/>
              </a:lnSpc>
              <a:spcBef>
                <a:spcPts val="475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55559" indent="-217284" algn="l" defTabSz="869137" rtl="0" eaLnBrk="1" latinLnBrk="0" hangingPunct="1">
              <a:lnSpc>
                <a:spcPct val="90000"/>
              </a:lnSpc>
              <a:spcBef>
                <a:spcPts val="475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390127" indent="-217284" algn="l" defTabSz="869137" rtl="0" eaLnBrk="1" latinLnBrk="0" hangingPunct="1">
              <a:lnSpc>
                <a:spcPct val="90000"/>
              </a:lnSpc>
              <a:spcBef>
                <a:spcPts val="475"/>
              </a:spcBef>
              <a:buFont typeface="Arial" panose="020B0604020202020204" pitchFamily="34" charset="0"/>
              <a:buChar char="•"/>
              <a:defRPr sz="17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824696" indent="-217284" algn="l" defTabSz="869137" rtl="0" eaLnBrk="1" latinLnBrk="0" hangingPunct="1">
              <a:lnSpc>
                <a:spcPct val="90000"/>
              </a:lnSpc>
              <a:spcBef>
                <a:spcPts val="475"/>
              </a:spcBef>
              <a:buFont typeface="Arial" panose="020B0604020202020204" pitchFamily="34" charset="0"/>
              <a:buChar char="•"/>
              <a:defRPr sz="17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59265" indent="-217284" algn="l" defTabSz="869137" rtl="0" eaLnBrk="1" latinLnBrk="0" hangingPunct="1">
              <a:lnSpc>
                <a:spcPct val="90000"/>
              </a:lnSpc>
              <a:spcBef>
                <a:spcPts val="475"/>
              </a:spcBef>
              <a:buFont typeface="Arial" panose="020B0604020202020204" pitchFamily="34" charset="0"/>
              <a:buChar char="•"/>
              <a:defRPr sz="17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93833" indent="-217284" algn="l" defTabSz="869137" rtl="0" eaLnBrk="1" latinLnBrk="0" hangingPunct="1">
              <a:lnSpc>
                <a:spcPct val="90000"/>
              </a:lnSpc>
              <a:spcBef>
                <a:spcPts val="475"/>
              </a:spcBef>
              <a:buFont typeface="Arial" panose="020B0604020202020204" pitchFamily="34" charset="0"/>
              <a:buChar char="•"/>
              <a:defRPr sz="17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2040162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3" r:id="rId1"/>
    <p:sldLayoutId id="2147483718" r:id="rId2"/>
    <p:sldLayoutId id="2147483723" r:id="rId3"/>
    <p:sldLayoutId id="2147483724" r:id="rId4"/>
    <p:sldLayoutId id="2147483725" r:id="rId5"/>
    <p:sldLayoutId id="2147483698" r:id="rId6"/>
  </p:sldLayoutIdLst>
  <p:hf hdr="0" ftr="0" dt="0"/>
  <p:txStyles>
    <p:titleStyle>
      <a:lvl1pPr algn="l" defTabSz="869137" rtl="0" eaLnBrk="1" latinLnBrk="0" hangingPunct="1">
        <a:lnSpc>
          <a:spcPct val="90000"/>
        </a:lnSpc>
        <a:spcBef>
          <a:spcPct val="0"/>
        </a:spcBef>
        <a:buNone/>
        <a:defRPr sz="22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17284" indent="-217284" algn="l" defTabSz="869137" rtl="0" eaLnBrk="1" latinLnBrk="0" hangingPunct="1">
        <a:lnSpc>
          <a:spcPct val="90000"/>
        </a:lnSpc>
        <a:spcBef>
          <a:spcPts val="951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51853" indent="-217284" algn="l" defTabSz="869137" rtl="0" eaLnBrk="1" latinLnBrk="0" hangingPunct="1">
        <a:lnSpc>
          <a:spcPct val="90000"/>
        </a:lnSpc>
        <a:spcBef>
          <a:spcPts val="4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086422" indent="-217284" algn="l" defTabSz="869137" rtl="0" eaLnBrk="1" latinLnBrk="0" hangingPunct="1">
        <a:lnSpc>
          <a:spcPct val="90000"/>
        </a:lnSpc>
        <a:spcBef>
          <a:spcPts val="475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520990" indent="-217284" algn="l" defTabSz="869137" rtl="0" eaLnBrk="1" latinLnBrk="0" hangingPunct="1">
        <a:lnSpc>
          <a:spcPct val="90000"/>
        </a:lnSpc>
        <a:spcBef>
          <a:spcPts val="4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955559" indent="-217284" algn="l" defTabSz="869137" rtl="0" eaLnBrk="1" latinLnBrk="0" hangingPunct="1">
        <a:lnSpc>
          <a:spcPct val="90000"/>
        </a:lnSpc>
        <a:spcBef>
          <a:spcPts val="4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390127" indent="-217284" algn="l" defTabSz="869137" rtl="0" eaLnBrk="1" latinLnBrk="0" hangingPunct="1">
        <a:lnSpc>
          <a:spcPct val="90000"/>
        </a:lnSpc>
        <a:spcBef>
          <a:spcPts val="475"/>
        </a:spcBef>
        <a:buFont typeface="Arial" panose="020B0604020202020204" pitchFamily="34" charset="0"/>
        <a:buChar char="•"/>
        <a:defRPr sz="1711" kern="1200">
          <a:solidFill>
            <a:schemeClr val="tx1"/>
          </a:solidFill>
          <a:latin typeface="+mn-lt"/>
          <a:ea typeface="+mn-ea"/>
          <a:cs typeface="+mn-cs"/>
        </a:defRPr>
      </a:lvl6pPr>
      <a:lvl7pPr marL="2824696" indent="-217284" algn="l" defTabSz="869137" rtl="0" eaLnBrk="1" latinLnBrk="0" hangingPunct="1">
        <a:lnSpc>
          <a:spcPct val="90000"/>
        </a:lnSpc>
        <a:spcBef>
          <a:spcPts val="475"/>
        </a:spcBef>
        <a:buFont typeface="Arial" panose="020B0604020202020204" pitchFamily="34" charset="0"/>
        <a:buChar char="•"/>
        <a:defRPr sz="1711" kern="1200">
          <a:solidFill>
            <a:schemeClr val="tx1"/>
          </a:solidFill>
          <a:latin typeface="+mn-lt"/>
          <a:ea typeface="+mn-ea"/>
          <a:cs typeface="+mn-cs"/>
        </a:defRPr>
      </a:lvl7pPr>
      <a:lvl8pPr marL="3259265" indent="-217284" algn="l" defTabSz="869137" rtl="0" eaLnBrk="1" latinLnBrk="0" hangingPunct="1">
        <a:lnSpc>
          <a:spcPct val="90000"/>
        </a:lnSpc>
        <a:spcBef>
          <a:spcPts val="475"/>
        </a:spcBef>
        <a:buFont typeface="Arial" panose="020B0604020202020204" pitchFamily="34" charset="0"/>
        <a:buChar char="•"/>
        <a:defRPr sz="1711" kern="1200">
          <a:solidFill>
            <a:schemeClr val="tx1"/>
          </a:solidFill>
          <a:latin typeface="+mn-lt"/>
          <a:ea typeface="+mn-ea"/>
          <a:cs typeface="+mn-cs"/>
        </a:defRPr>
      </a:lvl8pPr>
      <a:lvl9pPr marL="3693833" indent="-217284" algn="l" defTabSz="869137" rtl="0" eaLnBrk="1" latinLnBrk="0" hangingPunct="1">
        <a:lnSpc>
          <a:spcPct val="90000"/>
        </a:lnSpc>
        <a:spcBef>
          <a:spcPts val="475"/>
        </a:spcBef>
        <a:buFont typeface="Arial" panose="020B0604020202020204" pitchFamily="34" charset="0"/>
        <a:buChar char="•"/>
        <a:defRPr sz="171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869137" rtl="0" eaLnBrk="1" latinLnBrk="0" hangingPunct="1">
        <a:defRPr sz="1711" kern="1200">
          <a:solidFill>
            <a:schemeClr val="tx1"/>
          </a:solidFill>
          <a:latin typeface="+mn-lt"/>
          <a:ea typeface="+mn-ea"/>
          <a:cs typeface="+mn-cs"/>
        </a:defRPr>
      </a:lvl1pPr>
      <a:lvl2pPr marL="434569" algn="l" defTabSz="869137" rtl="0" eaLnBrk="1" latinLnBrk="0" hangingPunct="1">
        <a:defRPr sz="1711" kern="1200">
          <a:solidFill>
            <a:schemeClr val="tx1"/>
          </a:solidFill>
          <a:latin typeface="+mn-lt"/>
          <a:ea typeface="+mn-ea"/>
          <a:cs typeface="+mn-cs"/>
        </a:defRPr>
      </a:lvl2pPr>
      <a:lvl3pPr marL="869137" algn="l" defTabSz="869137" rtl="0" eaLnBrk="1" latinLnBrk="0" hangingPunct="1">
        <a:defRPr sz="1711" kern="1200">
          <a:solidFill>
            <a:schemeClr val="tx1"/>
          </a:solidFill>
          <a:latin typeface="+mn-lt"/>
          <a:ea typeface="+mn-ea"/>
          <a:cs typeface="+mn-cs"/>
        </a:defRPr>
      </a:lvl3pPr>
      <a:lvl4pPr marL="1303706" algn="l" defTabSz="869137" rtl="0" eaLnBrk="1" latinLnBrk="0" hangingPunct="1">
        <a:defRPr sz="1711" kern="1200">
          <a:solidFill>
            <a:schemeClr val="tx1"/>
          </a:solidFill>
          <a:latin typeface="+mn-lt"/>
          <a:ea typeface="+mn-ea"/>
          <a:cs typeface="+mn-cs"/>
        </a:defRPr>
      </a:lvl4pPr>
      <a:lvl5pPr marL="1738274" algn="l" defTabSz="869137" rtl="0" eaLnBrk="1" latinLnBrk="0" hangingPunct="1">
        <a:defRPr sz="1711" kern="1200">
          <a:solidFill>
            <a:schemeClr val="tx1"/>
          </a:solidFill>
          <a:latin typeface="+mn-lt"/>
          <a:ea typeface="+mn-ea"/>
          <a:cs typeface="+mn-cs"/>
        </a:defRPr>
      </a:lvl5pPr>
      <a:lvl6pPr marL="2172843" algn="l" defTabSz="869137" rtl="0" eaLnBrk="1" latinLnBrk="0" hangingPunct="1">
        <a:defRPr sz="1711" kern="1200">
          <a:solidFill>
            <a:schemeClr val="tx1"/>
          </a:solidFill>
          <a:latin typeface="+mn-lt"/>
          <a:ea typeface="+mn-ea"/>
          <a:cs typeface="+mn-cs"/>
        </a:defRPr>
      </a:lvl6pPr>
      <a:lvl7pPr marL="2607412" algn="l" defTabSz="869137" rtl="0" eaLnBrk="1" latinLnBrk="0" hangingPunct="1">
        <a:defRPr sz="1711" kern="1200">
          <a:solidFill>
            <a:schemeClr val="tx1"/>
          </a:solidFill>
          <a:latin typeface="+mn-lt"/>
          <a:ea typeface="+mn-ea"/>
          <a:cs typeface="+mn-cs"/>
        </a:defRPr>
      </a:lvl7pPr>
      <a:lvl8pPr marL="3041980" algn="l" defTabSz="869137" rtl="0" eaLnBrk="1" latinLnBrk="0" hangingPunct="1">
        <a:defRPr sz="1711" kern="1200">
          <a:solidFill>
            <a:schemeClr val="tx1"/>
          </a:solidFill>
          <a:latin typeface="+mn-lt"/>
          <a:ea typeface="+mn-ea"/>
          <a:cs typeface="+mn-cs"/>
        </a:defRPr>
      </a:lvl8pPr>
      <a:lvl9pPr marL="3476549" algn="l" defTabSz="869137" rtl="0" eaLnBrk="1" latinLnBrk="0" hangingPunct="1">
        <a:defRPr sz="171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2" orient="horz" pos="2160" userDrawn="1">
          <p15:clr>
            <a:srgbClr val="F26B43"/>
          </p15:clr>
        </p15:guide>
        <p15:guide id="13" pos="112" userDrawn="1">
          <p15:clr>
            <a:srgbClr val="F26B43"/>
          </p15:clr>
        </p15:guide>
        <p15:guide id="14" orient="horz" pos="4269" userDrawn="1">
          <p15:clr>
            <a:srgbClr val="F26B43"/>
          </p15:clr>
        </p15:guide>
        <p15:guide id="15" pos="3650" userDrawn="1">
          <p15:clr>
            <a:srgbClr val="F26B43"/>
          </p15:clr>
        </p15:guide>
        <p15:guide id="16" pos="7188" userDrawn="1">
          <p15:clr>
            <a:srgbClr val="F26B43"/>
          </p15:clr>
        </p15:guide>
        <p15:guide id="17" orient="horz" pos="28" userDrawn="1">
          <p15:clr>
            <a:srgbClr val="F26B43"/>
          </p15:clr>
        </p15:guide>
        <p15:guide id="18" orient="horz" pos="686" userDrawn="1">
          <p15:clr>
            <a:srgbClr val="F26B43"/>
          </p15:clr>
        </p15:guide>
        <p15:guide id="19" orient="horz" pos="777" userDrawn="1">
          <p15:clr>
            <a:srgbClr val="F26B43"/>
          </p15:clr>
        </p15:guide>
        <p15:guide id="20" orient="horz" pos="4088" userDrawn="1">
          <p15:clr>
            <a:srgbClr val="F26B43"/>
          </p15:clr>
        </p15:guide>
        <p15:guide id="21" orient="horz" pos="3680" userDrawn="1">
          <p15:clr>
            <a:srgbClr val="F26B43"/>
          </p15:clr>
        </p15:guide>
        <p15:guide id="22" orient="horz" pos="3566" userDrawn="1">
          <p15:clr>
            <a:srgbClr val="F26B43"/>
          </p15:clr>
        </p15:guide>
        <p15:guide id="23" pos="5805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BAB7871-610B-4D31-912E-81A47C5EE34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16729" y="4688731"/>
            <a:ext cx="5000017" cy="1992689"/>
          </a:xfrm>
        </p:spPr>
        <p:txBody>
          <a:bodyPr/>
          <a:lstStyle/>
          <a:p>
            <a:r>
              <a:rPr lang="en-GB" noProof="0">
                <a:solidFill>
                  <a:schemeClr val="accent5"/>
                </a:solidFill>
              </a:rPr>
              <a:t>  </a:t>
            </a:r>
            <a:r>
              <a:rPr lang="en-GB">
                <a:solidFill>
                  <a:srgbClr val="0A2373"/>
                </a:solidFill>
              </a:rPr>
              <a:t>M</a:t>
            </a:r>
            <a:r>
              <a:rPr lang="en-GB" noProof="0" err="1">
                <a:solidFill>
                  <a:srgbClr val="0A2373"/>
                </a:solidFill>
              </a:rPr>
              <a:t>arket</a:t>
            </a:r>
            <a:r>
              <a:rPr lang="en-GB" noProof="0">
                <a:solidFill>
                  <a:srgbClr val="0A2373"/>
                </a:solidFill>
              </a:rPr>
              <a:t> Entry Study</a:t>
            </a:r>
            <a:r>
              <a:rPr lang="en-GB">
                <a:solidFill>
                  <a:srgbClr val="0A2373"/>
                </a:solidFill>
              </a:rPr>
              <a:t> </a:t>
            </a:r>
            <a:r>
              <a:rPr lang="en-GB" noProof="0">
                <a:solidFill>
                  <a:srgbClr val="0A2373"/>
                </a:solidFill>
              </a:rPr>
              <a:t>Mozambique</a:t>
            </a:r>
          </a:p>
          <a:p>
            <a:r>
              <a:rPr lang="en-GB" sz="1800" noProof="0">
                <a:solidFill>
                  <a:srgbClr val="245E47"/>
                </a:solidFill>
              </a:rPr>
              <a:t>   </a:t>
            </a:r>
            <a:r>
              <a:rPr lang="en-GB" sz="1800" noProof="0">
                <a:solidFill>
                  <a:srgbClr val="0A2373"/>
                </a:solidFill>
              </a:rPr>
              <a:t>Storyboard</a:t>
            </a:r>
            <a:br>
              <a:rPr lang="en-GB" sz="1800" noProof="0"/>
            </a:br>
            <a:r>
              <a:rPr lang="en-GB" sz="1800" noProof="0"/>
              <a:t>   </a:t>
            </a:r>
            <a:r>
              <a:rPr lang="en-GB" sz="1400"/>
              <a:t>17 August </a:t>
            </a:r>
            <a:r>
              <a:rPr lang="en-GB" sz="1400" noProof="0"/>
              <a:t>2026</a:t>
            </a:r>
            <a:endParaRPr lang="en-GB" sz="1400"/>
          </a:p>
        </p:txBody>
      </p:sp>
      <p:pic>
        <p:nvPicPr>
          <p:cNvPr id="4" name="Picture 3" descr="A blue letter on a black background&#10;&#10;Description automatically generated">
            <a:extLst>
              <a:ext uri="{FF2B5EF4-FFF2-40B4-BE49-F238E27FC236}">
                <a16:creationId xmlns:a16="http://schemas.microsoft.com/office/drawing/2014/main" id="{F643500E-BA42-ED40-0D0F-F69255A71C8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814" y="5675739"/>
            <a:ext cx="2518046" cy="5645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89370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C886E70-44C9-6143-F422-739C7E4A72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605599" y="6489700"/>
            <a:ext cx="805350" cy="287338"/>
          </a:xfrm>
        </p:spPr>
        <p:txBody>
          <a:bodyPr/>
          <a:lstStyle/>
          <a:p>
            <a:fld id="{5E48029D-87D6-48C3-BA4B-1065A63511DF}" type="slidenum">
              <a:rPr lang="en-GB" smtClean="0"/>
              <a:pPr/>
              <a:t>2</a:t>
            </a:fld>
            <a:endParaRPr lang="en-GB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FBC944ED-539A-C69F-FC3D-F012152030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2449794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45F8D03-F491-5934-941A-18452D48137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77800" y="5205413"/>
            <a:ext cx="4933950" cy="1284287"/>
          </a:xfrm>
        </p:spPr>
        <p:txBody>
          <a:bodyPr/>
          <a:lstStyle/>
          <a:p>
            <a:r>
              <a:rPr lang="en-ZA" sz="4000"/>
              <a:t>THANK YOU</a:t>
            </a:r>
            <a:endParaRPr lang="en-US" sz="4000"/>
          </a:p>
        </p:txBody>
      </p:sp>
    </p:spTree>
    <p:extLst>
      <p:ext uri="{BB962C8B-B14F-4D97-AF65-F5344CB8AC3E}">
        <p14:creationId xmlns:p14="http://schemas.microsoft.com/office/powerpoint/2010/main" val="3615035802"/>
      </p:ext>
    </p:extLst>
  </p:cSld>
  <p:clrMapOvr>
    <a:masterClrMapping/>
  </p:clrMapOvr>
</p:sld>
</file>

<file path=ppt/theme/theme1.xml><?xml version="1.0" encoding="utf-8"?>
<a:theme xmlns:a="http://schemas.openxmlformats.org/drawingml/2006/main" name="Vopak Theme">
  <a:themeElements>
    <a:clrScheme name="Vopak">
      <a:dk1>
        <a:sysClr val="windowText" lastClr="000000"/>
      </a:dk1>
      <a:lt1>
        <a:sysClr val="window" lastClr="FFFFFF"/>
      </a:lt1>
      <a:dk2>
        <a:srgbClr val="11151A"/>
      </a:dk2>
      <a:lt2>
        <a:srgbClr val="E7E6E6"/>
      </a:lt2>
      <a:accent1>
        <a:srgbClr val="103959"/>
      </a:accent1>
      <a:accent2>
        <a:srgbClr val="2D6196"/>
      </a:accent2>
      <a:accent3>
        <a:srgbClr val="BDBEC1"/>
      </a:accent3>
      <a:accent4>
        <a:srgbClr val="0B8CB2"/>
      </a:accent4>
      <a:accent5>
        <a:srgbClr val="FF3300"/>
      </a:accent5>
      <a:accent6>
        <a:srgbClr val="FAA11C"/>
      </a:accent6>
      <a:hlink>
        <a:srgbClr val="0563C1"/>
      </a:hlink>
      <a:folHlink>
        <a:srgbClr val="006600"/>
      </a:folHlink>
    </a:clrScheme>
    <a:fontScheme name="AIA_2017">
      <a:majorFont>
        <a:latin typeface="Lato"/>
        <a:ea typeface=""/>
        <a:cs typeface=""/>
      </a:majorFont>
      <a:minorFont>
        <a:latin typeface="Lato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opak Theme" id="{EB158558-B090-4A15-9406-52ADAF46E73D}" vid="{169915E9-BA5A-4298-BC78-09D68188174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525" row="4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3729E3C0-DBBA-4E87-A833-D4D671FDC2D1}">
  <we:reference id="WA200010725" version="1.0.0.1" store="Omex" storeType="OMEX"/>
  <we:alternateReferences>
    <we:reference id="WA200010725" version="1.0.0.1" store="WA200010725" storeType="OMEX"/>
  </we:alternateReferences>
  <we:properties>
    <we:property name="claude.fileId" value="&quot;440e1679-9fef-4664-be92-b7e3c5432c29&quot;"/>
  </we:properties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B14DAA3CC024F49A081857B4C9CD92A" ma:contentTypeVersion="20" ma:contentTypeDescription="Create a new document." ma:contentTypeScope="" ma:versionID="cdb2463664abbc9cc5ebc4769b50ad18">
  <xsd:schema xmlns:xsd="http://www.w3.org/2001/XMLSchema" xmlns:xs="http://www.w3.org/2001/XMLSchema" xmlns:p="http://schemas.microsoft.com/office/2006/metadata/properties" xmlns:ns2="265cb39c-7109-435c-af5d-13dc21a2db6b" xmlns:ns3="62b85a0e-09bb-4b0f-bd28-e34020cdc070" targetNamespace="http://schemas.microsoft.com/office/2006/metadata/properties" ma:root="true" ma:fieldsID="ee545d7bb76dd121542a05c73fb4a941" ns2:_="" ns3:_="">
    <xsd:import namespace="265cb39c-7109-435c-af5d-13dc21a2db6b"/>
    <xsd:import namespace="62b85a0e-09bb-4b0f-bd28-e34020cdc07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3:SharedWithUsers" minOccurs="0"/>
                <xsd:element ref="ns3:SharedWithDetails" minOccurs="0"/>
                <xsd:element ref="ns2:MediaServiceLocation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  <xsd:element ref="ns2:Archive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65cb39c-7109-435c-af5d-13dc21a2db6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9" nillable="true" ma:displayName="Location" ma:internalName="MediaServiceLocation" ma:readOnly="true">
      <xsd:simpleType>
        <xsd:restriction base="dms:Text"/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2" nillable="true" ma:taxonomy="true" ma:internalName="lcf76f155ced4ddcb4097134ff3c332f" ma:taxonomyFieldName="MediaServiceImageTags" ma:displayName="Image Tags" ma:readOnly="false" ma:fieldId="{5cf76f15-5ced-4ddc-b409-7134ff3c332f}" ma:taxonomyMulti="true" ma:sspId="df3d1728-64fa-4f01-bb7d-5585de3a980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4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Archive" ma:index="26" nillable="true" ma:displayName="Archive" ma:default="0" ma:description="Folder to be backed up, archived and removed from SharePoint" ma:format="Dropdown" ma:internalName="Archive">
      <xsd:simpleType>
        <xsd:restriction base="dms:Boolean"/>
      </xsd:simpleType>
    </xsd:element>
    <xsd:element name="MediaServiceBillingMetadata" ma:index="27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2b85a0e-09bb-4b0f-bd28-e34020cdc070" elementFormDefault="qualified">
    <xsd:import namespace="http://schemas.microsoft.com/office/2006/documentManagement/types"/>
    <xsd:import namespace="http://schemas.microsoft.com/office/infopath/2007/PartnerControls"/>
    <xsd:element name="SharedWithUsers" ma:index="17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744b13c9-2708-4b8b-a658-00962d7928c2}" ma:internalName="TaxCatchAll" ma:showField="CatchAllData" ma:web="62b85a0e-09bb-4b0f-bd28-e34020cdc070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265cb39c-7109-435c-af5d-13dc21a2db6b">
      <Terms xmlns="http://schemas.microsoft.com/office/infopath/2007/PartnerControls"/>
    </lcf76f155ced4ddcb4097134ff3c332f>
    <TaxCatchAll xmlns="62b85a0e-09bb-4b0f-bd28-e34020cdc070" xsi:nil="true"/>
    <SharedWithUsers xmlns="62b85a0e-09bb-4b0f-bd28-e34020cdc070">
      <UserInfo>
        <DisplayName>Joseph Kihara</DisplayName>
        <AccountId>3747</AccountId>
        <AccountType/>
      </UserInfo>
    </SharedWithUsers>
    <Archive xmlns="265cb39c-7109-435c-af5d-13dc21a2db6b">false</Archive>
  </documentManagement>
</p:properties>
</file>

<file path=customXml/itemProps1.xml><?xml version="1.0" encoding="utf-8"?>
<ds:datastoreItem xmlns:ds="http://schemas.openxmlformats.org/officeDocument/2006/customXml" ds:itemID="{1E0AC09D-7AB9-4C7E-89AA-55CFDED1BCB9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1B9F3023-3460-4C94-AC6C-4F171062BD4F}">
  <ds:schemaRefs>
    <ds:schemaRef ds:uri="265cb39c-7109-435c-af5d-13dc21a2db6b"/>
    <ds:schemaRef ds:uri="62b85a0e-09bb-4b0f-bd28-e34020cdc070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89FA9FA0-2CB2-436E-A336-3A77ADFE4CF1}">
  <ds:schemaRefs>
    <ds:schemaRef ds:uri="http://purl.org/dc/terms/"/>
    <ds:schemaRef ds:uri="http://schemas.microsoft.com/office/infopath/2007/PartnerControls"/>
    <ds:schemaRef ds:uri="http://purl.org/dc/dcmitype/"/>
    <ds:schemaRef ds:uri="http://schemas.openxmlformats.org/package/2006/metadata/core-properties"/>
    <ds:schemaRef ds:uri="http://schemas.microsoft.com/office/2006/metadata/properties"/>
    <ds:schemaRef ds:uri="http://schemas.microsoft.com/office/2006/documentManagement/types"/>
    <ds:schemaRef ds:uri="265cb39c-7109-435c-af5d-13dc21a2db6b"/>
    <ds:schemaRef ds:uri="http://purl.org/dc/elements/1.1/"/>
    <ds:schemaRef ds:uri="62b85a0e-09bb-4b0f-bd28-e34020cdc070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Vopak Theme</Template>
  <TotalTime>0</TotalTime>
  <Words>15</Words>
  <Application>Microsoft Office PowerPoint</Application>
  <PresentationFormat>Custom</PresentationFormat>
  <Paragraphs>4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Lato</vt:lpstr>
      <vt:lpstr>Vopak Theme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Paayal.KG@africaia.com</dc:creator>
  <cp:lastModifiedBy>Nigel Zhuwaki</cp:lastModifiedBy>
  <cp:revision>1</cp:revision>
  <dcterms:created xsi:type="dcterms:W3CDTF">2017-11-16T09:19:07Z</dcterms:created>
  <dcterms:modified xsi:type="dcterms:W3CDTF">2026-10-01T12:10:22Z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0x010100BB14DAA3CC024F49A081857B4C9CD92A</vt:lpwstr>
  </property>
  <property fmtid="{D5CDD505-2E9C-101B-9397-08002B2CF9AE}" pid="3" name="MediaServiceImageTags">
    <vt:lpwstr/>
  </property>
</Properties>
</file>