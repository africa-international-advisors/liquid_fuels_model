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8"/>
  </p:notesMasterIdLst>
  <p:sldIdLst>
    <p:sldId id="6058" r:id="rId5"/>
    <p:sldId id="2147483635" r:id="rId6"/>
    <p:sldId id="2147483634" r:id="rId7"/>
  </p:sldIdLst>
  <p:sldSz cx="115887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chemeClr val="tx1"/>
                </a:solidFill>
              </a:rPr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120" y="6556248"/>
            <a:ext cx="777240" cy="17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anchor="ctr" tIns="0" bIns="0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  <a:r>
              <a:t>Source: [insert source]</a:t>
            </a:r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B7871-610B-4D31-912E-81A47C5EE3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729" y="4688731"/>
            <a:ext cx="5000017" cy="1992689"/>
          </a:xfrm>
          <a:noFill/>
        </p:spPr>
        <p:txBody>
          <a:bodyPr/>
          <a:lstStyle/>
          <a:p>
            <a:r>
              <a:t>Presentation title</a:t>
            </a:r>
          </a:p>
          <a:p>
            <a:r>
              <a:t>Subtitle</a:t>
            </a:r>
          </a:p>
          <a:p>
            <a: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68937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886E70-44C9-6143-F422-739C7E4A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/>
          <a:p/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C944ED-539A-C69F-FC3D-F01215203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24497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F8D03-F491-5934-941A-18452D4813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284287"/>
          </a:xfr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15035802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15</Words>
  <Application>Microsoft Office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Lato</vt:lpstr>
      <vt:lpstr>Vopak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Vopak presentation template v2</dc:title>
  <dc:creator>Paayal.KG@africaia.com</dc:creator>
  <cp:lastModifiedBy>Nigel Zhuwaki</cp:lastModifiedBy>
  <cp:revision>1</cp:revision>
  <dcterms:created xsi:type="dcterms:W3CDTF">2017-11-16T09:19:07Z</dcterms:created>
  <dcterms:modified xsi:type="dcterms:W3CDTF">2026-10-01T12:10:22Z</dcterms:modified>
  <dc:subject>Black text, Vopak blue accents, Vopak-only logos, clean titles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