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Henry’s storyline | what holds, what changes and what remains unproven</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generation is falling; other drivers differ</a:t>
                      </a:r>
                    </a:p>
                    <a:p>
                      <a:pPr>
                        <a:spcAft>
                          <a:spcPts val="0"/>
                        </a:spcAft>
                        <a:defRPr sz="1050">
                          <a:solidFill>
                            <a:srgbClr val="000000"/>
                          </a:solidFill>
                          <a:latin typeface="Lato"/>
                        </a:defRPr>
                      </a:pPr>
                      <a:r>
                        <a:t>Freight, EV uptake and prices follow different paths. Fuel used per km or unit of output is needed to quantify litres.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is falling.</a:t>
                      </a:r>
                    </a:p>
                    <a:p>
                      <a:pPr>
                        <a:spcAft>
                          <a:spcPts val="0"/>
                        </a:spcAft>
                        <a:defRPr sz="1050">
                          <a:solidFill>
                            <a:srgbClr val="000000"/>
                          </a:solidFill>
                          <a:latin typeface="Lato"/>
                        </a:defRPr>
                      </a:pPr>
                      <a:r>
                        <a:t>Rail, EV and price effects remain unquantified; a uniform demand decline is unproven.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Vopak share is unproven.</a:t>
                      </a:r>
                    </a:p>
                    <a:p>
                      <a:pPr>
                        <a:spcAft>
                          <a:spcPts val="0"/>
                        </a:spcAft>
                        <a:defRPr sz="1050">
                          <a:solidFill>
                            <a:srgbClr val="000000"/>
                          </a:solidFill>
                          <a:latin typeface="Lato"/>
                        </a:defRPr>
                      </a:pPr>
                      <a:r>
                        <a:t>Tanks show footprint; unique deliveries and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291072"/>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Fuel-use rates need validation;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