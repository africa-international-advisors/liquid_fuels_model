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10.xml"/><Relationship Id="rId12" Type="http://schemas.openxmlformats.org/officeDocument/2006/relationships/slide" Target="slide5.xml"/><Relationship Id="rId13" Type="http://schemas.openxmlformats.org/officeDocument/2006/relationships/slide" Target="slide12.xml"/><Relationship Id="rId14"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02" name="Transnet lease overlay: Isosceles Triangle 290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03" name="Transnet lease overlay: Connector 290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04" name="Transnet lease overlay: TextBox 290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905" name="Transnet lease overlay: Isosceles Triangle 290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06" name="Transnet lease overlay: Connector 290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07" name="Transnet lease overlay: TextBox 290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908" name="Transnet lease overlay: Isosceles Triangle 290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09" name="Transnet lease overlay: Connector 290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10" name="Transnet lease overlay: TextBox 290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911" name="Transnet lease overlay: Isosceles Triangle 291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12" name="Transnet lease overlay: Connector 291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13" name="Transnet lease overlay: TextBox 291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914" name="Transnet lease overlay: Isosceles Triangle 291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15" name="Transnet lease overlay: Connector 291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16" name="Transnet lease overlay: TextBox 291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917" name="Transnet lease overlay: TextBox 2916"/>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918" name="Transnet lease overlay: Isosceles Triangle 2917"/>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27" name="TextBox 2926"/>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928" name="TextBox 2927"/>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2929" name="TextBox 2928"/>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2930" name="TextBox 2929"/>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2931" name="TextBox 2930"/>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2932" name="TextBox 2931"/>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2933" name="TextBox 2932"/>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35" name="TextBox 2934"/>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936" name="TextBox 2935"/>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2937" name="TextBox 2936"/>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81937A94-691D-4E50-A135-88E8C8E90C33}"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21" name="TextBox 520"/>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A108DAA3-0F9C-488F-8C1C-E5BB967474B0}"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6B397BD2-3BB5-497A-A73B-35053AA775CD}"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7B8F0B7D-839E-4D30-94AF-4B142471B2CB}"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E4237F1C-CFED-4F14-B262-0508F59C191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261A0B1F-8A35-4CEA-B2FC-CE2568377664}"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7BA126D8-A225-4805-9472-58888FCDD1A5}"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35224"/>
          <a:ext cx="6446520" cy="1316736"/>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370832"/>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4727448"/>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40" name="TextBox 39"/>
          <p:cNvSpPr txBox="1"/>
          <p:nvPr/>
        </p:nvSpPr>
        <p:spPr>
          <a:xfrm>
            <a:off x="457200" y="5084064"/>
            <a:ext cx="6446520" cy="49377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staged: 14.793  |  Government report: 10.800</a:t>
            </a:r>
          </a:p>
          <a:p>
            <a:pPr>
              <a:spcAft>
                <a:spcPts val="300"/>
              </a:spcAft>
              <a:defRPr sz="1150" b="0">
                <a:solidFill>
                  <a:srgbClr val="000000"/>
                </a:solidFill>
                <a:latin typeface="Lato"/>
              </a:defRPr>
            </a:pPr>
            <a:r>
              <a:t>Difference: -3.993 bn L. Preserve both; investigate scope and vintage.</a:t>
            </a:r>
          </a:p>
        </p:txBody>
      </p:sp>
      <p:sp>
        <p:nvSpPr>
          <p:cNvPr id="41" name="TextBox 40"/>
          <p:cNvSpPr txBox="1"/>
          <p:nvPr/>
        </p:nvSpPr>
        <p:spPr>
          <a:xfrm>
            <a:off x="457200" y="5650992"/>
            <a:ext cx="644652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2" name="TextBox 41"/>
          <p:cNvSpPr txBox="1"/>
          <p:nvPr/>
        </p:nvSpPr>
        <p:spPr>
          <a:xfrm>
            <a:off x="457200" y="5989320"/>
            <a:ext cx="6446520" cy="43891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 This is a balancing requirement,</a:t>
            </a:r>
          </a:p>
          <a:p>
            <a:pPr>
              <a:spcAft>
                <a:spcPts val="300"/>
              </a:spcAft>
              <a:defRPr sz="1150" b="0">
                <a:solidFill>
                  <a:srgbClr val="000000"/>
                </a:solidFill>
                <a:latin typeface="Lato"/>
              </a:defRPr>
            </a:pPr>
            <a:r>
              <a:t>not measured production. 2024 production, stocks and coverage residual are unresolved.</a:t>
            </a:r>
          </a:p>
        </p:txBody>
      </p:sp>
      <p:cxnSp>
        <p:nvCxnSpPr>
          <p:cNvPr id="50" name="Connector 4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4" name="TextBox 5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5" name="TextBox 5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6" name="TextBox 5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7" name="TextBox 5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8" name="TextBox 5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59" name="TextBox 5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0" name="Connector 5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2" name="TextBox 6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910C274B-F87F-4E2A-971D-14D39B52A090}"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CA933BD0-F05B-4B05-B1D3-FBCC9E88DB4E}"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E44452EC-57AE-4F69-AD91-DD33D2F0DD3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477894" y="4656875"/>
            <a:ext cx="1218667" cy="785770"/>
          </a:xfrm>
          <a:custGeom>
            <a:avLst/>
            <a:gdLst/>
            <a:ahLst/>
            <a:cxnLst/>
            <a:rect l="l" t="t" r="r" b="b"/>
            <a:pathLst>
              <a:path w="1218667" h="785770">
                <a:moveTo>
                  <a:pt x="1218667" y="214475"/>
                </a:moveTo>
                <a:lnTo>
                  <a:pt x="1218645" y="213514"/>
                </a:lnTo>
                <a:lnTo>
                  <a:pt x="1217887" y="212108"/>
                </a:lnTo>
                <a:lnTo>
                  <a:pt x="1215890" y="211334"/>
                </a:lnTo>
                <a:lnTo>
                  <a:pt x="1214953" y="210197"/>
                </a:lnTo>
                <a:lnTo>
                  <a:pt x="1213989" y="208237"/>
                </a:lnTo>
                <a:lnTo>
                  <a:pt x="1214016" y="207432"/>
                </a:lnTo>
                <a:lnTo>
                  <a:pt x="1214786" y="206197"/>
                </a:lnTo>
                <a:lnTo>
                  <a:pt x="1215338" y="203635"/>
                </a:lnTo>
                <a:lnTo>
                  <a:pt x="1214225" y="203522"/>
                </a:lnTo>
                <a:lnTo>
                  <a:pt x="1213010" y="202959"/>
                </a:lnTo>
                <a:lnTo>
                  <a:pt x="1212037" y="201609"/>
                </a:lnTo>
                <a:lnTo>
                  <a:pt x="1210948" y="202878"/>
                </a:lnTo>
                <a:lnTo>
                  <a:pt x="1210569" y="202912"/>
                </a:lnTo>
                <a:lnTo>
                  <a:pt x="1210527" y="201239"/>
                </a:lnTo>
                <a:lnTo>
                  <a:pt x="1209836" y="200231"/>
                </a:lnTo>
                <a:lnTo>
                  <a:pt x="1209971" y="199926"/>
                </a:lnTo>
                <a:lnTo>
                  <a:pt x="1211368" y="199620"/>
                </a:lnTo>
                <a:lnTo>
                  <a:pt x="1211774" y="199098"/>
                </a:lnTo>
                <a:lnTo>
                  <a:pt x="1211550" y="198285"/>
                </a:lnTo>
                <a:lnTo>
                  <a:pt x="1210864" y="197929"/>
                </a:lnTo>
                <a:lnTo>
                  <a:pt x="1211017" y="196150"/>
                </a:lnTo>
                <a:lnTo>
                  <a:pt x="1212799" y="195863"/>
                </a:lnTo>
                <a:lnTo>
                  <a:pt x="1213614" y="194099"/>
                </a:lnTo>
                <a:lnTo>
                  <a:pt x="1213428" y="193511"/>
                </a:lnTo>
                <a:lnTo>
                  <a:pt x="1212230" y="193146"/>
                </a:lnTo>
                <a:lnTo>
                  <a:pt x="1211204" y="192162"/>
                </a:lnTo>
                <a:lnTo>
                  <a:pt x="1210140" y="191612"/>
                </a:lnTo>
                <a:lnTo>
                  <a:pt x="1210258" y="190172"/>
                </a:lnTo>
                <a:lnTo>
                  <a:pt x="1211003" y="189868"/>
                </a:lnTo>
                <a:lnTo>
                  <a:pt x="1211348" y="189232"/>
                </a:lnTo>
                <a:lnTo>
                  <a:pt x="1210928" y="187233"/>
                </a:lnTo>
                <a:lnTo>
                  <a:pt x="1211519" y="186670"/>
                </a:lnTo>
                <a:lnTo>
                  <a:pt x="1212078" y="186677"/>
                </a:lnTo>
                <a:lnTo>
                  <a:pt x="1212410" y="186016"/>
                </a:lnTo>
                <a:lnTo>
                  <a:pt x="1212420" y="185478"/>
                </a:lnTo>
                <a:lnTo>
                  <a:pt x="1211884" y="184670"/>
                </a:lnTo>
                <a:lnTo>
                  <a:pt x="1212516" y="183821"/>
                </a:lnTo>
                <a:lnTo>
                  <a:pt x="1211436" y="182948"/>
                </a:lnTo>
                <a:lnTo>
                  <a:pt x="1210962" y="181660"/>
                </a:lnTo>
                <a:lnTo>
                  <a:pt x="1210345" y="181186"/>
                </a:lnTo>
                <a:lnTo>
                  <a:pt x="1208322" y="181270"/>
                </a:lnTo>
                <a:lnTo>
                  <a:pt x="1209492" y="180505"/>
                </a:lnTo>
                <a:lnTo>
                  <a:pt x="1207362" y="179385"/>
                </a:lnTo>
                <a:lnTo>
                  <a:pt x="1208687" y="177645"/>
                </a:lnTo>
                <a:lnTo>
                  <a:pt x="1208450" y="177058"/>
                </a:lnTo>
                <a:lnTo>
                  <a:pt x="1207723" y="176959"/>
                </a:lnTo>
                <a:lnTo>
                  <a:pt x="1206803" y="176304"/>
                </a:lnTo>
                <a:lnTo>
                  <a:pt x="1205030" y="176265"/>
                </a:lnTo>
                <a:lnTo>
                  <a:pt x="1203884" y="175875"/>
                </a:lnTo>
                <a:lnTo>
                  <a:pt x="1202159" y="176162"/>
                </a:lnTo>
                <a:lnTo>
                  <a:pt x="1201317" y="175599"/>
                </a:lnTo>
                <a:lnTo>
                  <a:pt x="1201160" y="174862"/>
                </a:lnTo>
                <a:lnTo>
                  <a:pt x="1200516" y="174119"/>
                </a:lnTo>
                <a:lnTo>
                  <a:pt x="1200571" y="173482"/>
                </a:lnTo>
                <a:lnTo>
                  <a:pt x="1201147" y="173400"/>
                </a:lnTo>
                <a:lnTo>
                  <a:pt x="1203452" y="174219"/>
                </a:lnTo>
                <a:lnTo>
                  <a:pt x="1204239" y="174944"/>
                </a:lnTo>
                <a:lnTo>
                  <a:pt x="1204236" y="173153"/>
                </a:lnTo>
                <a:lnTo>
                  <a:pt x="1204685" y="172459"/>
                </a:lnTo>
                <a:lnTo>
                  <a:pt x="1204655" y="171955"/>
                </a:lnTo>
                <a:lnTo>
                  <a:pt x="1203427" y="172236"/>
                </a:lnTo>
                <a:lnTo>
                  <a:pt x="1202677" y="172124"/>
                </a:lnTo>
                <a:lnTo>
                  <a:pt x="1202491" y="172537"/>
                </a:lnTo>
                <a:lnTo>
                  <a:pt x="1201077" y="172450"/>
                </a:lnTo>
                <a:lnTo>
                  <a:pt x="1201342" y="170671"/>
                </a:lnTo>
                <a:lnTo>
                  <a:pt x="1200718" y="169714"/>
                </a:lnTo>
                <a:lnTo>
                  <a:pt x="1200176" y="169718"/>
                </a:lnTo>
                <a:lnTo>
                  <a:pt x="1199449" y="168979"/>
                </a:lnTo>
                <a:lnTo>
                  <a:pt x="1198735" y="169033"/>
                </a:lnTo>
                <a:lnTo>
                  <a:pt x="1197981" y="168676"/>
                </a:lnTo>
                <a:lnTo>
                  <a:pt x="1196786" y="168829"/>
                </a:lnTo>
                <a:lnTo>
                  <a:pt x="1195674" y="168125"/>
                </a:lnTo>
                <a:lnTo>
                  <a:pt x="1195228" y="168492"/>
                </a:lnTo>
                <a:lnTo>
                  <a:pt x="1193410" y="168819"/>
                </a:lnTo>
                <a:lnTo>
                  <a:pt x="1193265" y="170307"/>
                </a:lnTo>
                <a:lnTo>
                  <a:pt x="1192775" y="170317"/>
                </a:lnTo>
                <a:lnTo>
                  <a:pt x="1192371" y="169576"/>
                </a:lnTo>
                <a:lnTo>
                  <a:pt x="1192918" y="168541"/>
                </a:lnTo>
                <a:lnTo>
                  <a:pt x="1192906" y="166969"/>
                </a:lnTo>
                <a:lnTo>
                  <a:pt x="1191980" y="166992"/>
                </a:lnTo>
                <a:lnTo>
                  <a:pt x="1190889" y="167639"/>
                </a:lnTo>
                <a:lnTo>
                  <a:pt x="1190438" y="167422"/>
                </a:lnTo>
                <a:lnTo>
                  <a:pt x="1191350" y="165534"/>
                </a:lnTo>
                <a:lnTo>
                  <a:pt x="1191280" y="164815"/>
                </a:lnTo>
                <a:lnTo>
                  <a:pt x="1190726" y="164289"/>
                </a:lnTo>
                <a:lnTo>
                  <a:pt x="1190068" y="164318"/>
                </a:lnTo>
                <a:lnTo>
                  <a:pt x="1189678" y="164658"/>
                </a:lnTo>
                <a:lnTo>
                  <a:pt x="1189392" y="166477"/>
                </a:lnTo>
                <a:lnTo>
                  <a:pt x="1188316" y="166128"/>
                </a:lnTo>
                <a:lnTo>
                  <a:pt x="1187672" y="166473"/>
                </a:lnTo>
                <a:lnTo>
                  <a:pt x="1186633" y="165848"/>
                </a:lnTo>
                <a:lnTo>
                  <a:pt x="1186045" y="166293"/>
                </a:lnTo>
                <a:lnTo>
                  <a:pt x="1185200" y="166374"/>
                </a:lnTo>
                <a:lnTo>
                  <a:pt x="1184526" y="165628"/>
                </a:lnTo>
                <a:lnTo>
                  <a:pt x="1183608" y="165202"/>
                </a:lnTo>
                <a:lnTo>
                  <a:pt x="1182808" y="164214"/>
                </a:lnTo>
                <a:lnTo>
                  <a:pt x="1182615" y="163361"/>
                </a:lnTo>
                <a:lnTo>
                  <a:pt x="1182808" y="163089"/>
                </a:lnTo>
                <a:lnTo>
                  <a:pt x="1183533" y="163759"/>
                </a:lnTo>
                <a:lnTo>
                  <a:pt x="1184182" y="163838"/>
                </a:lnTo>
                <a:lnTo>
                  <a:pt x="1184674" y="162710"/>
                </a:lnTo>
                <a:lnTo>
                  <a:pt x="1184048" y="162308"/>
                </a:lnTo>
                <a:lnTo>
                  <a:pt x="1184238" y="161120"/>
                </a:lnTo>
                <a:lnTo>
                  <a:pt x="1185384" y="160375"/>
                </a:lnTo>
                <a:lnTo>
                  <a:pt x="1185165" y="159532"/>
                </a:lnTo>
                <a:lnTo>
                  <a:pt x="1184500" y="159777"/>
                </a:lnTo>
                <a:lnTo>
                  <a:pt x="1184482" y="160289"/>
                </a:lnTo>
                <a:lnTo>
                  <a:pt x="1184012" y="160616"/>
                </a:lnTo>
                <a:lnTo>
                  <a:pt x="1182503" y="160502"/>
                </a:lnTo>
                <a:lnTo>
                  <a:pt x="1180590" y="160776"/>
                </a:lnTo>
                <a:lnTo>
                  <a:pt x="1179367" y="160610"/>
                </a:lnTo>
                <a:lnTo>
                  <a:pt x="1178518" y="160145"/>
                </a:lnTo>
                <a:lnTo>
                  <a:pt x="1178730" y="158945"/>
                </a:lnTo>
                <a:lnTo>
                  <a:pt x="1180036" y="157349"/>
                </a:lnTo>
                <a:lnTo>
                  <a:pt x="1182459" y="157012"/>
                </a:lnTo>
                <a:lnTo>
                  <a:pt x="1182451" y="156473"/>
                </a:lnTo>
                <a:lnTo>
                  <a:pt x="1181722" y="155317"/>
                </a:lnTo>
                <a:lnTo>
                  <a:pt x="1181961" y="154062"/>
                </a:lnTo>
                <a:lnTo>
                  <a:pt x="1181665" y="153359"/>
                </a:lnTo>
                <a:lnTo>
                  <a:pt x="1179212" y="152776"/>
                </a:lnTo>
                <a:lnTo>
                  <a:pt x="1177267" y="152735"/>
                </a:lnTo>
                <a:lnTo>
                  <a:pt x="1177115" y="153134"/>
                </a:lnTo>
                <a:lnTo>
                  <a:pt x="1177902" y="153971"/>
                </a:lnTo>
                <a:lnTo>
                  <a:pt x="1178323" y="155079"/>
                </a:lnTo>
                <a:lnTo>
                  <a:pt x="1178185" y="157230"/>
                </a:lnTo>
                <a:lnTo>
                  <a:pt x="1177868" y="157597"/>
                </a:lnTo>
                <a:lnTo>
                  <a:pt x="1177489" y="157512"/>
                </a:lnTo>
                <a:lnTo>
                  <a:pt x="1176983" y="156722"/>
                </a:lnTo>
                <a:lnTo>
                  <a:pt x="1174622" y="158250"/>
                </a:lnTo>
                <a:lnTo>
                  <a:pt x="1174395" y="157051"/>
                </a:lnTo>
                <a:lnTo>
                  <a:pt x="1175031" y="155663"/>
                </a:lnTo>
                <a:lnTo>
                  <a:pt x="1175085" y="154927"/>
                </a:lnTo>
                <a:lnTo>
                  <a:pt x="1176159" y="153787"/>
                </a:lnTo>
                <a:lnTo>
                  <a:pt x="1175988" y="153124"/>
                </a:lnTo>
                <a:lnTo>
                  <a:pt x="1175419" y="152923"/>
                </a:lnTo>
                <a:lnTo>
                  <a:pt x="1174198" y="153864"/>
                </a:lnTo>
                <a:lnTo>
                  <a:pt x="1173037" y="153595"/>
                </a:lnTo>
                <a:lnTo>
                  <a:pt x="1171251" y="155504"/>
                </a:lnTo>
                <a:lnTo>
                  <a:pt x="1171261" y="153187"/>
                </a:lnTo>
                <a:lnTo>
                  <a:pt x="1171672" y="152805"/>
                </a:lnTo>
                <a:lnTo>
                  <a:pt x="1172954" y="152592"/>
                </a:lnTo>
                <a:lnTo>
                  <a:pt x="1173053" y="152028"/>
                </a:lnTo>
                <a:lnTo>
                  <a:pt x="1172467" y="150636"/>
                </a:lnTo>
                <a:lnTo>
                  <a:pt x="1171435" y="150637"/>
                </a:lnTo>
                <a:lnTo>
                  <a:pt x="1170706" y="151172"/>
                </a:lnTo>
                <a:lnTo>
                  <a:pt x="1169851" y="150371"/>
                </a:lnTo>
                <a:lnTo>
                  <a:pt x="1169316" y="150449"/>
                </a:lnTo>
                <a:lnTo>
                  <a:pt x="1169001" y="149687"/>
                </a:lnTo>
                <a:lnTo>
                  <a:pt x="1167749" y="150137"/>
                </a:lnTo>
                <a:lnTo>
                  <a:pt x="1167043" y="149926"/>
                </a:lnTo>
                <a:lnTo>
                  <a:pt x="1165759" y="150850"/>
                </a:lnTo>
                <a:lnTo>
                  <a:pt x="1165107" y="150185"/>
                </a:lnTo>
                <a:lnTo>
                  <a:pt x="1165788" y="149081"/>
                </a:lnTo>
                <a:lnTo>
                  <a:pt x="1165866" y="148386"/>
                </a:lnTo>
                <a:lnTo>
                  <a:pt x="1165307" y="146017"/>
                </a:lnTo>
                <a:lnTo>
                  <a:pt x="1164829" y="146049"/>
                </a:lnTo>
                <a:lnTo>
                  <a:pt x="1164323" y="147383"/>
                </a:lnTo>
                <a:lnTo>
                  <a:pt x="1162894" y="147061"/>
                </a:lnTo>
                <a:lnTo>
                  <a:pt x="1162318" y="147291"/>
                </a:lnTo>
                <a:lnTo>
                  <a:pt x="1162300" y="146693"/>
                </a:lnTo>
                <a:lnTo>
                  <a:pt x="1162990" y="146210"/>
                </a:lnTo>
                <a:lnTo>
                  <a:pt x="1162582" y="145581"/>
                </a:lnTo>
                <a:lnTo>
                  <a:pt x="1161527" y="145466"/>
                </a:lnTo>
                <a:lnTo>
                  <a:pt x="1161532" y="144281"/>
                </a:lnTo>
                <a:lnTo>
                  <a:pt x="1162120" y="143316"/>
                </a:lnTo>
                <a:lnTo>
                  <a:pt x="1161751" y="142810"/>
                </a:lnTo>
                <a:lnTo>
                  <a:pt x="1160672" y="143329"/>
                </a:lnTo>
                <a:lnTo>
                  <a:pt x="1159857" y="144809"/>
                </a:lnTo>
                <a:lnTo>
                  <a:pt x="1158846" y="144402"/>
                </a:lnTo>
                <a:lnTo>
                  <a:pt x="1158328" y="143138"/>
                </a:lnTo>
                <a:lnTo>
                  <a:pt x="1158336" y="141607"/>
                </a:lnTo>
                <a:lnTo>
                  <a:pt x="1158764" y="141496"/>
                </a:lnTo>
                <a:lnTo>
                  <a:pt x="1160152" y="140078"/>
                </a:lnTo>
                <a:lnTo>
                  <a:pt x="1160332" y="139117"/>
                </a:lnTo>
                <a:lnTo>
                  <a:pt x="1159953" y="138690"/>
                </a:lnTo>
                <a:lnTo>
                  <a:pt x="1159311" y="138480"/>
                </a:lnTo>
                <a:lnTo>
                  <a:pt x="1158611" y="138797"/>
                </a:lnTo>
                <a:lnTo>
                  <a:pt x="1158732" y="139413"/>
                </a:lnTo>
                <a:lnTo>
                  <a:pt x="1157789" y="140388"/>
                </a:lnTo>
                <a:lnTo>
                  <a:pt x="1157169" y="139504"/>
                </a:lnTo>
                <a:lnTo>
                  <a:pt x="1155472" y="138347"/>
                </a:lnTo>
                <a:lnTo>
                  <a:pt x="1155479" y="137864"/>
                </a:lnTo>
                <a:lnTo>
                  <a:pt x="1154668" y="137667"/>
                </a:lnTo>
                <a:lnTo>
                  <a:pt x="1154174" y="138028"/>
                </a:lnTo>
                <a:lnTo>
                  <a:pt x="1154349" y="138765"/>
                </a:lnTo>
                <a:lnTo>
                  <a:pt x="1155435" y="140500"/>
                </a:lnTo>
                <a:lnTo>
                  <a:pt x="1153195" y="139499"/>
                </a:lnTo>
                <a:lnTo>
                  <a:pt x="1153075" y="140783"/>
                </a:lnTo>
                <a:lnTo>
                  <a:pt x="1152511" y="140888"/>
                </a:lnTo>
                <a:lnTo>
                  <a:pt x="1152990" y="141559"/>
                </a:lnTo>
                <a:lnTo>
                  <a:pt x="1152829" y="141997"/>
                </a:lnTo>
                <a:lnTo>
                  <a:pt x="1150917" y="142037"/>
                </a:lnTo>
                <a:lnTo>
                  <a:pt x="1150518" y="141743"/>
                </a:lnTo>
                <a:lnTo>
                  <a:pt x="1150372" y="140373"/>
                </a:lnTo>
                <a:lnTo>
                  <a:pt x="1149945" y="139654"/>
                </a:lnTo>
                <a:lnTo>
                  <a:pt x="1149378" y="140702"/>
                </a:lnTo>
                <a:lnTo>
                  <a:pt x="1149556" y="141436"/>
                </a:lnTo>
                <a:lnTo>
                  <a:pt x="1149366" y="142012"/>
                </a:lnTo>
                <a:lnTo>
                  <a:pt x="1148474" y="142602"/>
                </a:lnTo>
                <a:lnTo>
                  <a:pt x="1147836" y="142684"/>
                </a:lnTo>
                <a:lnTo>
                  <a:pt x="1147570" y="142326"/>
                </a:lnTo>
                <a:lnTo>
                  <a:pt x="1147933" y="142053"/>
                </a:lnTo>
                <a:lnTo>
                  <a:pt x="1147880" y="141795"/>
                </a:lnTo>
                <a:lnTo>
                  <a:pt x="1147607" y="141584"/>
                </a:lnTo>
                <a:lnTo>
                  <a:pt x="1146837" y="141922"/>
                </a:lnTo>
                <a:lnTo>
                  <a:pt x="1146096" y="141171"/>
                </a:lnTo>
                <a:lnTo>
                  <a:pt x="1147047" y="139917"/>
                </a:lnTo>
                <a:lnTo>
                  <a:pt x="1146828" y="139594"/>
                </a:lnTo>
                <a:lnTo>
                  <a:pt x="1144643" y="139670"/>
                </a:lnTo>
                <a:lnTo>
                  <a:pt x="1143843" y="138853"/>
                </a:lnTo>
                <a:lnTo>
                  <a:pt x="1142631" y="138896"/>
                </a:lnTo>
                <a:lnTo>
                  <a:pt x="1142133" y="138524"/>
                </a:lnTo>
                <a:lnTo>
                  <a:pt x="1141450" y="138946"/>
                </a:lnTo>
                <a:lnTo>
                  <a:pt x="1140827" y="137274"/>
                </a:lnTo>
                <a:lnTo>
                  <a:pt x="1140466" y="137074"/>
                </a:lnTo>
                <a:lnTo>
                  <a:pt x="1140445" y="135484"/>
                </a:lnTo>
                <a:lnTo>
                  <a:pt x="1140144" y="135234"/>
                </a:lnTo>
                <a:lnTo>
                  <a:pt x="1139403" y="135594"/>
                </a:lnTo>
                <a:lnTo>
                  <a:pt x="1138786" y="135016"/>
                </a:lnTo>
                <a:lnTo>
                  <a:pt x="1138743" y="134661"/>
                </a:lnTo>
                <a:lnTo>
                  <a:pt x="1139325" y="134382"/>
                </a:lnTo>
                <a:lnTo>
                  <a:pt x="1139388" y="133921"/>
                </a:lnTo>
                <a:lnTo>
                  <a:pt x="1137718" y="132729"/>
                </a:lnTo>
                <a:lnTo>
                  <a:pt x="1137785" y="132312"/>
                </a:lnTo>
                <a:lnTo>
                  <a:pt x="1137336" y="131860"/>
                </a:lnTo>
                <a:lnTo>
                  <a:pt x="1136941" y="132000"/>
                </a:lnTo>
                <a:lnTo>
                  <a:pt x="1137021" y="132262"/>
                </a:lnTo>
                <a:lnTo>
                  <a:pt x="1136183" y="133151"/>
                </a:lnTo>
                <a:lnTo>
                  <a:pt x="1134511" y="133904"/>
                </a:lnTo>
                <a:lnTo>
                  <a:pt x="1133530" y="134857"/>
                </a:lnTo>
                <a:lnTo>
                  <a:pt x="1133175" y="134759"/>
                </a:lnTo>
                <a:lnTo>
                  <a:pt x="1133087" y="134438"/>
                </a:lnTo>
                <a:lnTo>
                  <a:pt x="1131170" y="134369"/>
                </a:lnTo>
                <a:lnTo>
                  <a:pt x="1131065" y="134748"/>
                </a:lnTo>
                <a:lnTo>
                  <a:pt x="1130812" y="134371"/>
                </a:lnTo>
                <a:lnTo>
                  <a:pt x="1128353" y="135121"/>
                </a:lnTo>
                <a:lnTo>
                  <a:pt x="1127826" y="135174"/>
                </a:lnTo>
                <a:lnTo>
                  <a:pt x="1127396" y="134736"/>
                </a:lnTo>
                <a:lnTo>
                  <a:pt x="1127205" y="134960"/>
                </a:lnTo>
                <a:lnTo>
                  <a:pt x="1126737" y="134765"/>
                </a:lnTo>
                <a:lnTo>
                  <a:pt x="1124940" y="135166"/>
                </a:lnTo>
                <a:lnTo>
                  <a:pt x="1124359" y="134439"/>
                </a:lnTo>
                <a:lnTo>
                  <a:pt x="1124269" y="130920"/>
                </a:lnTo>
                <a:lnTo>
                  <a:pt x="1123267" y="129260"/>
                </a:lnTo>
                <a:lnTo>
                  <a:pt x="1122107" y="128262"/>
                </a:lnTo>
                <a:lnTo>
                  <a:pt x="1120589" y="128886"/>
                </a:lnTo>
                <a:lnTo>
                  <a:pt x="1120763" y="128415"/>
                </a:lnTo>
                <a:lnTo>
                  <a:pt x="1120604" y="128541"/>
                </a:lnTo>
                <a:lnTo>
                  <a:pt x="1113006" y="125394"/>
                </a:lnTo>
                <a:lnTo>
                  <a:pt x="1111251" y="120936"/>
                </a:lnTo>
                <a:lnTo>
                  <a:pt x="1103992" y="121745"/>
                </a:lnTo>
                <a:lnTo>
                  <a:pt x="1099644" y="124392"/>
                </a:lnTo>
                <a:lnTo>
                  <a:pt x="1092785" y="124165"/>
                </a:lnTo>
                <a:lnTo>
                  <a:pt x="1090087" y="126085"/>
                </a:lnTo>
                <a:lnTo>
                  <a:pt x="1088002" y="125773"/>
                </a:lnTo>
                <a:lnTo>
                  <a:pt x="1083331" y="129915"/>
                </a:lnTo>
                <a:lnTo>
                  <a:pt x="1079762" y="124559"/>
                </a:lnTo>
                <a:lnTo>
                  <a:pt x="1079320" y="124637"/>
                </a:lnTo>
                <a:lnTo>
                  <a:pt x="1076683" y="123446"/>
                </a:lnTo>
                <a:lnTo>
                  <a:pt x="1072388" y="122866"/>
                </a:lnTo>
                <a:lnTo>
                  <a:pt x="1069895" y="119683"/>
                </a:lnTo>
                <a:lnTo>
                  <a:pt x="1064484" y="119179"/>
                </a:lnTo>
                <a:lnTo>
                  <a:pt x="1063120" y="119315"/>
                </a:lnTo>
                <a:lnTo>
                  <a:pt x="1062782" y="118872"/>
                </a:lnTo>
                <a:lnTo>
                  <a:pt x="1061627" y="119389"/>
                </a:lnTo>
                <a:lnTo>
                  <a:pt x="1060556" y="119098"/>
                </a:lnTo>
                <a:lnTo>
                  <a:pt x="1058977" y="119863"/>
                </a:lnTo>
                <a:lnTo>
                  <a:pt x="1058990" y="120583"/>
                </a:lnTo>
                <a:lnTo>
                  <a:pt x="1059483" y="121308"/>
                </a:lnTo>
                <a:lnTo>
                  <a:pt x="1059334" y="121756"/>
                </a:lnTo>
                <a:lnTo>
                  <a:pt x="1058346" y="121798"/>
                </a:lnTo>
                <a:lnTo>
                  <a:pt x="1056817" y="122980"/>
                </a:lnTo>
                <a:lnTo>
                  <a:pt x="1056489" y="122634"/>
                </a:lnTo>
                <a:lnTo>
                  <a:pt x="1056073" y="120540"/>
                </a:lnTo>
                <a:lnTo>
                  <a:pt x="1056619" y="119582"/>
                </a:lnTo>
                <a:lnTo>
                  <a:pt x="1057388" y="119177"/>
                </a:lnTo>
                <a:lnTo>
                  <a:pt x="1057395" y="118651"/>
                </a:lnTo>
                <a:lnTo>
                  <a:pt x="1056636" y="118692"/>
                </a:lnTo>
                <a:lnTo>
                  <a:pt x="1055323" y="119657"/>
                </a:lnTo>
                <a:lnTo>
                  <a:pt x="1054562" y="118362"/>
                </a:lnTo>
                <a:lnTo>
                  <a:pt x="1054613" y="117492"/>
                </a:lnTo>
                <a:lnTo>
                  <a:pt x="1049270" y="115752"/>
                </a:lnTo>
                <a:lnTo>
                  <a:pt x="1051131" y="113941"/>
                </a:lnTo>
                <a:lnTo>
                  <a:pt x="1047542" y="112234"/>
                </a:lnTo>
                <a:lnTo>
                  <a:pt x="1046193" y="110754"/>
                </a:lnTo>
                <a:lnTo>
                  <a:pt x="1052320" y="107336"/>
                </a:lnTo>
                <a:lnTo>
                  <a:pt x="1054065" y="107354"/>
                </a:lnTo>
                <a:lnTo>
                  <a:pt x="1054230" y="107004"/>
                </a:lnTo>
                <a:lnTo>
                  <a:pt x="1056080" y="105849"/>
                </a:lnTo>
                <a:lnTo>
                  <a:pt x="1054760" y="103177"/>
                </a:lnTo>
                <a:lnTo>
                  <a:pt x="1054410" y="103466"/>
                </a:lnTo>
                <a:lnTo>
                  <a:pt x="1054930" y="103820"/>
                </a:lnTo>
                <a:lnTo>
                  <a:pt x="1054743" y="104228"/>
                </a:lnTo>
                <a:lnTo>
                  <a:pt x="1054067" y="103862"/>
                </a:lnTo>
                <a:lnTo>
                  <a:pt x="1053828" y="104415"/>
                </a:lnTo>
                <a:lnTo>
                  <a:pt x="1053489" y="104465"/>
                </a:lnTo>
                <a:lnTo>
                  <a:pt x="1053482" y="104956"/>
                </a:lnTo>
                <a:lnTo>
                  <a:pt x="1054076" y="104864"/>
                </a:lnTo>
                <a:lnTo>
                  <a:pt x="1053412" y="106134"/>
                </a:lnTo>
                <a:lnTo>
                  <a:pt x="1053052" y="106424"/>
                </a:lnTo>
                <a:lnTo>
                  <a:pt x="1052584" y="106248"/>
                </a:lnTo>
                <a:lnTo>
                  <a:pt x="1052467" y="105094"/>
                </a:lnTo>
                <a:lnTo>
                  <a:pt x="1052706" y="104809"/>
                </a:lnTo>
                <a:lnTo>
                  <a:pt x="1051841" y="103654"/>
                </a:lnTo>
                <a:lnTo>
                  <a:pt x="1051569" y="102022"/>
                </a:lnTo>
                <a:lnTo>
                  <a:pt x="1051757" y="101824"/>
                </a:lnTo>
                <a:lnTo>
                  <a:pt x="1051476" y="101694"/>
                </a:lnTo>
                <a:lnTo>
                  <a:pt x="1050684" y="102203"/>
                </a:lnTo>
                <a:lnTo>
                  <a:pt x="1052562" y="97808"/>
                </a:lnTo>
                <a:lnTo>
                  <a:pt x="1056959" y="99012"/>
                </a:lnTo>
                <a:lnTo>
                  <a:pt x="1058965" y="93089"/>
                </a:lnTo>
                <a:lnTo>
                  <a:pt x="1060885" y="88988"/>
                </a:lnTo>
                <a:lnTo>
                  <a:pt x="1060861" y="83653"/>
                </a:lnTo>
                <a:lnTo>
                  <a:pt x="1064553" y="81290"/>
                </a:lnTo>
                <a:lnTo>
                  <a:pt x="1065970" y="82326"/>
                </a:lnTo>
                <a:lnTo>
                  <a:pt x="1066158" y="79288"/>
                </a:lnTo>
                <a:lnTo>
                  <a:pt x="1067948" y="78333"/>
                </a:lnTo>
                <a:lnTo>
                  <a:pt x="1075328" y="76891"/>
                </a:lnTo>
                <a:lnTo>
                  <a:pt x="1074614" y="73142"/>
                </a:lnTo>
                <a:lnTo>
                  <a:pt x="1079190" y="74028"/>
                </a:lnTo>
                <a:lnTo>
                  <a:pt x="1078395" y="68907"/>
                </a:lnTo>
                <a:lnTo>
                  <a:pt x="1077317" y="67416"/>
                </a:lnTo>
                <a:lnTo>
                  <a:pt x="1078543" y="65308"/>
                </a:lnTo>
                <a:lnTo>
                  <a:pt x="1079189" y="62626"/>
                </a:lnTo>
                <a:lnTo>
                  <a:pt x="1072999" y="54397"/>
                </a:lnTo>
                <a:lnTo>
                  <a:pt x="1068907" y="52026"/>
                </a:lnTo>
                <a:lnTo>
                  <a:pt x="1068000" y="52402"/>
                </a:lnTo>
                <a:lnTo>
                  <a:pt x="1071536" y="59379"/>
                </a:lnTo>
                <a:lnTo>
                  <a:pt x="1067995" y="59511"/>
                </a:lnTo>
                <a:lnTo>
                  <a:pt x="1067108" y="57782"/>
                </a:lnTo>
                <a:lnTo>
                  <a:pt x="1060670" y="55848"/>
                </a:lnTo>
                <a:lnTo>
                  <a:pt x="1058147" y="54730"/>
                </a:lnTo>
                <a:lnTo>
                  <a:pt x="1058663" y="54632"/>
                </a:lnTo>
                <a:lnTo>
                  <a:pt x="1058434" y="54238"/>
                </a:lnTo>
                <a:lnTo>
                  <a:pt x="1057312" y="54350"/>
                </a:lnTo>
                <a:lnTo>
                  <a:pt x="1055429" y="53488"/>
                </a:lnTo>
                <a:lnTo>
                  <a:pt x="1055779" y="53402"/>
                </a:lnTo>
                <a:lnTo>
                  <a:pt x="1055610" y="53122"/>
                </a:lnTo>
                <a:lnTo>
                  <a:pt x="1055798" y="52901"/>
                </a:lnTo>
                <a:lnTo>
                  <a:pt x="1056339" y="53215"/>
                </a:lnTo>
                <a:lnTo>
                  <a:pt x="1056675" y="52833"/>
                </a:lnTo>
                <a:lnTo>
                  <a:pt x="1056465" y="52534"/>
                </a:lnTo>
                <a:lnTo>
                  <a:pt x="1056027" y="52887"/>
                </a:lnTo>
                <a:lnTo>
                  <a:pt x="1056337" y="52215"/>
                </a:lnTo>
                <a:lnTo>
                  <a:pt x="1055535" y="51769"/>
                </a:lnTo>
                <a:lnTo>
                  <a:pt x="1055847" y="51458"/>
                </a:lnTo>
                <a:lnTo>
                  <a:pt x="1056570" y="51395"/>
                </a:lnTo>
                <a:lnTo>
                  <a:pt x="1056684" y="50884"/>
                </a:lnTo>
                <a:lnTo>
                  <a:pt x="1055750" y="50778"/>
                </a:lnTo>
                <a:lnTo>
                  <a:pt x="1055518" y="50509"/>
                </a:lnTo>
                <a:lnTo>
                  <a:pt x="1055641" y="51072"/>
                </a:lnTo>
                <a:lnTo>
                  <a:pt x="1054867" y="51011"/>
                </a:lnTo>
                <a:lnTo>
                  <a:pt x="1055231" y="50337"/>
                </a:lnTo>
                <a:lnTo>
                  <a:pt x="1054934" y="49490"/>
                </a:lnTo>
                <a:lnTo>
                  <a:pt x="1053131" y="50365"/>
                </a:lnTo>
                <a:lnTo>
                  <a:pt x="1052498" y="50473"/>
                </a:lnTo>
                <a:lnTo>
                  <a:pt x="1052288" y="50246"/>
                </a:lnTo>
                <a:lnTo>
                  <a:pt x="1052249" y="49291"/>
                </a:lnTo>
                <a:lnTo>
                  <a:pt x="1051700" y="48384"/>
                </a:lnTo>
                <a:lnTo>
                  <a:pt x="1051886" y="48025"/>
                </a:lnTo>
                <a:lnTo>
                  <a:pt x="1051224" y="47631"/>
                </a:lnTo>
                <a:lnTo>
                  <a:pt x="1051345" y="46087"/>
                </a:lnTo>
                <a:lnTo>
                  <a:pt x="1050831" y="45880"/>
                </a:lnTo>
                <a:lnTo>
                  <a:pt x="1051478" y="44953"/>
                </a:lnTo>
                <a:lnTo>
                  <a:pt x="1051628" y="43616"/>
                </a:lnTo>
                <a:lnTo>
                  <a:pt x="1051316" y="43139"/>
                </a:lnTo>
                <a:lnTo>
                  <a:pt x="1050377" y="42670"/>
                </a:lnTo>
                <a:lnTo>
                  <a:pt x="1050694" y="41905"/>
                </a:lnTo>
                <a:lnTo>
                  <a:pt x="1051978" y="41714"/>
                </a:lnTo>
                <a:lnTo>
                  <a:pt x="1052065" y="41403"/>
                </a:lnTo>
                <a:lnTo>
                  <a:pt x="1051246" y="40663"/>
                </a:lnTo>
                <a:lnTo>
                  <a:pt x="1050325" y="40367"/>
                </a:lnTo>
                <a:lnTo>
                  <a:pt x="1050363" y="39874"/>
                </a:lnTo>
                <a:lnTo>
                  <a:pt x="1050063" y="39602"/>
                </a:lnTo>
                <a:lnTo>
                  <a:pt x="1048826" y="40247"/>
                </a:lnTo>
                <a:lnTo>
                  <a:pt x="1048659" y="37813"/>
                </a:lnTo>
                <a:lnTo>
                  <a:pt x="1049228" y="37264"/>
                </a:lnTo>
                <a:lnTo>
                  <a:pt x="1050334" y="37394"/>
                </a:lnTo>
                <a:lnTo>
                  <a:pt x="1050575" y="36967"/>
                </a:lnTo>
                <a:lnTo>
                  <a:pt x="1049811" y="36511"/>
                </a:lnTo>
                <a:lnTo>
                  <a:pt x="1049118" y="36589"/>
                </a:lnTo>
                <a:lnTo>
                  <a:pt x="1048620" y="35323"/>
                </a:lnTo>
                <a:lnTo>
                  <a:pt x="1047624" y="34653"/>
                </a:lnTo>
                <a:lnTo>
                  <a:pt x="1047464" y="33990"/>
                </a:lnTo>
                <a:lnTo>
                  <a:pt x="1047742" y="33662"/>
                </a:lnTo>
                <a:lnTo>
                  <a:pt x="1048180" y="33848"/>
                </a:lnTo>
                <a:lnTo>
                  <a:pt x="1048199" y="33068"/>
                </a:lnTo>
                <a:lnTo>
                  <a:pt x="1048824" y="32367"/>
                </a:lnTo>
                <a:lnTo>
                  <a:pt x="1049283" y="32375"/>
                </a:lnTo>
                <a:lnTo>
                  <a:pt x="1049468" y="31211"/>
                </a:lnTo>
                <a:lnTo>
                  <a:pt x="1049994" y="31465"/>
                </a:lnTo>
                <a:lnTo>
                  <a:pt x="1050553" y="30929"/>
                </a:lnTo>
                <a:lnTo>
                  <a:pt x="1049428" y="30356"/>
                </a:lnTo>
                <a:lnTo>
                  <a:pt x="1048963" y="29600"/>
                </a:lnTo>
                <a:lnTo>
                  <a:pt x="1049559" y="29243"/>
                </a:lnTo>
                <a:lnTo>
                  <a:pt x="1050229" y="29473"/>
                </a:lnTo>
                <a:lnTo>
                  <a:pt x="1050667" y="29180"/>
                </a:lnTo>
                <a:lnTo>
                  <a:pt x="1050887" y="27720"/>
                </a:lnTo>
                <a:lnTo>
                  <a:pt x="1050024" y="27415"/>
                </a:lnTo>
                <a:lnTo>
                  <a:pt x="1050468" y="26762"/>
                </a:lnTo>
                <a:lnTo>
                  <a:pt x="1050079" y="26337"/>
                </a:lnTo>
                <a:lnTo>
                  <a:pt x="1049951" y="25631"/>
                </a:lnTo>
                <a:lnTo>
                  <a:pt x="1050392" y="24339"/>
                </a:lnTo>
                <a:lnTo>
                  <a:pt x="1050097" y="24105"/>
                </a:lnTo>
                <a:lnTo>
                  <a:pt x="1050709" y="23657"/>
                </a:lnTo>
                <a:lnTo>
                  <a:pt x="1050100" y="22141"/>
                </a:lnTo>
                <a:lnTo>
                  <a:pt x="1050910" y="21448"/>
                </a:lnTo>
                <a:lnTo>
                  <a:pt x="1050677" y="21200"/>
                </a:lnTo>
                <a:lnTo>
                  <a:pt x="1050048" y="21406"/>
                </a:lnTo>
                <a:lnTo>
                  <a:pt x="1050127" y="20875"/>
                </a:lnTo>
                <a:lnTo>
                  <a:pt x="1049672" y="20433"/>
                </a:lnTo>
                <a:lnTo>
                  <a:pt x="1050070" y="19831"/>
                </a:lnTo>
                <a:lnTo>
                  <a:pt x="1050520" y="20437"/>
                </a:lnTo>
                <a:lnTo>
                  <a:pt x="1050887" y="20453"/>
                </a:lnTo>
                <a:lnTo>
                  <a:pt x="1050746" y="19964"/>
                </a:lnTo>
                <a:lnTo>
                  <a:pt x="1051201" y="19198"/>
                </a:lnTo>
                <a:lnTo>
                  <a:pt x="1050535" y="19440"/>
                </a:lnTo>
                <a:lnTo>
                  <a:pt x="1049983" y="18669"/>
                </a:lnTo>
                <a:lnTo>
                  <a:pt x="1049679" y="18831"/>
                </a:lnTo>
                <a:lnTo>
                  <a:pt x="1049077" y="15238"/>
                </a:lnTo>
                <a:lnTo>
                  <a:pt x="1046408" y="10969"/>
                </a:lnTo>
                <a:lnTo>
                  <a:pt x="1042819" y="8406"/>
                </a:lnTo>
                <a:lnTo>
                  <a:pt x="1039284" y="2332"/>
                </a:lnTo>
                <a:lnTo>
                  <a:pt x="1034370" y="0"/>
                </a:lnTo>
                <a:lnTo>
                  <a:pt x="1033647" y="531"/>
                </a:lnTo>
                <a:lnTo>
                  <a:pt x="1032600" y="542"/>
                </a:lnTo>
                <a:lnTo>
                  <a:pt x="1031397" y="1761"/>
                </a:lnTo>
                <a:lnTo>
                  <a:pt x="1030248" y="3338"/>
                </a:lnTo>
                <a:lnTo>
                  <a:pt x="1030087" y="4717"/>
                </a:lnTo>
                <a:lnTo>
                  <a:pt x="1029307" y="5409"/>
                </a:lnTo>
                <a:lnTo>
                  <a:pt x="1028042" y="5083"/>
                </a:lnTo>
                <a:lnTo>
                  <a:pt x="1027696" y="5558"/>
                </a:lnTo>
                <a:lnTo>
                  <a:pt x="1027032" y="5537"/>
                </a:lnTo>
                <a:lnTo>
                  <a:pt x="1026567" y="5850"/>
                </a:lnTo>
                <a:lnTo>
                  <a:pt x="1025841" y="5628"/>
                </a:lnTo>
                <a:lnTo>
                  <a:pt x="1024643" y="6732"/>
                </a:lnTo>
                <a:lnTo>
                  <a:pt x="1024060" y="6711"/>
                </a:lnTo>
                <a:lnTo>
                  <a:pt x="1023731" y="6224"/>
                </a:lnTo>
                <a:lnTo>
                  <a:pt x="1021869" y="6100"/>
                </a:lnTo>
                <a:lnTo>
                  <a:pt x="1020998" y="8498"/>
                </a:lnTo>
                <a:lnTo>
                  <a:pt x="1018902" y="9315"/>
                </a:lnTo>
                <a:lnTo>
                  <a:pt x="1018549" y="9147"/>
                </a:lnTo>
                <a:lnTo>
                  <a:pt x="1018037" y="10077"/>
                </a:lnTo>
                <a:lnTo>
                  <a:pt x="1016662" y="10239"/>
                </a:lnTo>
                <a:lnTo>
                  <a:pt x="1015356" y="11470"/>
                </a:lnTo>
                <a:lnTo>
                  <a:pt x="1014347" y="11203"/>
                </a:lnTo>
                <a:lnTo>
                  <a:pt x="1013729" y="11949"/>
                </a:lnTo>
                <a:lnTo>
                  <a:pt x="1013172" y="11812"/>
                </a:lnTo>
                <a:lnTo>
                  <a:pt x="1011903" y="12211"/>
                </a:lnTo>
                <a:lnTo>
                  <a:pt x="1011329" y="12056"/>
                </a:lnTo>
                <a:lnTo>
                  <a:pt x="1010624" y="12778"/>
                </a:lnTo>
                <a:lnTo>
                  <a:pt x="1009915" y="12899"/>
                </a:lnTo>
                <a:lnTo>
                  <a:pt x="1009667" y="13525"/>
                </a:lnTo>
                <a:lnTo>
                  <a:pt x="1007722" y="13391"/>
                </a:lnTo>
                <a:lnTo>
                  <a:pt x="1007661" y="14476"/>
                </a:lnTo>
                <a:lnTo>
                  <a:pt x="1007963" y="15261"/>
                </a:lnTo>
                <a:lnTo>
                  <a:pt x="1007260" y="15773"/>
                </a:lnTo>
                <a:lnTo>
                  <a:pt x="1005413" y="16141"/>
                </a:lnTo>
                <a:lnTo>
                  <a:pt x="1004531" y="16038"/>
                </a:lnTo>
                <a:lnTo>
                  <a:pt x="1003220" y="17040"/>
                </a:lnTo>
                <a:lnTo>
                  <a:pt x="1002396" y="16615"/>
                </a:lnTo>
                <a:lnTo>
                  <a:pt x="1001269" y="16967"/>
                </a:lnTo>
                <a:lnTo>
                  <a:pt x="999300" y="16835"/>
                </a:lnTo>
                <a:lnTo>
                  <a:pt x="998408" y="17426"/>
                </a:lnTo>
                <a:lnTo>
                  <a:pt x="997183" y="17419"/>
                </a:lnTo>
                <a:lnTo>
                  <a:pt x="997276" y="17932"/>
                </a:lnTo>
                <a:lnTo>
                  <a:pt x="996485" y="19027"/>
                </a:lnTo>
                <a:lnTo>
                  <a:pt x="992793" y="18542"/>
                </a:lnTo>
                <a:lnTo>
                  <a:pt x="991654" y="18094"/>
                </a:lnTo>
                <a:lnTo>
                  <a:pt x="989663" y="18206"/>
                </a:lnTo>
                <a:lnTo>
                  <a:pt x="988278" y="19238"/>
                </a:lnTo>
                <a:lnTo>
                  <a:pt x="988283" y="19641"/>
                </a:lnTo>
                <a:lnTo>
                  <a:pt x="987907" y="19917"/>
                </a:lnTo>
                <a:lnTo>
                  <a:pt x="987350" y="19227"/>
                </a:lnTo>
                <a:lnTo>
                  <a:pt x="986146" y="19315"/>
                </a:lnTo>
                <a:lnTo>
                  <a:pt x="985345" y="19767"/>
                </a:lnTo>
                <a:lnTo>
                  <a:pt x="984770" y="19689"/>
                </a:lnTo>
                <a:lnTo>
                  <a:pt x="984438" y="20152"/>
                </a:lnTo>
                <a:lnTo>
                  <a:pt x="982808" y="20446"/>
                </a:lnTo>
                <a:lnTo>
                  <a:pt x="981530" y="21708"/>
                </a:lnTo>
                <a:lnTo>
                  <a:pt x="981110" y="21773"/>
                </a:lnTo>
                <a:lnTo>
                  <a:pt x="980518" y="21275"/>
                </a:lnTo>
                <a:lnTo>
                  <a:pt x="979676" y="21180"/>
                </a:lnTo>
                <a:lnTo>
                  <a:pt x="979253" y="22066"/>
                </a:lnTo>
                <a:lnTo>
                  <a:pt x="978773" y="22037"/>
                </a:lnTo>
                <a:lnTo>
                  <a:pt x="977605" y="22986"/>
                </a:lnTo>
                <a:lnTo>
                  <a:pt x="976494" y="23360"/>
                </a:lnTo>
                <a:lnTo>
                  <a:pt x="975792" y="24207"/>
                </a:lnTo>
                <a:lnTo>
                  <a:pt x="974213" y="23499"/>
                </a:lnTo>
                <a:lnTo>
                  <a:pt x="973502" y="23524"/>
                </a:lnTo>
                <a:lnTo>
                  <a:pt x="972959" y="22763"/>
                </a:lnTo>
                <a:lnTo>
                  <a:pt x="971782" y="22770"/>
                </a:lnTo>
                <a:lnTo>
                  <a:pt x="971020" y="22280"/>
                </a:lnTo>
                <a:lnTo>
                  <a:pt x="969129" y="22243"/>
                </a:lnTo>
                <a:lnTo>
                  <a:pt x="967723" y="22913"/>
                </a:lnTo>
                <a:lnTo>
                  <a:pt x="966362" y="22281"/>
                </a:lnTo>
                <a:lnTo>
                  <a:pt x="964245" y="21862"/>
                </a:lnTo>
                <a:lnTo>
                  <a:pt x="963165" y="21089"/>
                </a:lnTo>
                <a:lnTo>
                  <a:pt x="962153" y="21195"/>
                </a:lnTo>
                <a:lnTo>
                  <a:pt x="961379" y="20844"/>
                </a:lnTo>
                <a:lnTo>
                  <a:pt x="960574" y="21100"/>
                </a:lnTo>
                <a:lnTo>
                  <a:pt x="959196" y="20129"/>
                </a:lnTo>
                <a:lnTo>
                  <a:pt x="958802" y="20363"/>
                </a:lnTo>
                <a:lnTo>
                  <a:pt x="957067" y="20312"/>
                </a:lnTo>
                <a:lnTo>
                  <a:pt x="956573" y="19658"/>
                </a:lnTo>
                <a:lnTo>
                  <a:pt x="955949" y="20107"/>
                </a:lnTo>
                <a:lnTo>
                  <a:pt x="953941" y="20538"/>
                </a:lnTo>
                <a:lnTo>
                  <a:pt x="953311" y="21877"/>
                </a:lnTo>
                <a:lnTo>
                  <a:pt x="950826" y="22910"/>
                </a:lnTo>
                <a:lnTo>
                  <a:pt x="950049" y="23711"/>
                </a:lnTo>
                <a:lnTo>
                  <a:pt x="949088" y="24010"/>
                </a:lnTo>
                <a:lnTo>
                  <a:pt x="947947" y="25134"/>
                </a:lnTo>
                <a:lnTo>
                  <a:pt x="944902" y="24603"/>
                </a:lnTo>
                <a:lnTo>
                  <a:pt x="943600" y="25319"/>
                </a:lnTo>
                <a:lnTo>
                  <a:pt x="943392" y="25848"/>
                </a:lnTo>
                <a:lnTo>
                  <a:pt x="941452" y="25571"/>
                </a:lnTo>
                <a:lnTo>
                  <a:pt x="940790" y="26118"/>
                </a:lnTo>
                <a:lnTo>
                  <a:pt x="939894" y="26148"/>
                </a:lnTo>
                <a:lnTo>
                  <a:pt x="936782" y="25249"/>
                </a:lnTo>
                <a:lnTo>
                  <a:pt x="934713" y="24215"/>
                </a:lnTo>
                <a:lnTo>
                  <a:pt x="931444" y="23144"/>
                </a:lnTo>
                <a:lnTo>
                  <a:pt x="930991" y="23414"/>
                </a:lnTo>
                <a:lnTo>
                  <a:pt x="930735" y="24595"/>
                </a:lnTo>
                <a:lnTo>
                  <a:pt x="930190" y="25377"/>
                </a:lnTo>
                <a:lnTo>
                  <a:pt x="930091" y="26028"/>
                </a:lnTo>
                <a:lnTo>
                  <a:pt x="929784" y="26082"/>
                </a:lnTo>
                <a:lnTo>
                  <a:pt x="929713" y="26734"/>
                </a:lnTo>
                <a:lnTo>
                  <a:pt x="928687" y="27136"/>
                </a:lnTo>
                <a:lnTo>
                  <a:pt x="928460" y="27834"/>
                </a:lnTo>
                <a:lnTo>
                  <a:pt x="926473" y="27939"/>
                </a:lnTo>
                <a:lnTo>
                  <a:pt x="925523" y="27691"/>
                </a:lnTo>
                <a:lnTo>
                  <a:pt x="924549" y="29532"/>
                </a:lnTo>
                <a:lnTo>
                  <a:pt x="923771" y="31818"/>
                </a:lnTo>
                <a:lnTo>
                  <a:pt x="923895" y="32185"/>
                </a:lnTo>
                <a:lnTo>
                  <a:pt x="923162" y="32960"/>
                </a:lnTo>
                <a:lnTo>
                  <a:pt x="922564" y="35013"/>
                </a:lnTo>
                <a:lnTo>
                  <a:pt x="921908" y="35984"/>
                </a:lnTo>
                <a:lnTo>
                  <a:pt x="921927" y="36463"/>
                </a:lnTo>
                <a:lnTo>
                  <a:pt x="922306" y="36791"/>
                </a:lnTo>
                <a:lnTo>
                  <a:pt x="921861" y="37138"/>
                </a:lnTo>
                <a:lnTo>
                  <a:pt x="921542" y="38031"/>
                </a:lnTo>
                <a:lnTo>
                  <a:pt x="922228" y="39066"/>
                </a:lnTo>
                <a:lnTo>
                  <a:pt x="921887" y="39666"/>
                </a:lnTo>
                <a:lnTo>
                  <a:pt x="920950" y="40118"/>
                </a:lnTo>
                <a:lnTo>
                  <a:pt x="919763" y="39935"/>
                </a:lnTo>
                <a:lnTo>
                  <a:pt x="919354" y="39127"/>
                </a:lnTo>
                <a:lnTo>
                  <a:pt x="919056" y="39910"/>
                </a:lnTo>
                <a:lnTo>
                  <a:pt x="918438" y="40514"/>
                </a:lnTo>
                <a:lnTo>
                  <a:pt x="917763" y="40673"/>
                </a:lnTo>
                <a:lnTo>
                  <a:pt x="917357" y="41138"/>
                </a:lnTo>
                <a:lnTo>
                  <a:pt x="916475" y="41117"/>
                </a:lnTo>
                <a:lnTo>
                  <a:pt x="915944" y="43025"/>
                </a:lnTo>
                <a:lnTo>
                  <a:pt x="914662" y="44021"/>
                </a:lnTo>
                <a:lnTo>
                  <a:pt x="913666" y="43784"/>
                </a:lnTo>
                <a:lnTo>
                  <a:pt x="912144" y="44195"/>
                </a:lnTo>
                <a:lnTo>
                  <a:pt x="911277" y="43776"/>
                </a:lnTo>
                <a:lnTo>
                  <a:pt x="909837" y="43850"/>
                </a:lnTo>
                <a:lnTo>
                  <a:pt x="909053" y="43201"/>
                </a:lnTo>
                <a:lnTo>
                  <a:pt x="908217" y="43013"/>
                </a:lnTo>
                <a:lnTo>
                  <a:pt x="907474" y="43827"/>
                </a:lnTo>
                <a:lnTo>
                  <a:pt x="905792" y="44103"/>
                </a:lnTo>
                <a:lnTo>
                  <a:pt x="904967" y="43925"/>
                </a:lnTo>
                <a:lnTo>
                  <a:pt x="903558" y="44377"/>
                </a:lnTo>
                <a:lnTo>
                  <a:pt x="903465" y="45497"/>
                </a:lnTo>
                <a:lnTo>
                  <a:pt x="902286" y="46441"/>
                </a:lnTo>
                <a:lnTo>
                  <a:pt x="901294" y="46826"/>
                </a:lnTo>
                <a:lnTo>
                  <a:pt x="901291" y="47225"/>
                </a:lnTo>
                <a:lnTo>
                  <a:pt x="899804" y="49263"/>
                </a:lnTo>
                <a:lnTo>
                  <a:pt x="898495" y="50088"/>
                </a:lnTo>
                <a:lnTo>
                  <a:pt x="899349" y="51278"/>
                </a:lnTo>
                <a:lnTo>
                  <a:pt x="899791" y="53155"/>
                </a:lnTo>
                <a:lnTo>
                  <a:pt x="900627" y="53596"/>
                </a:lnTo>
                <a:lnTo>
                  <a:pt x="901909" y="53554"/>
                </a:lnTo>
                <a:lnTo>
                  <a:pt x="902641" y="54817"/>
                </a:lnTo>
                <a:lnTo>
                  <a:pt x="904203" y="55418"/>
                </a:lnTo>
                <a:lnTo>
                  <a:pt x="905051" y="56479"/>
                </a:lnTo>
                <a:lnTo>
                  <a:pt x="906469" y="56747"/>
                </a:lnTo>
                <a:lnTo>
                  <a:pt x="905828" y="57362"/>
                </a:lnTo>
                <a:lnTo>
                  <a:pt x="906483" y="57770"/>
                </a:lnTo>
                <a:lnTo>
                  <a:pt x="905586" y="58460"/>
                </a:lnTo>
                <a:lnTo>
                  <a:pt x="905743" y="60085"/>
                </a:lnTo>
                <a:lnTo>
                  <a:pt x="906234" y="60869"/>
                </a:lnTo>
                <a:lnTo>
                  <a:pt x="907334" y="61077"/>
                </a:lnTo>
                <a:lnTo>
                  <a:pt x="908471" y="62337"/>
                </a:lnTo>
                <a:lnTo>
                  <a:pt x="908644" y="62928"/>
                </a:lnTo>
                <a:lnTo>
                  <a:pt x="908082" y="63659"/>
                </a:lnTo>
                <a:lnTo>
                  <a:pt x="908502" y="65664"/>
                </a:lnTo>
                <a:lnTo>
                  <a:pt x="907841" y="66836"/>
                </a:lnTo>
                <a:lnTo>
                  <a:pt x="907810" y="68181"/>
                </a:lnTo>
                <a:lnTo>
                  <a:pt x="907212" y="68670"/>
                </a:lnTo>
                <a:lnTo>
                  <a:pt x="906279" y="71590"/>
                </a:lnTo>
                <a:lnTo>
                  <a:pt x="905315" y="72106"/>
                </a:lnTo>
                <a:lnTo>
                  <a:pt x="906026" y="74458"/>
                </a:lnTo>
                <a:lnTo>
                  <a:pt x="905885" y="74697"/>
                </a:lnTo>
                <a:lnTo>
                  <a:pt x="904687" y="74810"/>
                </a:lnTo>
                <a:lnTo>
                  <a:pt x="904133" y="74003"/>
                </a:lnTo>
                <a:lnTo>
                  <a:pt x="903001" y="73533"/>
                </a:lnTo>
                <a:lnTo>
                  <a:pt x="902645" y="74496"/>
                </a:lnTo>
                <a:lnTo>
                  <a:pt x="901791" y="74956"/>
                </a:lnTo>
                <a:lnTo>
                  <a:pt x="901071" y="76784"/>
                </a:lnTo>
                <a:lnTo>
                  <a:pt x="898941" y="76732"/>
                </a:lnTo>
                <a:lnTo>
                  <a:pt x="897390" y="77947"/>
                </a:lnTo>
                <a:lnTo>
                  <a:pt x="896011" y="77093"/>
                </a:lnTo>
                <a:lnTo>
                  <a:pt x="894079" y="77453"/>
                </a:lnTo>
                <a:lnTo>
                  <a:pt x="892969" y="78121"/>
                </a:lnTo>
                <a:lnTo>
                  <a:pt x="892454" y="79381"/>
                </a:lnTo>
                <a:lnTo>
                  <a:pt x="891729" y="80312"/>
                </a:lnTo>
                <a:lnTo>
                  <a:pt x="890545" y="81060"/>
                </a:lnTo>
                <a:lnTo>
                  <a:pt x="890199" y="82282"/>
                </a:lnTo>
                <a:lnTo>
                  <a:pt x="888956" y="83062"/>
                </a:lnTo>
                <a:lnTo>
                  <a:pt x="888683" y="84136"/>
                </a:lnTo>
                <a:lnTo>
                  <a:pt x="890217" y="85077"/>
                </a:lnTo>
                <a:lnTo>
                  <a:pt x="890349" y="86203"/>
                </a:lnTo>
                <a:lnTo>
                  <a:pt x="892359" y="87539"/>
                </a:lnTo>
                <a:lnTo>
                  <a:pt x="892638" y="88107"/>
                </a:lnTo>
                <a:lnTo>
                  <a:pt x="892749" y="89999"/>
                </a:lnTo>
                <a:lnTo>
                  <a:pt x="891830" y="90344"/>
                </a:lnTo>
                <a:lnTo>
                  <a:pt x="891299" y="91392"/>
                </a:lnTo>
                <a:lnTo>
                  <a:pt x="892016" y="93896"/>
                </a:lnTo>
                <a:lnTo>
                  <a:pt x="891966" y="94552"/>
                </a:lnTo>
                <a:lnTo>
                  <a:pt x="891861" y="94888"/>
                </a:lnTo>
                <a:lnTo>
                  <a:pt x="890517" y="95033"/>
                </a:lnTo>
                <a:lnTo>
                  <a:pt x="889689" y="96350"/>
                </a:lnTo>
                <a:lnTo>
                  <a:pt x="889550" y="97083"/>
                </a:lnTo>
                <a:lnTo>
                  <a:pt x="888521" y="98012"/>
                </a:lnTo>
                <a:lnTo>
                  <a:pt x="888740" y="99083"/>
                </a:lnTo>
                <a:lnTo>
                  <a:pt x="889521" y="100468"/>
                </a:lnTo>
                <a:lnTo>
                  <a:pt x="889061" y="100818"/>
                </a:lnTo>
                <a:lnTo>
                  <a:pt x="889321" y="101632"/>
                </a:lnTo>
                <a:lnTo>
                  <a:pt x="888747" y="102662"/>
                </a:lnTo>
                <a:lnTo>
                  <a:pt x="888900" y="103458"/>
                </a:lnTo>
                <a:lnTo>
                  <a:pt x="887745" y="104058"/>
                </a:lnTo>
                <a:lnTo>
                  <a:pt x="887303" y="105601"/>
                </a:lnTo>
                <a:lnTo>
                  <a:pt x="886268" y="105925"/>
                </a:lnTo>
                <a:lnTo>
                  <a:pt x="884956" y="107126"/>
                </a:lnTo>
                <a:lnTo>
                  <a:pt x="883663" y="106967"/>
                </a:lnTo>
                <a:lnTo>
                  <a:pt x="882525" y="107703"/>
                </a:lnTo>
                <a:lnTo>
                  <a:pt x="882315" y="108272"/>
                </a:lnTo>
                <a:lnTo>
                  <a:pt x="880919" y="108412"/>
                </a:lnTo>
                <a:lnTo>
                  <a:pt x="880434" y="110076"/>
                </a:lnTo>
                <a:lnTo>
                  <a:pt x="880775" y="110694"/>
                </a:lnTo>
                <a:lnTo>
                  <a:pt x="880664" y="111232"/>
                </a:lnTo>
                <a:lnTo>
                  <a:pt x="881697" y="112784"/>
                </a:lnTo>
                <a:lnTo>
                  <a:pt x="881206" y="115083"/>
                </a:lnTo>
                <a:lnTo>
                  <a:pt x="881362" y="116115"/>
                </a:lnTo>
                <a:lnTo>
                  <a:pt x="881984" y="116757"/>
                </a:lnTo>
                <a:lnTo>
                  <a:pt x="882300" y="117889"/>
                </a:lnTo>
                <a:lnTo>
                  <a:pt x="882276" y="119769"/>
                </a:lnTo>
                <a:lnTo>
                  <a:pt x="882144" y="120567"/>
                </a:lnTo>
                <a:lnTo>
                  <a:pt x="881199" y="121543"/>
                </a:lnTo>
                <a:lnTo>
                  <a:pt x="880476" y="122835"/>
                </a:lnTo>
                <a:lnTo>
                  <a:pt x="875845" y="118562"/>
                </a:lnTo>
                <a:lnTo>
                  <a:pt x="870525" y="119162"/>
                </a:lnTo>
                <a:lnTo>
                  <a:pt x="862499" y="119079"/>
                </a:lnTo>
                <a:lnTo>
                  <a:pt x="860559" y="117476"/>
                </a:lnTo>
                <a:lnTo>
                  <a:pt x="858204" y="118184"/>
                </a:lnTo>
                <a:lnTo>
                  <a:pt x="852181" y="115907"/>
                </a:lnTo>
                <a:lnTo>
                  <a:pt x="852203" y="115067"/>
                </a:lnTo>
                <a:lnTo>
                  <a:pt x="851101" y="113798"/>
                </a:lnTo>
                <a:lnTo>
                  <a:pt x="851056" y="112702"/>
                </a:lnTo>
                <a:lnTo>
                  <a:pt x="850030" y="111836"/>
                </a:lnTo>
                <a:lnTo>
                  <a:pt x="848971" y="111592"/>
                </a:lnTo>
                <a:lnTo>
                  <a:pt x="849421" y="109163"/>
                </a:lnTo>
                <a:lnTo>
                  <a:pt x="848796" y="107881"/>
                </a:lnTo>
                <a:lnTo>
                  <a:pt x="848333" y="107620"/>
                </a:lnTo>
                <a:lnTo>
                  <a:pt x="846891" y="108156"/>
                </a:lnTo>
                <a:lnTo>
                  <a:pt x="846295" y="107870"/>
                </a:lnTo>
                <a:lnTo>
                  <a:pt x="845491" y="108663"/>
                </a:lnTo>
                <a:lnTo>
                  <a:pt x="844046" y="108236"/>
                </a:lnTo>
                <a:lnTo>
                  <a:pt x="842602" y="109805"/>
                </a:lnTo>
                <a:lnTo>
                  <a:pt x="839224" y="109788"/>
                </a:lnTo>
                <a:lnTo>
                  <a:pt x="838325" y="110075"/>
                </a:lnTo>
                <a:lnTo>
                  <a:pt x="834224" y="109544"/>
                </a:lnTo>
                <a:lnTo>
                  <a:pt x="833378" y="109773"/>
                </a:lnTo>
                <a:lnTo>
                  <a:pt x="831932" y="109698"/>
                </a:lnTo>
                <a:lnTo>
                  <a:pt x="831539" y="109949"/>
                </a:lnTo>
                <a:lnTo>
                  <a:pt x="830166" y="109763"/>
                </a:lnTo>
                <a:lnTo>
                  <a:pt x="828440" y="110393"/>
                </a:lnTo>
                <a:lnTo>
                  <a:pt x="827907" y="110085"/>
                </a:lnTo>
                <a:lnTo>
                  <a:pt x="827045" y="110312"/>
                </a:lnTo>
                <a:lnTo>
                  <a:pt x="826811" y="109997"/>
                </a:lnTo>
                <a:lnTo>
                  <a:pt x="826177" y="109978"/>
                </a:lnTo>
                <a:lnTo>
                  <a:pt x="824859" y="109363"/>
                </a:lnTo>
                <a:lnTo>
                  <a:pt x="824279" y="108735"/>
                </a:lnTo>
                <a:lnTo>
                  <a:pt x="824034" y="108901"/>
                </a:lnTo>
                <a:lnTo>
                  <a:pt x="823391" y="108588"/>
                </a:lnTo>
                <a:lnTo>
                  <a:pt x="822493" y="107863"/>
                </a:lnTo>
                <a:lnTo>
                  <a:pt x="821669" y="107603"/>
                </a:lnTo>
                <a:lnTo>
                  <a:pt x="820738" y="107691"/>
                </a:lnTo>
                <a:lnTo>
                  <a:pt x="819707" y="107225"/>
                </a:lnTo>
                <a:lnTo>
                  <a:pt x="818654" y="104674"/>
                </a:lnTo>
                <a:lnTo>
                  <a:pt x="817869" y="104444"/>
                </a:lnTo>
                <a:lnTo>
                  <a:pt x="816363" y="102385"/>
                </a:lnTo>
                <a:lnTo>
                  <a:pt x="815723" y="100369"/>
                </a:lnTo>
                <a:lnTo>
                  <a:pt x="813387" y="99524"/>
                </a:lnTo>
                <a:lnTo>
                  <a:pt x="813138" y="98882"/>
                </a:lnTo>
                <a:lnTo>
                  <a:pt x="812134" y="98381"/>
                </a:lnTo>
                <a:lnTo>
                  <a:pt x="812088" y="97754"/>
                </a:lnTo>
                <a:lnTo>
                  <a:pt x="812658" y="97311"/>
                </a:lnTo>
                <a:lnTo>
                  <a:pt x="812345" y="96739"/>
                </a:lnTo>
                <a:lnTo>
                  <a:pt x="811755" y="96440"/>
                </a:lnTo>
                <a:lnTo>
                  <a:pt x="812072" y="95726"/>
                </a:lnTo>
                <a:lnTo>
                  <a:pt x="811599" y="94955"/>
                </a:lnTo>
                <a:lnTo>
                  <a:pt x="811006" y="94779"/>
                </a:lnTo>
                <a:lnTo>
                  <a:pt x="809860" y="93694"/>
                </a:lnTo>
                <a:lnTo>
                  <a:pt x="808698" y="93839"/>
                </a:lnTo>
                <a:lnTo>
                  <a:pt x="807520" y="91891"/>
                </a:lnTo>
                <a:lnTo>
                  <a:pt x="806302" y="91294"/>
                </a:lnTo>
                <a:lnTo>
                  <a:pt x="806268" y="90679"/>
                </a:lnTo>
                <a:lnTo>
                  <a:pt x="805582" y="90304"/>
                </a:lnTo>
                <a:lnTo>
                  <a:pt x="804387" y="90705"/>
                </a:lnTo>
                <a:lnTo>
                  <a:pt x="804299" y="90194"/>
                </a:lnTo>
                <a:lnTo>
                  <a:pt x="803297" y="89922"/>
                </a:lnTo>
                <a:lnTo>
                  <a:pt x="802946" y="89406"/>
                </a:lnTo>
                <a:lnTo>
                  <a:pt x="800953" y="88177"/>
                </a:lnTo>
                <a:lnTo>
                  <a:pt x="800365" y="87229"/>
                </a:lnTo>
                <a:lnTo>
                  <a:pt x="800548" y="86708"/>
                </a:lnTo>
                <a:lnTo>
                  <a:pt x="800252" y="85626"/>
                </a:lnTo>
                <a:lnTo>
                  <a:pt x="799369" y="86179"/>
                </a:lnTo>
                <a:lnTo>
                  <a:pt x="798556" y="85946"/>
                </a:lnTo>
                <a:lnTo>
                  <a:pt x="798149" y="85217"/>
                </a:lnTo>
                <a:lnTo>
                  <a:pt x="798943" y="85103"/>
                </a:lnTo>
                <a:lnTo>
                  <a:pt x="799497" y="84553"/>
                </a:lnTo>
                <a:lnTo>
                  <a:pt x="799545" y="82550"/>
                </a:lnTo>
                <a:lnTo>
                  <a:pt x="798580" y="81229"/>
                </a:lnTo>
                <a:lnTo>
                  <a:pt x="797805" y="78838"/>
                </a:lnTo>
                <a:lnTo>
                  <a:pt x="796780" y="78591"/>
                </a:lnTo>
                <a:lnTo>
                  <a:pt x="797943" y="77212"/>
                </a:lnTo>
                <a:lnTo>
                  <a:pt x="797850" y="76849"/>
                </a:lnTo>
                <a:lnTo>
                  <a:pt x="797443" y="76559"/>
                </a:lnTo>
                <a:lnTo>
                  <a:pt x="796107" y="77225"/>
                </a:lnTo>
                <a:lnTo>
                  <a:pt x="795148" y="77130"/>
                </a:lnTo>
                <a:lnTo>
                  <a:pt x="794769" y="76847"/>
                </a:lnTo>
                <a:lnTo>
                  <a:pt x="792679" y="76713"/>
                </a:lnTo>
                <a:lnTo>
                  <a:pt x="791860" y="76060"/>
                </a:lnTo>
                <a:lnTo>
                  <a:pt x="791445" y="74075"/>
                </a:lnTo>
                <a:lnTo>
                  <a:pt x="792631" y="73295"/>
                </a:lnTo>
                <a:lnTo>
                  <a:pt x="792633" y="73000"/>
                </a:lnTo>
                <a:lnTo>
                  <a:pt x="790840" y="70444"/>
                </a:lnTo>
                <a:lnTo>
                  <a:pt x="789770" y="67679"/>
                </a:lnTo>
                <a:lnTo>
                  <a:pt x="787449" y="66079"/>
                </a:lnTo>
                <a:lnTo>
                  <a:pt x="786621" y="64330"/>
                </a:lnTo>
                <a:lnTo>
                  <a:pt x="784473" y="64124"/>
                </a:lnTo>
                <a:lnTo>
                  <a:pt x="783063" y="64810"/>
                </a:lnTo>
                <a:lnTo>
                  <a:pt x="782213" y="64875"/>
                </a:lnTo>
                <a:lnTo>
                  <a:pt x="781242" y="63038"/>
                </a:lnTo>
                <a:lnTo>
                  <a:pt x="781516" y="61845"/>
                </a:lnTo>
                <a:lnTo>
                  <a:pt x="780246" y="62329"/>
                </a:lnTo>
                <a:lnTo>
                  <a:pt x="779408" y="62092"/>
                </a:lnTo>
                <a:lnTo>
                  <a:pt x="779543" y="60679"/>
                </a:lnTo>
                <a:lnTo>
                  <a:pt x="779281" y="60086"/>
                </a:lnTo>
                <a:lnTo>
                  <a:pt x="778121" y="59569"/>
                </a:lnTo>
                <a:lnTo>
                  <a:pt x="777023" y="58510"/>
                </a:lnTo>
                <a:lnTo>
                  <a:pt x="777491" y="57242"/>
                </a:lnTo>
                <a:lnTo>
                  <a:pt x="777173" y="54316"/>
                </a:lnTo>
                <a:lnTo>
                  <a:pt x="777438" y="52423"/>
                </a:lnTo>
                <a:lnTo>
                  <a:pt x="777175" y="51935"/>
                </a:lnTo>
                <a:lnTo>
                  <a:pt x="775642" y="50664"/>
                </a:lnTo>
                <a:lnTo>
                  <a:pt x="773829" y="50529"/>
                </a:lnTo>
                <a:lnTo>
                  <a:pt x="771219" y="52288"/>
                </a:lnTo>
                <a:lnTo>
                  <a:pt x="768257" y="52385"/>
                </a:lnTo>
                <a:lnTo>
                  <a:pt x="766710" y="53787"/>
                </a:lnTo>
                <a:lnTo>
                  <a:pt x="763557" y="55245"/>
                </a:lnTo>
                <a:lnTo>
                  <a:pt x="761978" y="54597"/>
                </a:lnTo>
                <a:lnTo>
                  <a:pt x="761699" y="53167"/>
                </a:lnTo>
                <a:lnTo>
                  <a:pt x="761147" y="52757"/>
                </a:lnTo>
                <a:lnTo>
                  <a:pt x="758737" y="52039"/>
                </a:lnTo>
                <a:lnTo>
                  <a:pt x="756800" y="52991"/>
                </a:lnTo>
                <a:lnTo>
                  <a:pt x="756421" y="53643"/>
                </a:lnTo>
                <a:lnTo>
                  <a:pt x="757137" y="54329"/>
                </a:lnTo>
                <a:lnTo>
                  <a:pt x="757951" y="54334"/>
                </a:lnTo>
                <a:lnTo>
                  <a:pt x="759270" y="54908"/>
                </a:lnTo>
                <a:lnTo>
                  <a:pt x="759343" y="56151"/>
                </a:lnTo>
                <a:lnTo>
                  <a:pt x="758600" y="58039"/>
                </a:lnTo>
                <a:lnTo>
                  <a:pt x="759416" y="61051"/>
                </a:lnTo>
                <a:lnTo>
                  <a:pt x="760017" y="61769"/>
                </a:lnTo>
                <a:lnTo>
                  <a:pt x="761105" y="61780"/>
                </a:lnTo>
                <a:lnTo>
                  <a:pt x="761373" y="59387"/>
                </a:lnTo>
                <a:lnTo>
                  <a:pt x="761973" y="58719"/>
                </a:lnTo>
                <a:lnTo>
                  <a:pt x="763301" y="58603"/>
                </a:lnTo>
                <a:lnTo>
                  <a:pt x="764163" y="59311"/>
                </a:lnTo>
                <a:lnTo>
                  <a:pt x="763966" y="61071"/>
                </a:lnTo>
                <a:lnTo>
                  <a:pt x="765080" y="63028"/>
                </a:lnTo>
                <a:lnTo>
                  <a:pt x="764874" y="63897"/>
                </a:lnTo>
                <a:lnTo>
                  <a:pt x="765107" y="65309"/>
                </a:lnTo>
                <a:lnTo>
                  <a:pt x="761695" y="66913"/>
                </a:lnTo>
                <a:lnTo>
                  <a:pt x="761288" y="67876"/>
                </a:lnTo>
                <a:lnTo>
                  <a:pt x="760619" y="68323"/>
                </a:lnTo>
                <a:lnTo>
                  <a:pt x="760057" y="67627"/>
                </a:lnTo>
                <a:lnTo>
                  <a:pt x="758851" y="67160"/>
                </a:lnTo>
                <a:lnTo>
                  <a:pt x="756584" y="66743"/>
                </a:lnTo>
                <a:lnTo>
                  <a:pt x="755347" y="65985"/>
                </a:lnTo>
                <a:lnTo>
                  <a:pt x="754401" y="66142"/>
                </a:lnTo>
                <a:lnTo>
                  <a:pt x="754404" y="67142"/>
                </a:lnTo>
                <a:lnTo>
                  <a:pt x="753615" y="68762"/>
                </a:lnTo>
                <a:lnTo>
                  <a:pt x="753152" y="69420"/>
                </a:lnTo>
                <a:lnTo>
                  <a:pt x="751775" y="69774"/>
                </a:lnTo>
                <a:lnTo>
                  <a:pt x="751841" y="70815"/>
                </a:lnTo>
                <a:lnTo>
                  <a:pt x="753387" y="72044"/>
                </a:lnTo>
                <a:lnTo>
                  <a:pt x="754524" y="72384"/>
                </a:lnTo>
                <a:lnTo>
                  <a:pt x="757991" y="71397"/>
                </a:lnTo>
                <a:lnTo>
                  <a:pt x="759077" y="72971"/>
                </a:lnTo>
                <a:lnTo>
                  <a:pt x="759114" y="73653"/>
                </a:lnTo>
                <a:lnTo>
                  <a:pt x="756918" y="74756"/>
                </a:lnTo>
                <a:lnTo>
                  <a:pt x="755604" y="75883"/>
                </a:lnTo>
                <a:lnTo>
                  <a:pt x="754233" y="76121"/>
                </a:lnTo>
                <a:lnTo>
                  <a:pt x="751587" y="75305"/>
                </a:lnTo>
                <a:lnTo>
                  <a:pt x="749568" y="74174"/>
                </a:lnTo>
                <a:lnTo>
                  <a:pt x="748550" y="74179"/>
                </a:lnTo>
                <a:lnTo>
                  <a:pt x="747825" y="74615"/>
                </a:lnTo>
                <a:lnTo>
                  <a:pt x="746594" y="76788"/>
                </a:lnTo>
                <a:lnTo>
                  <a:pt x="746964" y="78008"/>
                </a:lnTo>
                <a:lnTo>
                  <a:pt x="747463" y="78468"/>
                </a:lnTo>
                <a:lnTo>
                  <a:pt x="750035" y="79509"/>
                </a:lnTo>
                <a:lnTo>
                  <a:pt x="751038" y="80785"/>
                </a:lnTo>
                <a:lnTo>
                  <a:pt x="751854" y="81324"/>
                </a:lnTo>
                <a:lnTo>
                  <a:pt x="752195" y="82315"/>
                </a:lnTo>
                <a:lnTo>
                  <a:pt x="751495" y="83116"/>
                </a:lnTo>
                <a:lnTo>
                  <a:pt x="748533" y="83589"/>
                </a:lnTo>
                <a:lnTo>
                  <a:pt x="747194" y="84316"/>
                </a:lnTo>
                <a:lnTo>
                  <a:pt x="747610" y="85657"/>
                </a:lnTo>
                <a:lnTo>
                  <a:pt x="747487" y="87025"/>
                </a:lnTo>
                <a:lnTo>
                  <a:pt x="747111" y="87543"/>
                </a:lnTo>
                <a:lnTo>
                  <a:pt x="746766" y="87660"/>
                </a:lnTo>
                <a:lnTo>
                  <a:pt x="745755" y="87268"/>
                </a:lnTo>
                <a:lnTo>
                  <a:pt x="744660" y="85861"/>
                </a:lnTo>
                <a:lnTo>
                  <a:pt x="743237" y="85663"/>
                </a:lnTo>
                <a:lnTo>
                  <a:pt x="741869" y="86400"/>
                </a:lnTo>
                <a:lnTo>
                  <a:pt x="741158" y="85886"/>
                </a:lnTo>
                <a:lnTo>
                  <a:pt x="739344" y="85609"/>
                </a:lnTo>
                <a:lnTo>
                  <a:pt x="738909" y="84232"/>
                </a:lnTo>
                <a:lnTo>
                  <a:pt x="738936" y="82609"/>
                </a:lnTo>
                <a:lnTo>
                  <a:pt x="738539" y="81639"/>
                </a:lnTo>
                <a:lnTo>
                  <a:pt x="738416" y="81428"/>
                </a:lnTo>
                <a:lnTo>
                  <a:pt x="737535" y="81388"/>
                </a:lnTo>
                <a:lnTo>
                  <a:pt x="736472" y="82163"/>
                </a:lnTo>
                <a:lnTo>
                  <a:pt x="736495" y="83776"/>
                </a:lnTo>
                <a:lnTo>
                  <a:pt x="735787" y="84882"/>
                </a:lnTo>
                <a:lnTo>
                  <a:pt x="735770" y="86861"/>
                </a:lnTo>
                <a:lnTo>
                  <a:pt x="735528" y="87068"/>
                </a:lnTo>
                <a:lnTo>
                  <a:pt x="734409" y="86982"/>
                </a:lnTo>
                <a:lnTo>
                  <a:pt x="734125" y="86627"/>
                </a:lnTo>
                <a:lnTo>
                  <a:pt x="733912" y="86027"/>
                </a:lnTo>
                <a:lnTo>
                  <a:pt x="734101" y="83519"/>
                </a:lnTo>
                <a:lnTo>
                  <a:pt x="733520" y="82617"/>
                </a:lnTo>
                <a:lnTo>
                  <a:pt x="733097" y="82488"/>
                </a:lnTo>
                <a:lnTo>
                  <a:pt x="732611" y="82857"/>
                </a:lnTo>
                <a:lnTo>
                  <a:pt x="732529" y="83720"/>
                </a:lnTo>
                <a:lnTo>
                  <a:pt x="731855" y="85045"/>
                </a:lnTo>
                <a:lnTo>
                  <a:pt x="731871" y="86338"/>
                </a:lnTo>
                <a:lnTo>
                  <a:pt x="728544" y="89544"/>
                </a:lnTo>
                <a:lnTo>
                  <a:pt x="726912" y="88609"/>
                </a:lnTo>
                <a:lnTo>
                  <a:pt x="725859" y="87126"/>
                </a:lnTo>
                <a:lnTo>
                  <a:pt x="724421" y="87447"/>
                </a:lnTo>
                <a:lnTo>
                  <a:pt x="720881" y="86498"/>
                </a:lnTo>
                <a:lnTo>
                  <a:pt x="719392" y="86548"/>
                </a:lnTo>
                <a:lnTo>
                  <a:pt x="719012" y="86855"/>
                </a:lnTo>
                <a:lnTo>
                  <a:pt x="718827" y="87510"/>
                </a:lnTo>
                <a:lnTo>
                  <a:pt x="720054" y="89158"/>
                </a:lnTo>
                <a:lnTo>
                  <a:pt x="720525" y="90784"/>
                </a:lnTo>
                <a:lnTo>
                  <a:pt x="719624" y="91871"/>
                </a:lnTo>
                <a:lnTo>
                  <a:pt x="717730" y="92374"/>
                </a:lnTo>
                <a:lnTo>
                  <a:pt x="716368" y="94724"/>
                </a:lnTo>
                <a:lnTo>
                  <a:pt x="715117" y="95623"/>
                </a:lnTo>
                <a:lnTo>
                  <a:pt x="713538" y="94693"/>
                </a:lnTo>
                <a:lnTo>
                  <a:pt x="712745" y="93546"/>
                </a:lnTo>
                <a:lnTo>
                  <a:pt x="712085" y="91915"/>
                </a:lnTo>
                <a:lnTo>
                  <a:pt x="712450" y="90252"/>
                </a:lnTo>
                <a:lnTo>
                  <a:pt x="711840" y="89770"/>
                </a:lnTo>
                <a:lnTo>
                  <a:pt x="708487" y="90003"/>
                </a:lnTo>
                <a:lnTo>
                  <a:pt x="704778" y="91293"/>
                </a:lnTo>
                <a:lnTo>
                  <a:pt x="703492" y="91352"/>
                </a:lnTo>
                <a:lnTo>
                  <a:pt x="702257" y="90731"/>
                </a:lnTo>
                <a:lnTo>
                  <a:pt x="701454" y="91306"/>
                </a:lnTo>
                <a:lnTo>
                  <a:pt x="699864" y="91053"/>
                </a:lnTo>
                <a:lnTo>
                  <a:pt x="698664" y="91203"/>
                </a:lnTo>
                <a:lnTo>
                  <a:pt x="698105" y="91670"/>
                </a:lnTo>
                <a:lnTo>
                  <a:pt x="697356" y="93352"/>
                </a:lnTo>
                <a:lnTo>
                  <a:pt x="697711" y="94257"/>
                </a:lnTo>
                <a:lnTo>
                  <a:pt x="698517" y="95134"/>
                </a:lnTo>
                <a:lnTo>
                  <a:pt x="700547" y="95834"/>
                </a:lnTo>
                <a:lnTo>
                  <a:pt x="701893" y="99157"/>
                </a:lnTo>
                <a:lnTo>
                  <a:pt x="703983" y="99310"/>
                </a:lnTo>
                <a:lnTo>
                  <a:pt x="704356" y="99767"/>
                </a:lnTo>
                <a:lnTo>
                  <a:pt x="704506" y="100939"/>
                </a:lnTo>
                <a:lnTo>
                  <a:pt x="702967" y="103393"/>
                </a:lnTo>
                <a:lnTo>
                  <a:pt x="702002" y="104122"/>
                </a:lnTo>
                <a:lnTo>
                  <a:pt x="699662" y="104402"/>
                </a:lnTo>
                <a:lnTo>
                  <a:pt x="699096" y="103955"/>
                </a:lnTo>
                <a:lnTo>
                  <a:pt x="698356" y="102336"/>
                </a:lnTo>
                <a:lnTo>
                  <a:pt x="697536" y="102104"/>
                </a:lnTo>
                <a:lnTo>
                  <a:pt x="694037" y="102648"/>
                </a:lnTo>
                <a:lnTo>
                  <a:pt x="688791" y="104377"/>
                </a:lnTo>
                <a:lnTo>
                  <a:pt x="687408" y="106202"/>
                </a:lnTo>
                <a:lnTo>
                  <a:pt x="686276" y="106484"/>
                </a:lnTo>
                <a:lnTo>
                  <a:pt x="685647" y="107515"/>
                </a:lnTo>
                <a:lnTo>
                  <a:pt x="685764" y="108117"/>
                </a:lnTo>
                <a:lnTo>
                  <a:pt x="688796" y="113008"/>
                </a:lnTo>
                <a:lnTo>
                  <a:pt x="688693" y="114090"/>
                </a:lnTo>
                <a:lnTo>
                  <a:pt x="686313" y="115265"/>
                </a:lnTo>
                <a:lnTo>
                  <a:pt x="685332" y="115417"/>
                </a:lnTo>
                <a:lnTo>
                  <a:pt x="683593" y="115204"/>
                </a:lnTo>
                <a:lnTo>
                  <a:pt x="681103" y="115875"/>
                </a:lnTo>
                <a:lnTo>
                  <a:pt x="679979" y="115494"/>
                </a:lnTo>
                <a:lnTo>
                  <a:pt x="678366" y="114005"/>
                </a:lnTo>
                <a:lnTo>
                  <a:pt x="677141" y="114007"/>
                </a:lnTo>
                <a:lnTo>
                  <a:pt x="676630" y="115005"/>
                </a:lnTo>
                <a:lnTo>
                  <a:pt x="676835" y="116682"/>
                </a:lnTo>
                <a:lnTo>
                  <a:pt x="676620" y="117517"/>
                </a:lnTo>
                <a:lnTo>
                  <a:pt x="676041" y="118108"/>
                </a:lnTo>
                <a:lnTo>
                  <a:pt x="674524" y="118620"/>
                </a:lnTo>
                <a:lnTo>
                  <a:pt x="672997" y="118704"/>
                </a:lnTo>
                <a:lnTo>
                  <a:pt x="671351" y="118252"/>
                </a:lnTo>
                <a:lnTo>
                  <a:pt x="670505" y="115723"/>
                </a:lnTo>
                <a:lnTo>
                  <a:pt x="668825" y="113814"/>
                </a:lnTo>
                <a:lnTo>
                  <a:pt x="666574" y="110533"/>
                </a:lnTo>
                <a:lnTo>
                  <a:pt x="665127" y="109871"/>
                </a:lnTo>
                <a:lnTo>
                  <a:pt x="660280" y="111490"/>
                </a:lnTo>
                <a:lnTo>
                  <a:pt x="659033" y="112813"/>
                </a:lnTo>
                <a:lnTo>
                  <a:pt x="657906" y="113255"/>
                </a:lnTo>
                <a:lnTo>
                  <a:pt x="656162" y="114781"/>
                </a:lnTo>
                <a:lnTo>
                  <a:pt x="653700" y="114430"/>
                </a:lnTo>
                <a:lnTo>
                  <a:pt x="651889" y="114724"/>
                </a:lnTo>
                <a:lnTo>
                  <a:pt x="649082" y="118011"/>
                </a:lnTo>
                <a:lnTo>
                  <a:pt x="648072" y="118549"/>
                </a:lnTo>
                <a:lnTo>
                  <a:pt x="646441" y="118711"/>
                </a:lnTo>
                <a:lnTo>
                  <a:pt x="645204" y="118307"/>
                </a:lnTo>
                <a:lnTo>
                  <a:pt x="644415" y="116858"/>
                </a:lnTo>
                <a:lnTo>
                  <a:pt x="643908" y="114903"/>
                </a:lnTo>
                <a:lnTo>
                  <a:pt x="643582" y="114757"/>
                </a:lnTo>
                <a:lnTo>
                  <a:pt x="642654" y="115320"/>
                </a:lnTo>
                <a:lnTo>
                  <a:pt x="641116" y="118098"/>
                </a:lnTo>
                <a:lnTo>
                  <a:pt x="639881" y="118982"/>
                </a:lnTo>
                <a:lnTo>
                  <a:pt x="637588" y="119602"/>
                </a:lnTo>
                <a:lnTo>
                  <a:pt x="635908" y="119615"/>
                </a:lnTo>
                <a:lnTo>
                  <a:pt x="635240" y="119081"/>
                </a:lnTo>
                <a:lnTo>
                  <a:pt x="635205" y="117559"/>
                </a:lnTo>
                <a:lnTo>
                  <a:pt x="635700" y="116622"/>
                </a:lnTo>
                <a:lnTo>
                  <a:pt x="637166" y="115632"/>
                </a:lnTo>
                <a:lnTo>
                  <a:pt x="635975" y="113491"/>
                </a:lnTo>
                <a:lnTo>
                  <a:pt x="632461" y="113856"/>
                </a:lnTo>
                <a:lnTo>
                  <a:pt x="629695" y="113529"/>
                </a:lnTo>
                <a:lnTo>
                  <a:pt x="627138" y="114259"/>
                </a:lnTo>
                <a:lnTo>
                  <a:pt x="624242" y="113687"/>
                </a:lnTo>
                <a:lnTo>
                  <a:pt x="623144" y="113234"/>
                </a:lnTo>
                <a:lnTo>
                  <a:pt x="618377" y="109017"/>
                </a:lnTo>
                <a:lnTo>
                  <a:pt x="616553" y="108189"/>
                </a:lnTo>
                <a:lnTo>
                  <a:pt x="615535" y="107352"/>
                </a:lnTo>
                <a:lnTo>
                  <a:pt x="612102" y="106877"/>
                </a:lnTo>
                <a:lnTo>
                  <a:pt x="611705" y="106375"/>
                </a:lnTo>
                <a:lnTo>
                  <a:pt x="611699" y="105275"/>
                </a:lnTo>
                <a:lnTo>
                  <a:pt x="612554" y="103730"/>
                </a:lnTo>
                <a:lnTo>
                  <a:pt x="613325" y="101248"/>
                </a:lnTo>
                <a:lnTo>
                  <a:pt x="613249" y="100075"/>
                </a:lnTo>
                <a:lnTo>
                  <a:pt x="612902" y="99635"/>
                </a:lnTo>
                <a:lnTo>
                  <a:pt x="611525" y="99173"/>
                </a:lnTo>
                <a:lnTo>
                  <a:pt x="608558" y="97015"/>
                </a:lnTo>
                <a:lnTo>
                  <a:pt x="606700" y="95274"/>
                </a:lnTo>
                <a:lnTo>
                  <a:pt x="603449" y="94474"/>
                </a:lnTo>
                <a:lnTo>
                  <a:pt x="601566" y="94605"/>
                </a:lnTo>
                <a:lnTo>
                  <a:pt x="598847" y="95546"/>
                </a:lnTo>
                <a:lnTo>
                  <a:pt x="597844" y="96720"/>
                </a:lnTo>
                <a:lnTo>
                  <a:pt x="596844" y="97402"/>
                </a:lnTo>
                <a:lnTo>
                  <a:pt x="593916" y="97391"/>
                </a:lnTo>
                <a:lnTo>
                  <a:pt x="592177" y="99469"/>
                </a:lnTo>
                <a:lnTo>
                  <a:pt x="591242" y="99859"/>
                </a:lnTo>
                <a:lnTo>
                  <a:pt x="589271" y="99570"/>
                </a:lnTo>
                <a:lnTo>
                  <a:pt x="584758" y="97363"/>
                </a:lnTo>
                <a:lnTo>
                  <a:pt x="583553" y="97626"/>
                </a:lnTo>
                <a:lnTo>
                  <a:pt x="580535" y="99047"/>
                </a:lnTo>
                <a:lnTo>
                  <a:pt x="578751" y="98608"/>
                </a:lnTo>
                <a:lnTo>
                  <a:pt x="578204" y="97812"/>
                </a:lnTo>
                <a:lnTo>
                  <a:pt x="578827" y="97035"/>
                </a:lnTo>
                <a:lnTo>
                  <a:pt x="578846" y="96418"/>
                </a:lnTo>
                <a:lnTo>
                  <a:pt x="577069" y="95121"/>
                </a:lnTo>
                <a:lnTo>
                  <a:pt x="576382" y="94123"/>
                </a:lnTo>
                <a:lnTo>
                  <a:pt x="576407" y="90892"/>
                </a:lnTo>
                <a:lnTo>
                  <a:pt x="576104" y="89676"/>
                </a:lnTo>
                <a:lnTo>
                  <a:pt x="574992" y="88962"/>
                </a:lnTo>
                <a:lnTo>
                  <a:pt x="570647" y="88130"/>
                </a:lnTo>
                <a:lnTo>
                  <a:pt x="568814" y="87374"/>
                </a:lnTo>
                <a:lnTo>
                  <a:pt x="566722" y="87712"/>
                </a:lnTo>
                <a:lnTo>
                  <a:pt x="565299" y="87296"/>
                </a:lnTo>
                <a:lnTo>
                  <a:pt x="564732" y="86602"/>
                </a:lnTo>
                <a:lnTo>
                  <a:pt x="565178" y="83746"/>
                </a:lnTo>
                <a:lnTo>
                  <a:pt x="564866" y="81989"/>
                </a:lnTo>
                <a:lnTo>
                  <a:pt x="562484" y="79555"/>
                </a:lnTo>
                <a:lnTo>
                  <a:pt x="559729" y="78035"/>
                </a:lnTo>
                <a:lnTo>
                  <a:pt x="557954" y="78013"/>
                </a:lnTo>
                <a:lnTo>
                  <a:pt x="556908" y="78327"/>
                </a:lnTo>
                <a:lnTo>
                  <a:pt x="555268" y="79661"/>
                </a:lnTo>
                <a:lnTo>
                  <a:pt x="554310" y="81102"/>
                </a:lnTo>
                <a:lnTo>
                  <a:pt x="554289" y="82020"/>
                </a:lnTo>
                <a:lnTo>
                  <a:pt x="554580" y="82494"/>
                </a:lnTo>
                <a:lnTo>
                  <a:pt x="555372" y="82973"/>
                </a:lnTo>
                <a:lnTo>
                  <a:pt x="556494" y="83103"/>
                </a:lnTo>
                <a:lnTo>
                  <a:pt x="557316" y="84468"/>
                </a:lnTo>
                <a:lnTo>
                  <a:pt x="557363" y="87983"/>
                </a:lnTo>
                <a:lnTo>
                  <a:pt x="556844" y="88542"/>
                </a:lnTo>
                <a:lnTo>
                  <a:pt x="556150" y="88783"/>
                </a:lnTo>
                <a:lnTo>
                  <a:pt x="554825" y="88835"/>
                </a:lnTo>
                <a:lnTo>
                  <a:pt x="552219" y="87789"/>
                </a:lnTo>
                <a:lnTo>
                  <a:pt x="550652" y="85092"/>
                </a:lnTo>
                <a:lnTo>
                  <a:pt x="548856" y="84132"/>
                </a:lnTo>
                <a:lnTo>
                  <a:pt x="544240" y="85390"/>
                </a:lnTo>
                <a:lnTo>
                  <a:pt x="541339" y="85198"/>
                </a:lnTo>
                <a:lnTo>
                  <a:pt x="537595" y="86922"/>
                </a:lnTo>
                <a:lnTo>
                  <a:pt x="532560" y="87763"/>
                </a:lnTo>
                <a:lnTo>
                  <a:pt x="528912" y="87935"/>
                </a:lnTo>
                <a:lnTo>
                  <a:pt x="525279" y="89577"/>
                </a:lnTo>
                <a:lnTo>
                  <a:pt x="523373" y="91418"/>
                </a:lnTo>
                <a:lnTo>
                  <a:pt x="522811" y="92932"/>
                </a:lnTo>
                <a:lnTo>
                  <a:pt x="522893" y="95740"/>
                </a:lnTo>
                <a:lnTo>
                  <a:pt x="522279" y="96491"/>
                </a:lnTo>
                <a:lnTo>
                  <a:pt x="521165" y="96746"/>
                </a:lnTo>
                <a:lnTo>
                  <a:pt x="520301" y="96463"/>
                </a:lnTo>
                <a:lnTo>
                  <a:pt x="519857" y="96012"/>
                </a:lnTo>
                <a:lnTo>
                  <a:pt x="519816" y="95579"/>
                </a:lnTo>
                <a:lnTo>
                  <a:pt x="520513" y="94123"/>
                </a:lnTo>
                <a:lnTo>
                  <a:pt x="520047" y="92785"/>
                </a:lnTo>
                <a:lnTo>
                  <a:pt x="516711" y="88707"/>
                </a:lnTo>
                <a:lnTo>
                  <a:pt x="515404" y="88193"/>
                </a:lnTo>
                <a:lnTo>
                  <a:pt x="513809" y="88777"/>
                </a:lnTo>
                <a:lnTo>
                  <a:pt x="512735" y="89753"/>
                </a:lnTo>
                <a:lnTo>
                  <a:pt x="511615" y="91461"/>
                </a:lnTo>
                <a:lnTo>
                  <a:pt x="511467" y="92243"/>
                </a:lnTo>
                <a:lnTo>
                  <a:pt x="511944" y="94269"/>
                </a:lnTo>
                <a:lnTo>
                  <a:pt x="514697" y="98886"/>
                </a:lnTo>
                <a:lnTo>
                  <a:pt x="514868" y="100348"/>
                </a:lnTo>
                <a:lnTo>
                  <a:pt x="514489" y="101448"/>
                </a:lnTo>
                <a:lnTo>
                  <a:pt x="513871" y="101800"/>
                </a:lnTo>
                <a:lnTo>
                  <a:pt x="511423" y="101485"/>
                </a:lnTo>
                <a:lnTo>
                  <a:pt x="509475" y="101880"/>
                </a:lnTo>
                <a:lnTo>
                  <a:pt x="508726" y="102740"/>
                </a:lnTo>
                <a:lnTo>
                  <a:pt x="507875" y="104981"/>
                </a:lnTo>
                <a:lnTo>
                  <a:pt x="507108" y="105776"/>
                </a:lnTo>
                <a:lnTo>
                  <a:pt x="504990" y="105515"/>
                </a:lnTo>
                <a:lnTo>
                  <a:pt x="502543" y="105978"/>
                </a:lnTo>
                <a:lnTo>
                  <a:pt x="499465" y="105885"/>
                </a:lnTo>
                <a:lnTo>
                  <a:pt x="498256" y="106319"/>
                </a:lnTo>
                <a:lnTo>
                  <a:pt x="496590" y="107842"/>
                </a:lnTo>
                <a:lnTo>
                  <a:pt x="496203" y="108557"/>
                </a:lnTo>
                <a:lnTo>
                  <a:pt x="495896" y="110004"/>
                </a:lnTo>
                <a:lnTo>
                  <a:pt x="495811" y="113673"/>
                </a:lnTo>
                <a:lnTo>
                  <a:pt x="495466" y="114760"/>
                </a:lnTo>
                <a:lnTo>
                  <a:pt x="494560" y="115584"/>
                </a:lnTo>
                <a:lnTo>
                  <a:pt x="493351" y="116044"/>
                </a:lnTo>
                <a:lnTo>
                  <a:pt x="492141" y="115833"/>
                </a:lnTo>
                <a:lnTo>
                  <a:pt x="490987" y="114858"/>
                </a:lnTo>
                <a:lnTo>
                  <a:pt x="485529" y="114783"/>
                </a:lnTo>
                <a:lnTo>
                  <a:pt x="482896" y="114209"/>
                </a:lnTo>
                <a:lnTo>
                  <a:pt x="481690" y="113518"/>
                </a:lnTo>
                <a:lnTo>
                  <a:pt x="479492" y="111601"/>
                </a:lnTo>
                <a:lnTo>
                  <a:pt x="479569" y="110390"/>
                </a:lnTo>
                <a:lnTo>
                  <a:pt x="480477" y="108648"/>
                </a:lnTo>
                <a:lnTo>
                  <a:pt x="480465" y="107973"/>
                </a:lnTo>
                <a:lnTo>
                  <a:pt x="478862" y="106617"/>
                </a:lnTo>
                <a:lnTo>
                  <a:pt x="478215" y="106757"/>
                </a:lnTo>
                <a:lnTo>
                  <a:pt x="475295" y="108917"/>
                </a:lnTo>
                <a:lnTo>
                  <a:pt x="473241" y="109899"/>
                </a:lnTo>
                <a:lnTo>
                  <a:pt x="471275" y="110180"/>
                </a:lnTo>
                <a:lnTo>
                  <a:pt x="469526" y="109924"/>
                </a:lnTo>
                <a:lnTo>
                  <a:pt x="468638" y="109512"/>
                </a:lnTo>
                <a:lnTo>
                  <a:pt x="468042" y="108935"/>
                </a:lnTo>
                <a:lnTo>
                  <a:pt x="467936" y="108320"/>
                </a:lnTo>
                <a:lnTo>
                  <a:pt x="470223" y="105034"/>
                </a:lnTo>
                <a:lnTo>
                  <a:pt x="470549" y="103495"/>
                </a:lnTo>
                <a:lnTo>
                  <a:pt x="469274" y="102444"/>
                </a:lnTo>
                <a:lnTo>
                  <a:pt x="467991" y="100203"/>
                </a:lnTo>
                <a:lnTo>
                  <a:pt x="467048" y="97750"/>
                </a:lnTo>
                <a:lnTo>
                  <a:pt x="466003" y="96971"/>
                </a:lnTo>
                <a:lnTo>
                  <a:pt x="464919" y="97099"/>
                </a:lnTo>
                <a:lnTo>
                  <a:pt x="462174" y="100574"/>
                </a:lnTo>
                <a:lnTo>
                  <a:pt x="460269" y="101844"/>
                </a:lnTo>
                <a:lnTo>
                  <a:pt x="459269" y="101888"/>
                </a:lnTo>
                <a:lnTo>
                  <a:pt x="455653" y="101170"/>
                </a:lnTo>
                <a:lnTo>
                  <a:pt x="454214" y="101301"/>
                </a:lnTo>
                <a:lnTo>
                  <a:pt x="452767" y="101881"/>
                </a:lnTo>
                <a:lnTo>
                  <a:pt x="450575" y="103369"/>
                </a:lnTo>
                <a:lnTo>
                  <a:pt x="447939" y="104137"/>
                </a:lnTo>
                <a:lnTo>
                  <a:pt x="447325" y="104650"/>
                </a:lnTo>
                <a:lnTo>
                  <a:pt x="445756" y="105229"/>
                </a:lnTo>
                <a:lnTo>
                  <a:pt x="444708" y="104758"/>
                </a:lnTo>
                <a:lnTo>
                  <a:pt x="444542" y="103151"/>
                </a:lnTo>
                <a:lnTo>
                  <a:pt x="443776" y="103883"/>
                </a:lnTo>
                <a:lnTo>
                  <a:pt x="442760" y="105567"/>
                </a:lnTo>
                <a:lnTo>
                  <a:pt x="443044" y="109467"/>
                </a:lnTo>
                <a:lnTo>
                  <a:pt x="443346" y="110103"/>
                </a:lnTo>
                <a:lnTo>
                  <a:pt x="445133" y="111252"/>
                </a:lnTo>
                <a:lnTo>
                  <a:pt x="444871" y="111651"/>
                </a:lnTo>
                <a:lnTo>
                  <a:pt x="445211" y="112440"/>
                </a:lnTo>
                <a:lnTo>
                  <a:pt x="443780" y="113336"/>
                </a:lnTo>
                <a:lnTo>
                  <a:pt x="443267" y="114391"/>
                </a:lnTo>
                <a:lnTo>
                  <a:pt x="443840" y="115572"/>
                </a:lnTo>
                <a:lnTo>
                  <a:pt x="444241" y="119452"/>
                </a:lnTo>
                <a:lnTo>
                  <a:pt x="443565" y="120543"/>
                </a:lnTo>
                <a:lnTo>
                  <a:pt x="443523" y="121797"/>
                </a:lnTo>
                <a:lnTo>
                  <a:pt x="445428" y="122008"/>
                </a:lnTo>
                <a:lnTo>
                  <a:pt x="445819" y="122977"/>
                </a:lnTo>
                <a:lnTo>
                  <a:pt x="445923" y="124948"/>
                </a:lnTo>
                <a:lnTo>
                  <a:pt x="445370" y="125930"/>
                </a:lnTo>
                <a:lnTo>
                  <a:pt x="446322" y="129002"/>
                </a:lnTo>
                <a:lnTo>
                  <a:pt x="446325" y="132649"/>
                </a:lnTo>
                <a:lnTo>
                  <a:pt x="447338" y="133736"/>
                </a:lnTo>
                <a:lnTo>
                  <a:pt x="450393" y="133598"/>
                </a:lnTo>
                <a:lnTo>
                  <a:pt x="450950" y="134584"/>
                </a:lnTo>
                <a:lnTo>
                  <a:pt x="453633" y="136071"/>
                </a:lnTo>
                <a:lnTo>
                  <a:pt x="457449" y="134861"/>
                </a:lnTo>
                <a:lnTo>
                  <a:pt x="457677" y="135089"/>
                </a:lnTo>
                <a:lnTo>
                  <a:pt x="453010" y="143071"/>
                </a:lnTo>
                <a:lnTo>
                  <a:pt x="446969" y="146164"/>
                </a:lnTo>
                <a:lnTo>
                  <a:pt x="444636" y="149954"/>
                </a:lnTo>
                <a:lnTo>
                  <a:pt x="449419" y="153474"/>
                </a:lnTo>
                <a:lnTo>
                  <a:pt x="450675" y="155431"/>
                </a:lnTo>
                <a:lnTo>
                  <a:pt x="451988" y="156291"/>
                </a:lnTo>
                <a:lnTo>
                  <a:pt x="452205" y="156080"/>
                </a:lnTo>
                <a:lnTo>
                  <a:pt x="451539" y="159873"/>
                </a:lnTo>
                <a:lnTo>
                  <a:pt x="450928" y="161190"/>
                </a:lnTo>
                <a:lnTo>
                  <a:pt x="449962" y="162048"/>
                </a:lnTo>
                <a:lnTo>
                  <a:pt x="450547" y="163805"/>
                </a:lnTo>
                <a:lnTo>
                  <a:pt x="450214" y="165359"/>
                </a:lnTo>
                <a:lnTo>
                  <a:pt x="450945" y="166393"/>
                </a:lnTo>
                <a:lnTo>
                  <a:pt x="447982" y="168640"/>
                </a:lnTo>
                <a:lnTo>
                  <a:pt x="444971" y="171686"/>
                </a:lnTo>
                <a:lnTo>
                  <a:pt x="445076" y="173082"/>
                </a:lnTo>
                <a:lnTo>
                  <a:pt x="446529" y="175982"/>
                </a:lnTo>
                <a:lnTo>
                  <a:pt x="449280" y="176217"/>
                </a:lnTo>
                <a:lnTo>
                  <a:pt x="446767" y="181811"/>
                </a:lnTo>
                <a:lnTo>
                  <a:pt x="442951" y="185162"/>
                </a:lnTo>
                <a:lnTo>
                  <a:pt x="441215" y="185041"/>
                </a:lnTo>
                <a:lnTo>
                  <a:pt x="438840" y="186400"/>
                </a:lnTo>
                <a:lnTo>
                  <a:pt x="441333" y="189823"/>
                </a:lnTo>
                <a:lnTo>
                  <a:pt x="439986" y="193789"/>
                </a:lnTo>
                <a:lnTo>
                  <a:pt x="434852" y="200244"/>
                </a:lnTo>
                <a:lnTo>
                  <a:pt x="431999" y="199503"/>
                </a:lnTo>
                <a:lnTo>
                  <a:pt x="429721" y="203343"/>
                </a:lnTo>
                <a:lnTo>
                  <a:pt x="428505" y="212455"/>
                </a:lnTo>
                <a:lnTo>
                  <a:pt x="429256" y="213530"/>
                </a:lnTo>
                <a:lnTo>
                  <a:pt x="429836" y="216084"/>
                </a:lnTo>
                <a:lnTo>
                  <a:pt x="426957" y="217608"/>
                </a:lnTo>
                <a:lnTo>
                  <a:pt x="424584" y="219485"/>
                </a:lnTo>
                <a:lnTo>
                  <a:pt x="414168" y="215082"/>
                </a:lnTo>
                <a:lnTo>
                  <a:pt x="413222" y="216964"/>
                </a:lnTo>
                <a:lnTo>
                  <a:pt x="410487" y="216442"/>
                </a:lnTo>
                <a:lnTo>
                  <a:pt x="410683" y="215221"/>
                </a:lnTo>
                <a:lnTo>
                  <a:pt x="403461" y="211490"/>
                </a:lnTo>
                <a:lnTo>
                  <a:pt x="403257" y="210933"/>
                </a:lnTo>
                <a:lnTo>
                  <a:pt x="402603" y="210568"/>
                </a:lnTo>
                <a:lnTo>
                  <a:pt x="401160" y="210878"/>
                </a:lnTo>
                <a:lnTo>
                  <a:pt x="400055" y="212702"/>
                </a:lnTo>
                <a:lnTo>
                  <a:pt x="400916" y="213284"/>
                </a:lnTo>
                <a:lnTo>
                  <a:pt x="400105" y="215247"/>
                </a:lnTo>
                <a:lnTo>
                  <a:pt x="399043" y="215306"/>
                </a:lnTo>
                <a:lnTo>
                  <a:pt x="398066" y="214896"/>
                </a:lnTo>
                <a:lnTo>
                  <a:pt x="395879" y="216565"/>
                </a:lnTo>
                <a:lnTo>
                  <a:pt x="395527" y="218914"/>
                </a:lnTo>
                <a:lnTo>
                  <a:pt x="394428" y="219780"/>
                </a:lnTo>
                <a:lnTo>
                  <a:pt x="391939" y="218226"/>
                </a:lnTo>
                <a:lnTo>
                  <a:pt x="391506" y="220503"/>
                </a:lnTo>
                <a:lnTo>
                  <a:pt x="387904" y="219760"/>
                </a:lnTo>
                <a:lnTo>
                  <a:pt x="385354" y="221046"/>
                </a:lnTo>
                <a:lnTo>
                  <a:pt x="382968" y="223535"/>
                </a:lnTo>
                <a:lnTo>
                  <a:pt x="380277" y="224060"/>
                </a:lnTo>
                <a:lnTo>
                  <a:pt x="378500" y="222318"/>
                </a:lnTo>
                <a:lnTo>
                  <a:pt x="376015" y="225366"/>
                </a:lnTo>
                <a:lnTo>
                  <a:pt x="373726" y="224729"/>
                </a:lnTo>
                <a:lnTo>
                  <a:pt x="367365" y="224096"/>
                </a:lnTo>
                <a:lnTo>
                  <a:pt x="359931" y="228306"/>
                </a:lnTo>
                <a:lnTo>
                  <a:pt x="357987" y="230737"/>
                </a:lnTo>
                <a:lnTo>
                  <a:pt x="356853" y="233913"/>
                </a:lnTo>
                <a:lnTo>
                  <a:pt x="355472" y="234914"/>
                </a:lnTo>
                <a:lnTo>
                  <a:pt x="353811" y="233589"/>
                </a:lnTo>
                <a:lnTo>
                  <a:pt x="350017" y="234176"/>
                </a:lnTo>
                <a:lnTo>
                  <a:pt x="349793" y="233599"/>
                </a:lnTo>
                <a:lnTo>
                  <a:pt x="342260" y="236309"/>
                </a:lnTo>
                <a:lnTo>
                  <a:pt x="343589" y="241672"/>
                </a:lnTo>
                <a:lnTo>
                  <a:pt x="343811" y="244969"/>
                </a:lnTo>
                <a:lnTo>
                  <a:pt x="343380" y="245035"/>
                </a:lnTo>
                <a:lnTo>
                  <a:pt x="341084" y="243416"/>
                </a:lnTo>
                <a:lnTo>
                  <a:pt x="337719" y="241669"/>
                </a:lnTo>
                <a:lnTo>
                  <a:pt x="331648" y="247906"/>
                </a:lnTo>
                <a:lnTo>
                  <a:pt x="321098" y="249822"/>
                </a:lnTo>
                <a:lnTo>
                  <a:pt x="318846" y="251647"/>
                </a:lnTo>
                <a:lnTo>
                  <a:pt x="317908" y="249942"/>
                </a:lnTo>
                <a:lnTo>
                  <a:pt x="311410" y="246681"/>
                </a:lnTo>
                <a:lnTo>
                  <a:pt x="300119" y="249579"/>
                </a:lnTo>
                <a:lnTo>
                  <a:pt x="295370" y="253263"/>
                </a:lnTo>
                <a:lnTo>
                  <a:pt x="295433" y="254885"/>
                </a:lnTo>
                <a:lnTo>
                  <a:pt x="293946" y="265296"/>
                </a:lnTo>
                <a:lnTo>
                  <a:pt x="291071" y="266235"/>
                </a:lnTo>
                <a:lnTo>
                  <a:pt x="287488" y="268327"/>
                </a:lnTo>
                <a:lnTo>
                  <a:pt x="289699" y="270599"/>
                </a:lnTo>
                <a:lnTo>
                  <a:pt x="288281" y="277384"/>
                </a:lnTo>
                <a:lnTo>
                  <a:pt x="284889" y="281749"/>
                </a:lnTo>
                <a:lnTo>
                  <a:pt x="287970" y="288480"/>
                </a:lnTo>
                <a:lnTo>
                  <a:pt x="287015" y="296265"/>
                </a:lnTo>
                <a:lnTo>
                  <a:pt x="286440" y="307765"/>
                </a:lnTo>
                <a:lnTo>
                  <a:pt x="285156" y="308114"/>
                </a:lnTo>
                <a:lnTo>
                  <a:pt x="279230" y="308024"/>
                </a:lnTo>
                <a:lnTo>
                  <a:pt x="274545" y="309174"/>
                </a:lnTo>
                <a:lnTo>
                  <a:pt x="269891" y="304567"/>
                </a:lnTo>
                <a:lnTo>
                  <a:pt x="271616" y="308979"/>
                </a:lnTo>
                <a:lnTo>
                  <a:pt x="258140" y="309354"/>
                </a:lnTo>
                <a:lnTo>
                  <a:pt x="255525" y="311295"/>
                </a:lnTo>
                <a:lnTo>
                  <a:pt x="255137" y="314670"/>
                </a:lnTo>
                <a:lnTo>
                  <a:pt x="253986" y="316257"/>
                </a:lnTo>
                <a:lnTo>
                  <a:pt x="251736" y="317813"/>
                </a:lnTo>
                <a:lnTo>
                  <a:pt x="249035" y="319111"/>
                </a:lnTo>
                <a:lnTo>
                  <a:pt x="246398" y="317340"/>
                </a:lnTo>
                <a:lnTo>
                  <a:pt x="246300" y="319389"/>
                </a:lnTo>
                <a:lnTo>
                  <a:pt x="243068" y="318180"/>
                </a:lnTo>
                <a:lnTo>
                  <a:pt x="241729" y="316593"/>
                </a:lnTo>
                <a:lnTo>
                  <a:pt x="239417" y="315707"/>
                </a:lnTo>
                <a:lnTo>
                  <a:pt x="228918" y="314307"/>
                </a:lnTo>
                <a:lnTo>
                  <a:pt x="226598" y="319472"/>
                </a:lnTo>
                <a:lnTo>
                  <a:pt x="227416" y="323535"/>
                </a:lnTo>
                <a:lnTo>
                  <a:pt x="227718" y="325383"/>
                </a:lnTo>
                <a:lnTo>
                  <a:pt x="232501" y="328241"/>
                </a:lnTo>
                <a:lnTo>
                  <a:pt x="231855" y="329404"/>
                </a:lnTo>
                <a:lnTo>
                  <a:pt x="228598" y="330114"/>
                </a:lnTo>
                <a:lnTo>
                  <a:pt x="227794" y="329987"/>
                </a:lnTo>
                <a:lnTo>
                  <a:pt x="227539" y="336164"/>
                </a:lnTo>
                <a:lnTo>
                  <a:pt x="222701" y="334684"/>
                </a:lnTo>
                <a:lnTo>
                  <a:pt x="220200" y="342104"/>
                </a:lnTo>
                <a:lnTo>
                  <a:pt x="219622" y="342231"/>
                </a:lnTo>
                <a:lnTo>
                  <a:pt x="219721" y="346049"/>
                </a:lnTo>
                <a:lnTo>
                  <a:pt x="225138" y="345785"/>
                </a:lnTo>
                <a:lnTo>
                  <a:pt x="226467" y="345263"/>
                </a:lnTo>
                <a:lnTo>
                  <a:pt x="226436" y="344151"/>
                </a:lnTo>
                <a:lnTo>
                  <a:pt x="229298" y="345213"/>
                </a:lnTo>
                <a:lnTo>
                  <a:pt x="234664" y="349236"/>
                </a:lnTo>
                <a:lnTo>
                  <a:pt x="233678" y="349860"/>
                </a:lnTo>
                <a:lnTo>
                  <a:pt x="233169" y="351165"/>
                </a:lnTo>
                <a:lnTo>
                  <a:pt x="235082" y="352871"/>
                </a:lnTo>
                <a:lnTo>
                  <a:pt x="235997" y="352705"/>
                </a:lnTo>
                <a:lnTo>
                  <a:pt x="238755" y="355367"/>
                </a:lnTo>
                <a:lnTo>
                  <a:pt x="232335" y="363032"/>
                </a:lnTo>
                <a:lnTo>
                  <a:pt x="234074" y="364728"/>
                </a:lnTo>
                <a:lnTo>
                  <a:pt x="233107" y="365364"/>
                </a:lnTo>
                <a:lnTo>
                  <a:pt x="233366" y="366140"/>
                </a:lnTo>
                <a:lnTo>
                  <a:pt x="230999" y="366196"/>
                </a:lnTo>
                <a:lnTo>
                  <a:pt x="230937" y="367601"/>
                </a:lnTo>
                <a:lnTo>
                  <a:pt x="225474" y="366026"/>
                </a:lnTo>
                <a:lnTo>
                  <a:pt x="223474" y="371651"/>
                </a:lnTo>
                <a:lnTo>
                  <a:pt x="225497" y="373578"/>
                </a:lnTo>
                <a:lnTo>
                  <a:pt x="224476" y="375261"/>
                </a:lnTo>
                <a:lnTo>
                  <a:pt x="222606" y="374446"/>
                </a:lnTo>
                <a:lnTo>
                  <a:pt x="220745" y="375531"/>
                </a:lnTo>
                <a:lnTo>
                  <a:pt x="220859" y="377129"/>
                </a:lnTo>
                <a:lnTo>
                  <a:pt x="219538" y="376673"/>
                </a:lnTo>
                <a:lnTo>
                  <a:pt x="219281" y="377101"/>
                </a:lnTo>
                <a:lnTo>
                  <a:pt x="218470" y="380011"/>
                </a:lnTo>
                <a:lnTo>
                  <a:pt x="218466" y="384888"/>
                </a:lnTo>
                <a:lnTo>
                  <a:pt x="220387" y="379845"/>
                </a:lnTo>
                <a:lnTo>
                  <a:pt x="224571" y="382434"/>
                </a:lnTo>
                <a:lnTo>
                  <a:pt x="224580" y="387248"/>
                </a:lnTo>
                <a:lnTo>
                  <a:pt x="223738" y="388927"/>
                </a:lnTo>
                <a:lnTo>
                  <a:pt x="221660" y="389546"/>
                </a:lnTo>
                <a:lnTo>
                  <a:pt x="219167" y="392136"/>
                </a:lnTo>
                <a:lnTo>
                  <a:pt x="220903" y="392537"/>
                </a:lnTo>
                <a:lnTo>
                  <a:pt x="218823" y="395025"/>
                </a:lnTo>
                <a:lnTo>
                  <a:pt x="216886" y="394991"/>
                </a:lnTo>
                <a:lnTo>
                  <a:pt x="213803" y="394279"/>
                </a:lnTo>
                <a:lnTo>
                  <a:pt x="208740" y="393901"/>
                </a:lnTo>
                <a:lnTo>
                  <a:pt x="209716" y="398429"/>
                </a:lnTo>
                <a:lnTo>
                  <a:pt x="207521" y="400633"/>
                </a:lnTo>
                <a:lnTo>
                  <a:pt x="200266" y="401461"/>
                </a:lnTo>
                <a:lnTo>
                  <a:pt x="200043" y="401185"/>
                </a:lnTo>
                <a:lnTo>
                  <a:pt x="200082" y="401570"/>
                </a:lnTo>
                <a:lnTo>
                  <a:pt x="196261" y="403117"/>
                </a:lnTo>
                <a:lnTo>
                  <a:pt x="194939" y="405013"/>
                </a:lnTo>
                <a:lnTo>
                  <a:pt x="192078" y="407959"/>
                </a:lnTo>
                <a:lnTo>
                  <a:pt x="189742" y="408244"/>
                </a:lnTo>
                <a:lnTo>
                  <a:pt x="185096" y="412348"/>
                </a:lnTo>
                <a:lnTo>
                  <a:pt x="180577" y="411219"/>
                </a:lnTo>
                <a:lnTo>
                  <a:pt x="178407" y="409987"/>
                </a:lnTo>
                <a:lnTo>
                  <a:pt x="169755" y="400773"/>
                </a:lnTo>
                <a:lnTo>
                  <a:pt x="164616" y="397860"/>
                </a:lnTo>
                <a:lnTo>
                  <a:pt x="161516" y="402047"/>
                </a:lnTo>
                <a:lnTo>
                  <a:pt x="158113" y="403534"/>
                </a:lnTo>
                <a:lnTo>
                  <a:pt x="155211" y="405579"/>
                </a:lnTo>
                <a:lnTo>
                  <a:pt x="152662" y="408310"/>
                </a:lnTo>
                <a:lnTo>
                  <a:pt x="149101" y="409121"/>
                </a:lnTo>
                <a:lnTo>
                  <a:pt x="145637" y="420625"/>
                </a:lnTo>
                <a:lnTo>
                  <a:pt x="146947" y="421739"/>
                </a:lnTo>
                <a:lnTo>
                  <a:pt x="150436" y="426533"/>
                </a:lnTo>
                <a:lnTo>
                  <a:pt x="148302" y="429418"/>
                </a:lnTo>
                <a:lnTo>
                  <a:pt x="136410" y="428796"/>
                </a:lnTo>
                <a:lnTo>
                  <a:pt x="130520" y="427790"/>
                </a:lnTo>
                <a:lnTo>
                  <a:pt x="125350" y="426549"/>
                </a:lnTo>
                <a:lnTo>
                  <a:pt x="113249" y="425554"/>
                </a:lnTo>
                <a:lnTo>
                  <a:pt x="109341" y="431852"/>
                </a:lnTo>
                <a:lnTo>
                  <a:pt x="106977" y="438140"/>
                </a:lnTo>
                <a:lnTo>
                  <a:pt x="97135" y="433469"/>
                </a:lnTo>
                <a:lnTo>
                  <a:pt x="94494" y="430956"/>
                </a:lnTo>
                <a:lnTo>
                  <a:pt x="90379" y="439508"/>
                </a:lnTo>
                <a:lnTo>
                  <a:pt x="87132" y="441099"/>
                </a:lnTo>
                <a:lnTo>
                  <a:pt x="84686" y="440444"/>
                </a:lnTo>
                <a:lnTo>
                  <a:pt x="76535" y="445138"/>
                </a:lnTo>
                <a:lnTo>
                  <a:pt x="80786" y="452784"/>
                </a:lnTo>
                <a:lnTo>
                  <a:pt x="80351" y="461909"/>
                </a:lnTo>
                <a:lnTo>
                  <a:pt x="87464" y="469099"/>
                </a:lnTo>
                <a:lnTo>
                  <a:pt x="90630" y="480585"/>
                </a:lnTo>
                <a:lnTo>
                  <a:pt x="89712" y="488240"/>
                </a:lnTo>
                <a:lnTo>
                  <a:pt x="84610" y="492020"/>
                </a:lnTo>
                <a:lnTo>
                  <a:pt x="94868" y="498080"/>
                </a:lnTo>
                <a:lnTo>
                  <a:pt x="98228" y="502980"/>
                </a:lnTo>
                <a:lnTo>
                  <a:pt x="97960" y="509523"/>
                </a:lnTo>
                <a:lnTo>
                  <a:pt x="105403" y="509425"/>
                </a:lnTo>
                <a:lnTo>
                  <a:pt x="102385" y="521159"/>
                </a:lnTo>
                <a:lnTo>
                  <a:pt x="90525" y="518269"/>
                </a:lnTo>
                <a:lnTo>
                  <a:pt x="81668" y="514338"/>
                </a:lnTo>
                <a:lnTo>
                  <a:pt x="73711" y="513775"/>
                </a:lnTo>
                <a:lnTo>
                  <a:pt x="71487" y="510376"/>
                </a:lnTo>
                <a:lnTo>
                  <a:pt x="65334" y="510287"/>
                </a:lnTo>
                <a:lnTo>
                  <a:pt x="55706" y="516531"/>
                </a:lnTo>
                <a:lnTo>
                  <a:pt x="60165" y="527701"/>
                </a:lnTo>
                <a:lnTo>
                  <a:pt x="57222" y="530712"/>
                </a:lnTo>
                <a:lnTo>
                  <a:pt x="42627" y="530661"/>
                </a:lnTo>
                <a:lnTo>
                  <a:pt x="42065" y="535514"/>
                </a:lnTo>
                <a:lnTo>
                  <a:pt x="33311" y="545445"/>
                </a:lnTo>
                <a:lnTo>
                  <a:pt x="36689" y="553667"/>
                </a:lnTo>
                <a:lnTo>
                  <a:pt x="31248" y="557460"/>
                </a:lnTo>
                <a:lnTo>
                  <a:pt x="31084" y="559103"/>
                </a:lnTo>
                <a:lnTo>
                  <a:pt x="34949" y="563525"/>
                </a:lnTo>
                <a:lnTo>
                  <a:pt x="34591" y="568875"/>
                </a:lnTo>
                <a:lnTo>
                  <a:pt x="24588" y="582006"/>
                </a:lnTo>
                <a:lnTo>
                  <a:pt x="22256" y="590653"/>
                </a:lnTo>
                <a:lnTo>
                  <a:pt x="16385" y="597046"/>
                </a:lnTo>
                <a:lnTo>
                  <a:pt x="8549" y="613708"/>
                </a:lnTo>
                <a:lnTo>
                  <a:pt x="5934" y="614062"/>
                </a:lnTo>
                <a:lnTo>
                  <a:pt x="5885" y="617343"/>
                </a:lnTo>
                <a:lnTo>
                  <a:pt x="409" y="616966"/>
                </a:lnTo>
                <a:lnTo>
                  <a:pt x="0" y="630449"/>
                </a:lnTo>
                <a:lnTo>
                  <a:pt x="7856" y="634321"/>
                </a:lnTo>
                <a:lnTo>
                  <a:pt x="6252" y="635139"/>
                </a:lnTo>
                <a:lnTo>
                  <a:pt x="15192" y="634924"/>
                </a:lnTo>
                <a:lnTo>
                  <a:pt x="31954" y="636684"/>
                </a:lnTo>
                <a:lnTo>
                  <a:pt x="52991" y="631008"/>
                </a:lnTo>
                <a:lnTo>
                  <a:pt x="60435" y="631059"/>
                </a:lnTo>
                <a:lnTo>
                  <a:pt x="63926" y="628522"/>
                </a:lnTo>
                <a:lnTo>
                  <a:pt x="73629" y="628175"/>
                </a:lnTo>
                <a:lnTo>
                  <a:pt x="89937" y="628546"/>
                </a:lnTo>
                <a:lnTo>
                  <a:pt x="93308" y="631927"/>
                </a:lnTo>
                <a:lnTo>
                  <a:pt x="100746" y="642406"/>
                </a:lnTo>
                <a:lnTo>
                  <a:pt x="99251" y="638495"/>
                </a:lnTo>
                <a:lnTo>
                  <a:pt x="102283" y="639285"/>
                </a:lnTo>
                <a:lnTo>
                  <a:pt x="105420" y="639324"/>
                </a:lnTo>
                <a:lnTo>
                  <a:pt x="110202" y="638592"/>
                </a:lnTo>
                <a:lnTo>
                  <a:pt x="117311" y="639734"/>
                </a:lnTo>
                <a:lnTo>
                  <a:pt x="121792" y="638820"/>
                </a:lnTo>
                <a:lnTo>
                  <a:pt x="124779" y="642482"/>
                </a:lnTo>
                <a:lnTo>
                  <a:pt x="135180" y="646620"/>
                </a:lnTo>
                <a:lnTo>
                  <a:pt x="135115" y="646810"/>
                </a:lnTo>
                <a:lnTo>
                  <a:pt x="139185" y="648837"/>
                </a:lnTo>
                <a:lnTo>
                  <a:pt x="139533" y="650159"/>
                </a:lnTo>
                <a:lnTo>
                  <a:pt x="138586" y="654760"/>
                </a:lnTo>
                <a:lnTo>
                  <a:pt x="137991" y="663333"/>
                </a:lnTo>
                <a:lnTo>
                  <a:pt x="141278" y="662763"/>
                </a:lnTo>
                <a:lnTo>
                  <a:pt x="141792" y="666931"/>
                </a:lnTo>
                <a:lnTo>
                  <a:pt x="150620" y="673451"/>
                </a:lnTo>
                <a:lnTo>
                  <a:pt x="149921" y="682341"/>
                </a:lnTo>
                <a:lnTo>
                  <a:pt x="143264" y="681746"/>
                </a:lnTo>
                <a:lnTo>
                  <a:pt x="136417" y="682419"/>
                </a:lnTo>
                <a:lnTo>
                  <a:pt x="131707" y="678398"/>
                </a:lnTo>
                <a:lnTo>
                  <a:pt x="131566" y="682477"/>
                </a:lnTo>
                <a:lnTo>
                  <a:pt x="129360" y="684398"/>
                </a:lnTo>
                <a:lnTo>
                  <a:pt x="129309" y="687545"/>
                </a:lnTo>
                <a:lnTo>
                  <a:pt x="118801" y="691038"/>
                </a:lnTo>
                <a:lnTo>
                  <a:pt x="113146" y="691012"/>
                </a:lnTo>
                <a:lnTo>
                  <a:pt x="111615" y="699466"/>
                </a:lnTo>
                <a:lnTo>
                  <a:pt x="106057" y="705371"/>
                </a:lnTo>
                <a:lnTo>
                  <a:pt x="109563" y="705739"/>
                </a:lnTo>
                <a:lnTo>
                  <a:pt x="111277" y="706568"/>
                </a:lnTo>
                <a:lnTo>
                  <a:pt x="115507" y="707340"/>
                </a:lnTo>
                <a:lnTo>
                  <a:pt x="117718" y="708141"/>
                </a:lnTo>
                <a:lnTo>
                  <a:pt x="121070" y="708136"/>
                </a:lnTo>
                <a:lnTo>
                  <a:pt x="120884" y="705083"/>
                </a:lnTo>
                <a:lnTo>
                  <a:pt x="125654" y="703946"/>
                </a:lnTo>
                <a:lnTo>
                  <a:pt x="125795" y="703279"/>
                </a:lnTo>
                <a:lnTo>
                  <a:pt x="131951" y="705405"/>
                </a:lnTo>
                <a:lnTo>
                  <a:pt x="131421" y="705967"/>
                </a:lnTo>
                <a:lnTo>
                  <a:pt x="132712" y="712166"/>
                </a:lnTo>
                <a:lnTo>
                  <a:pt x="140068" y="712900"/>
                </a:lnTo>
                <a:lnTo>
                  <a:pt x="142022" y="714856"/>
                </a:lnTo>
                <a:lnTo>
                  <a:pt x="155271" y="718782"/>
                </a:lnTo>
                <a:lnTo>
                  <a:pt x="154842" y="719415"/>
                </a:lnTo>
                <a:lnTo>
                  <a:pt x="153834" y="719530"/>
                </a:lnTo>
                <a:lnTo>
                  <a:pt x="152858" y="721622"/>
                </a:lnTo>
                <a:lnTo>
                  <a:pt x="152043" y="722588"/>
                </a:lnTo>
                <a:lnTo>
                  <a:pt x="150129" y="722490"/>
                </a:lnTo>
                <a:lnTo>
                  <a:pt x="149845" y="722866"/>
                </a:lnTo>
                <a:lnTo>
                  <a:pt x="149436" y="722718"/>
                </a:lnTo>
                <a:lnTo>
                  <a:pt x="148058" y="723303"/>
                </a:lnTo>
                <a:lnTo>
                  <a:pt x="147724" y="723140"/>
                </a:lnTo>
                <a:lnTo>
                  <a:pt x="147051" y="724261"/>
                </a:lnTo>
                <a:lnTo>
                  <a:pt x="146373" y="724273"/>
                </a:lnTo>
                <a:lnTo>
                  <a:pt x="146596" y="724600"/>
                </a:lnTo>
                <a:lnTo>
                  <a:pt x="146406" y="725023"/>
                </a:lnTo>
                <a:lnTo>
                  <a:pt x="146679" y="725085"/>
                </a:lnTo>
                <a:lnTo>
                  <a:pt x="146750" y="725446"/>
                </a:lnTo>
                <a:lnTo>
                  <a:pt x="147899" y="726067"/>
                </a:lnTo>
                <a:lnTo>
                  <a:pt x="147602" y="726352"/>
                </a:lnTo>
                <a:lnTo>
                  <a:pt x="148020" y="726566"/>
                </a:lnTo>
                <a:lnTo>
                  <a:pt x="147889" y="726962"/>
                </a:lnTo>
                <a:lnTo>
                  <a:pt x="147174" y="727472"/>
                </a:lnTo>
                <a:lnTo>
                  <a:pt x="145188" y="727501"/>
                </a:lnTo>
                <a:lnTo>
                  <a:pt x="144794" y="728125"/>
                </a:lnTo>
                <a:lnTo>
                  <a:pt x="145659" y="729424"/>
                </a:lnTo>
                <a:lnTo>
                  <a:pt x="145734" y="729900"/>
                </a:lnTo>
                <a:lnTo>
                  <a:pt x="145217" y="730259"/>
                </a:lnTo>
                <a:lnTo>
                  <a:pt x="145850" y="730885"/>
                </a:lnTo>
                <a:lnTo>
                  <a:pt x="145978" y="731486"/>
                </a:lnTo>
                <a:lnTo>
                  <a:pt x="145738" y="731714"/>
                </a:lnTo>
                <a:lnTo>
                  <a:pt x="145215" y="731555"/>
                </a:lnTo>
                <a:lnTo>
                  <a:pt x="145327" y="731974"/>
                </a:lnTo>
                <a:lnTo>
                  <a:pt x="144743" y="732248"/>
                </a:lnTo>
                <a:lnTo>
                  <a:pt x="144993" y="732730"/>
                </a:lnTo>
                <a:lnTo>
                  <a:pt x="144450" y="733269"/>
                </a:lnTo>
                <a:lnTo>
                  <a:pt x="144375" y="735561"/>
                </a:lnTo>
                <a:lnTo>
                  <a:pt x="144876" y="736163"/>
                </a:lnTo>
                <a:lnTo>
                  <a:pt x="145384" y="736074"/>
                </a:lnTo>
                <a:lnTo>
                  <a:pt x="146183" y="737535"/>
                </a:lnTo>
                <a:lnTo>
                  <a:pt x="145951" y="737797"/>
                </a:lnTo>
                <a:lnTo>
                  <a:pt x="146436" y="739482"/>
                </a:lnTo>
                <a:lnTo>
                  <a:pt x="146110" y="740075"/>
                </a:lnTo>
                <a:lnTo>
                  <a:pt x="146442" y="740342"/>
                </a:lnTo>
                <a:lnTo>
                  <a:pt x="146373" y="740982"/>
                </a:lnTo>
                <a:lnTo>
                  <a:pt x="146027" y="742698"/>
                </a:lnTo>
                <a:lnTo>
                  <a:pt x="148897" y="742998"/>
                </a:lnTo>
                <a:lnTo>
                  <a:pt x="160949" y="745701"/>
                </a:lnTo>
                <a:lnTo>
                  <a:pt x="162605" y="745913"/>
                </a:lnTo>
                <a:lnTo>
                  <a:pt x="163064" y="745630"/>
                </a:lnTo>
                <a:lnTo>
                  <a:pt x="165063" y="746924"/>
                </a:lnTo>
                <a:lnTo>
                  <a:pt x="165563" y="746714"/>
                </a:lnTo>
                <a:lnTo>
                  <a:pt x="167102" y="747444"/>
                </a:lnTo>
                <a:lnTo>
                  <a:pt x="168429" y="747386"/>
                </a:lnTo>
                <a:lnTo>
                  <a:pt x="170655" y="748145"/>
                </a:lnTo>
                <a:lnTo>
                  <a:pt x="171301" y="747771"/>
                </a:lnTo>
                <a:lnTo>
                  <a:pt x="178145" y="749771"/>
                </a:lnTo>
                <a:lnTo>
                  <a:pt x="182996" y="750028"/>
                </a:lnTo>
                <a:lnTo>
                  <a:pt x="185427" y="750871"/>
                </a:lnTo>
                <a:lnTo>
                  <a:pt x="186375" y="750571"/>
                </a:lnTo>
                <a:lnTo>
                  <a:pt x="187130" y="749722"/>
                </a:lnTo>
                <a:lnTo>
                  <a:pt x="187184" y="750148"/>
                </a:lnTo>
                <a:lnTo>
                  <a:pt x="188483" y="750471"/>
                </a:lnTo>
                <a:lnTo>
                  <a:pt x="191762" y="750884"/>
                </a:lnTo>
                <a:lnTo>
                  <a:pt x="201533" y="753014"/>
                </a:lnTo>
                <a:lnTo>
                  <a:pt x="203129" y="752919"/>
                </a:lnTo>
                <a:lnTo>
                  <a:pt x="205695" y="753437"/>
                </a:lnTo>
                <a:lnTo>
                  <a:pt x="206487" y="753315"/>
                </a:lnTo>
                <a:lnTo>
                  <a:pt x="208330" y="753874"/>
                </a:lnTo>
                <a:lnTo>
                  <a:pt x="209271" y="753703"/>
                </a:lnTo>
                <a:lnTo>
                  <a:pt x="210218" y="754141"/>
                </a:lnTo>
                <a:lnTo>
                  <a:pt x="214338" y="754967"/>
                </a:lnTo>
                <a:lnTo>
                  <a:pt x="214933" y="754649"/>
                </a:lnTo>
                <a:lnTo>
                  <a:pt x="215723" y="755135"/>
                </a:lnTo>
                <a:lnTo>
                  <a:pt x="220582" y="755866"/>
                </a:lnTo>
                <a:lnTo>
                  <a:pt x="221451" y="756183"/>
                </a:lnTo>
                <a:lnTo>
                  <a:pt x="221645" y="756499"/>
                </a:lnTo>
                <a:lnTo>
                  <a:pt x="222695" y="756171"/>
                </a:lnTo>
                <a:lnTo>
                  <a:pt x="223170" y="755654"/>
                </a:lnTo>
                <a:lnTo>
                  <a:pt x="224649" y="756065"/>
                </a:lnTo>
                <a:lnTo>
                  <a:pt x="226144" y="755935"/>
                </a:lnTo>
                <a:lnTo>
                  <a:pt x="228288" y="756777"/>
                </a:lnTo>
                <a:lnTo>
                  <a:pt x="228880" y="756519"/>
                </a:lnTo>
                <a:lnTo>
                  <a:pt x="230263" y="757136"/>
                </a:lnTo>
                <a:lnTo>
                  <a:pt x="231646" y="756908"/>
                </a:lnTo>
                <a:lnTo>
                  <a:pt x="232728" y="757385"/>
                </a:lnTo>
                <a:lnTo>
                  <a:pt x="233358" y="757192"/>
                </a:lnTo>
                <a:lnTo>
                  <a:pt x="233390" y="756041"/>
                </a:lnTo>
                <a:lnTo>
                  <a:pt x="233748" y="756133"/>
                </a:lnTo>
                <a:lnTo>
                  <a:pt x="234449" y="757011"/>
                </a:lnTo>
                <a:lnTo>
                  <a:pt x="235201" y="757127"/>
                </a:lnTo>
                <a:lnTo>
                  <a:pt x="235555" y="757826"/>
                </a:lnTo>
                <a:lnTo>
                  <a:pt x="236756" y="758135"/>
                </a:lnTo>
                <a:lnTo>
                  <a:pt x="236821" y="758544"/>
                </a:lnTo>
                <a:lnTo>
                  <a:pt x="237546" y="758458"/>
                </a:lnTo>
                <a:lnTo>
                  <a:pt x="237581" y="758677"/>
                </a:lnTo>
                <a:lnTo>
                  <a:pt x="237814" y="758298"/>
                </a:lnTo>
                <a:lnTo>
                  <a:pt x="239720" y="759442"/>
                </a:lnTo>
                <a:lnTo>
                  <a:pt x="240903" y="759414"/>
                </a:lnTo>
                <a:lnTo>
                  <a:pt x="241183" y="759860"/>
                </a:lnTo>
                <a:lnTo>
                  <a:pt x="241421" y="759520"/>
                </a:lnTo>
                <a:lnTo>
                  <a:pt x="242255" y="760437"/>
                </a:lnTo>
                <a:lnTo>
                  <a:pt x="244476" y="760779"/>
                </a:lnTo>
                <a:lnTo>
                  <a:pt x="245348" y="761302"/>
                </a:lnTo>
                <a:lnTo>
                  <a:pt x="245906" y="761163"/>
                </a:lnTo>
                <a:lnTo>
                  <a:pt x="247714" y="762189"/>
                </a:lnTo>
                <a:lnTo>
                  <a:pt x="249135" y="762312"/>
                </a:lnTo>
                <a:lnTo>
                  <a:pt x="249805" y="762733"/>
                </a:lnTo>
                <a:lnTo>
                  <a:pt x="250103" y="763301"/>
                </a:lnTo>
                <a:lnTo>
                  <a:pt x="250586" y="763252"/>
                </a:lnTo>
                <a:lnTo>
                  <a:pt x="251903" y="764049"/>
                </a:lnTo>
                <a:lnTo>
                  <a:pt x="253150" y="763929"/>
                </a:lnTo>
                <a:lnTo>
                  <a:pt x="253872" y="764311"/>
                </a:lnTo>
                <a:lnTo>
                  <a:pt x="254755" y="764350"/>
                </a:lnTo>
                <a:lnTo>
                  <a:pt x="256538" y="764079"/>
                </a:lnTo>
                <a:lnTo>
                  <a:pt x="257594" y="764352"/>
                </a:lnTo>
                <a:lnTo>
                  <a:pt x="258391" y="764082"/>
                </a:lnTo>
                <a:lnTo>
                  <a:pt x="258897" y="764478"/>
                </a:lnTo>
                <a:lnTo>
                  <a:pt x="259963" y="764384"/>
                </a:lnTo>
                <a:lnTo>
                  <a:pt x="260331" y="764625"/>
                </a:lnTo>
                <a:lnTo>
                  <a:pt x="261858" y="764201"/>
                </a:lnTo>
                <a:lnTo>
                  <a:pt x="262446" y="764426"/>
                </a:lnTo>
                <a:lnTo>
                  <a:pt x="263287" y="764316"/>
                </a:lnTo>
                <a:lnTo>
                  <a:pt x="263249" y="764602"/>
                </a:lnTo>
                <a:lnTo>
                  <a:pt x="264526" y="765449"/>
                </a:lnTo>
                <a:lnTo>
                  <a:pt x="264778" y="765368"/>
                </a:lnTo>
                <a:lnTo>
                  <a:pt x="264862" y="765736"/>
                </a:lnTo>
                <a:lnTo>
                  <a:pt x="265520" y="765862"/>
                </a:lnTo>
                <a:lnTo>
                  <a:pt x="266421" y="767012"/>
                </a:lnTo>
                <a:lnTo>
                  <a:pt x="267687" y="767218"/>
                </a:lnTo>
                <a:lnTo>
                  <a:pt x="270510" y="768955"/>
                </a:lnTo>
                <a:lnTo>
                  <a:pt x="272389" y="770673"/>
                </a:lnTo>
                <a:lnTo>
                  <a:pt x="272270" y="771001"/>
                </a:lnTo>
                <a:lnTo>
                  <a:pt x="272669" y="771045"/>
                </a:lnTo>
                <a:lnTo>
                  <a:pt x="272466" y="771356"/>
                </a:lnTo>
                <a:lnTo>
                  <a:pt x="273520" y="772319"/>
                </a:lnTo>
                <a:lnTo>
                  <a:pt x="275554" y="773480"/>
                </a:lnTo>
                <a:lnTo>
                  <a:pt x="277791" y="775410"/>
                </a:lnTo>
                <a:lnTo>
                  <a:pt x="280607" y="776668"/>
                </a:lnTo>
                <a:lnTo>
                  <a:pt x="282031" y="776514"/>
                </a:lnTo>
                <a:lnTo>
                  <a:pt x="282243" y="776899"/>
                </a:lnTo>
                <a:lnTo>
                  <a:pt x="283932" y="777599"/>
                </a:lnTo>
                <a:lnTo>
                  <a:pt x="284858" y="776998"/>
                </a:lnTo>
                <a:lnTo>
                  <a:pt x="287097" y="777780"/>
                </a:lnTo>
                <a:lnTo>
                  <a:pt x="287269" y="777618"/>
                </a:lnTo>
                <a:lnTo>
                  <a:pt x="288630" y="778008"/>
                </a:lnTo>
                <a:lnTo>
                  <a:pt x="289327" y="777830"/>
                </a:lnTo>
                <a:lnTo>
                  <a:pt x="289468" y="778103"/>
                </a:lnTo>
                <a:lnTo>
                  <a:pt x="290262" y="778339"/>
                </a:lnTo>
                <a:lnTo>
                  <a:pt x="291331" y="778314"/>
                </a:lnTo>
                <a:lnTo>
                  <a:pt x="291225" y="778483"/>
                </a:lnTo>
                <a:lnTo>
                  <a:pt x="292179" y="778858"/>
                </a:lnTo>
                <a:lnTo>
                  <a:pt x="292577" y="779323"/>
                </a:lnTo>
                <a:lnTo>
                  <a:pt x="293382" y="779399"/>
                </a:lnTo>
                <a:lnTo>
                  <a:pt x="294580" y="780120"/>
                </a:lnTo>
                <a:lnTo>
                  <a:pt x="295042" y="779957"/>
                </a:lnTo>
                <a:lnTo>
                  <a:pt x="295836" y="780288"/>
                </a:lnTo>
                <a:lnTo>
                  <a:pt x="296051" y="780095"/>
                </a:lnTo>
                <a:lnTo>
                  <a:pt x="296243" y="780499"/>
                </a:lnTo>
                <a:lnTo>
                  <a:pt x="297711" y="780608"/>
                </a:lnTo>
                <a:lnTo>
                  <a:pt x="299232" y="781272"/>
                </a:lnTo>
                <a:lnTo>
                  <a:pt x="299430" y="781180"/>
                </a:lnTo>
                <a:lnTo>
                  <a:pt x="298937" y="780719"/>
                </a:lnTo>
                <a:lnTo>
                  <a:pt x="298888" y="779818"/>
                </a:lnTo>
                <a:lnTo>
                  <a:pt x="299255" y="779180"/>
                </a:lnTo>
                <a:lnTo>
                  <a:pt x="300334" y="778305"/>
                </a:lnTo>
                <a:lnTo>
                  <a:pt x="302954" y="777652"/>
                </a:lnTo>
                <a:lnTo>
                  <a:pt x="305251" y="777803"/>
                </a:lnTo>
                <a:lnTo>
                  <a:pt x="307239" y="778180"/>
                </a:lnTo>
                <a:lnTo>
                  <a:pt x="310560" y="779972"/>
                </a:lnTo>
                <a:lnTo>
                  <a:pt x="311386" y="779899"/>
                </a:lnTo>
                <a:lnTo>
                  <a:pt x="311345" y="780325"/>
                </a:lnTo>
                <a:lnTo>
                  <a:pt x="311856" y="780678"/>
                </a:lnTo>
                <a:lnTo>
                  <a:pt x="312471" y="780682"/>
                </a:lnTo>
                <a:lnTo>
                  <a:pt x="312771" y="781129"/>
                </a:lnTo>
                <a:lnTo>
                  <a:pt x="313689" y="781218"/>
                </a:lnTo>
                <a:lnTo>
                  <a:pt x="313939" y="780909"/>
                </a:lnTo>
                <a:lnTo>
                  <a:pt x="316024" y="781808"/>
                </a:lnTo>
                <a:lnTo>
                  <a:pt x="316347" y="781266"/>
                </a:lnTo>
                <a:lnTo>
                  <a:pt x="317374" y="780657"/>
                </a:lnTo>
                <a:lnTo>
                  <a:pt x="319079" y="780390"/>
                </a:lnTo>
                <a:lnTo>
                  <a:pt x="322115" y="781534"/>
                </a:lnTo>
                <a:lnTo>
                  <a:pt x="323439" y="782332"/>
                </a:lnTo>
                <a:lnTo>
                  <a:pt x="323900" y="782205"/>
                </a:lnTo>
                <a:lnTo>
                  <a:pt x="324006" y="782566"/>
                </a:lnTo>
                <a:lnTo>
                  <a:pt x="324342" y="782460"/>
                </a:lnTo>
                <a:lnTo>
                  <a:pt x="324686" y="782768"/>
                </a:lnTo>
                <a:lnTo>
                  <a:pt x="325899" y="782517"/>
                </a:lnTo>
                <a:lnTo>
                  <a:pt x="326171" y="782957"/>
                </a:lnTo>
                <a:lnTo>
                  <a:pt x="327446" y="783142"/>
                </a:lnTo>
                <a:lnTo>
                  <a:pt x="328060" y="782628"/>
                </a:lnTo>
                <a:lnTo>
                  <a:pt x="328791" y="782593"/>
                </a:lnTo>
                <a:lnTo>
                  <a:pt x="332525" y="784615"/>
                </a:lnTo>
                <a:lnTo>
                  <a:pt x="333459" y="784749"/>
                </a:lnTo>
                <a:lnTo>
                  <a:pt x="333923" y="785243"/>
                </a:lnTo>
                <a:lnTo>
                  <a:pt x="335482" y="785770"/>
                </a:lnTo>
                <a:lnTo>
                  <a:pt x="335610" y="784863"/>
                </a:lnTo>
                <a:lnTo>
                  <a:pt x="334985" y="784095"/>
                </a:lnTo>
                <a:lnTo>
                  <a:pt x="335301" y="783275"/>
                </a:lnTo>
                <a:lnTo>
                  <a:pt x="335945" y="782623"/>
                </a:lnTo>
                <a:lnTo>
                  <a:pt x="337722" y="781992"/>
                </a:lnTo>
                <a:lnTo>
                  <a:pt x="340957" y="782547"/>
                </a:lnTo>
                <a:lnTo>
                  <a:pt x="339135" y="781085"/>
                </a:lnTo>
                <a:lnTo>
                  <a:pt x="338999" y="780624"/>
                </a:lnTo>
                <a:lnTo>
                  <a:pt x="337749" y="779971"/>
                </a:lnTo>
                <a:lnTo>
                  <a:pt x="336633" y="778987"/>
                </a:lnTo>
                <a:lnTo>
                  <a:pt x="334785" y="777012"/>
                </a:lnTo>
                <a:lnTo>
                  <a:pt x="336502" y="772037"/>
                </a:lnTo>
                <a:lnTo>
                  <a:pt x="337461" y="771526"/>
                </a:lnTo>
                <a:lnTo>
                  <a:pt x="340118" y="768533"/>
                </a:lnTo>
                <a:lnTo>
                  <a:pt x="343275" y="766244"/>
                </a:lnTo>
                <a:lnTo>
                  <a:pt x="346884" y="761686"/>
                </a:lnTo>
                <a:lnTo>
                  <a:pt x="347699" y="761507"/>
                </a:lnTo>
                <a:lnTo>
                  <a:pt x="349238" y="760354"/>
                </a:lnTo>
                <a:lnTo>
                  <a:pt x="349074" y="759949"/>
                </a:lnTo>
                <a:lnTo>
                  <a:pt x="349351" y="758053"/>
                </a:lnTo>
                <a:lnTo>
                  <a:pt x="350049" y="756669"/>
                </a:lnTo>
                <a:lnTo>
                  <a:pt x="349713" y="755346"/>
                </a:lnTo>
                <a:lnTo>
                  <a:pt x="351170" y="751563"/>
                </a:lnTo>
                <a:lnTo>
                  <a:pt x="350395" y="749783"/>
                </a:lnTo>
                <a:lnTo>
                  <a:pt x="350312" y="747988"/>
                </a:lnTo>
                <a:lnTo>
                  <a:pt x="352009" y="745932"/>
                </a:lnTo>
                <a:lnTo>
                  <a:pt x="356443" y="743068"/>
                </a:lnTo>
                <a:lnTo>
                  <a:pt x="359971" y="741482"/>
                </a:lnTo>
                <a:lnTo>
                  <a:pt x="364481" y="740157"/>
                </a:lnTo>
                <a:lnTo>
                  <a:pt x="365407" y="740216"/>
                </a:lnTo>
                <a:lnTo>
                  <a:pt x="366756" y="739667"/>
                </a:lnTo>
                <a:lnTo>
                  <a:pt x="374181" y="738662"/>
                </a:lnTo>
                <a:lnTo>
                  <a:pt x="378641" y="738313"/>
                </a:lnTo>
                <a:lnTo>
                  <a:pt x="386331" y="738406"/>
                </a:lnTo>
                <a:lnTo>
                  <a:pt x="394164" y="739376"/>
                </a:lnTo>
                <a:lnTo>
                  <a:pt x="402285" y="741468"/>
                </a:lnTo>
                <a:lnTo>
                  <a:pt x="410365" y="744404"/>
                </a:lnTo>
                <a:lnTo>
                  <a:pt x="411170" y="745121"/>
                </a:lnTo>
                <a:lnTo>
                  <a:pt x="416623" y="748022"/>
                </a:lnTo>
                <a:lnTo>
                  <a:pt x="417597" y="748777"/>
                </a:lnTo>
                <a:lnTo>
                  <a:pt x="419257" y="749517"/>
                </a:lnTo>
                <a:lnTo>
                  <a:pt x="422412" y="750233"/>
                </a:lnTo>
                <a:lnTo>
                  <a:pt x="424141" y="751315"/>
                </a:lnTo>
                <a:lnTo>
                  <a:pt x="424480" y="751854"/>
                </a:lnTo>
                <a:lnTo>
                  <a:pt x="426529" y="752727"/>
                </a:lnTo>
                <a:lnTo>
                  <a:pt x="427125" y="752357"/>
                </a:lnTo>
                <a:lnTo>
                  <a:pt x="427692" y="752564"/>
                </a:lnTo>
                <a:lnTo>
                  <a:pt x="428259" y="752293"/>
                </a:lnTo>
                <a:lnTo>
                  <a:pt x="428813" y="752520"/>
                </a:lnTo>
                <a:lnTo>
                  <a:pt x="430398" y="752379"/>
                </a:lnTo>
                <a:lnTo>
                  <a:pt x="431684" y="752722"/>
                </a:lnTo>
                <a:lnTo>
                  <a:pt x="433612" y="751889"/>
                </a:lnTo>
                <a:lnTo>
                  <a:pt x="436139" y="751623"/>
                </a:lnTo>
                <a:lnTo>
                  <a:pt x="438384" y="752478"/>
                </a:lnTo>
                <a:lnTo>
                  <a:pt x="439779" y="752517"/>
                </a:lnTo>
                <a:lnTo>
                  <a:pt x="440870" y="752938"/>
                </a:lnTo>
                <a:lnTo>
                  <a:pt x="441987" y="752716"/>
                </a:lnTo>
                <a:lnTo>
                  <a:pt x="443139" y="753396"/>
                </a:lnTo>
                <a:lnTo>
                  <a:pt x="444344" y="753050"/>
                </a:lnTo>
                <a:lnTo>
                  <a:pt x="447082" y="754265"/>
                </a:lnTo>
                <a:lnTo>
                  <a:pt x="448089" y="754147"/>
                </a:lnTo>
                <a:lnTo>
                  <a:pt x="449072" y="754628"/>
                </a:lnTo>
                <a:lnTo>
                  <a:pt x="452341" y="754926"/>
                </a:lnTo>
                <a:lnTo>
                  <a:pt x="454032" y="755923"/>
                </a:lnTo>
                <a:lnTo>
                  <a:pt x="455675" y="755899"/>
                </a:lnTo>
                <a:lnTo>
                  <a:pt x="455908" y="755445"/>
                </a:lnTo>
                <a:lnTo>
                  <a:pt x="456929" y="755487"/>
                </a:lnTo>
                <a:lnTo>
                  <a:pt x="458431" y="754906"/>
                </a:lnTo>
                <a:lnTo>
                  <a:pt x="460412" y="755224"/>
                </a:lnTo>
                <a:lnTo>
                  <a:pt x="461543" y="755763"/>
                </a:lnTo>
                <a:lnTo>
                  <a:pt x="461703" y="755178"/>
                </a:lnTo>
                <a:lnTo>
                  <a:pt x="462523" y="755233"/>
                </a:lnTo>
                <a:lnTo>
                  <a:pt x="463337" y="754409"/>
                </a:lnTo>
                <a:lnTo>
                  <a:pt x="463290" y="753984"/>
                </a:lnTo>
                <a:lnTo>
                  <a:pt x="464261" y="753681"/>
                </a:lnTo>
                <a:lnTo>
                  <a:pt x="464252" y="753184"/>
                </a:lnTo>
                <a:lnTo>
                  <a:pt x="464452" y="752791"/>
                </a:lnTo>
                <a:lnTo>
                  <a:pt x="464765" y="752808"/>
                </a:lnTo>
                <a:lnTo>
                  <a:pt x="464980" y="752151"/>
                </a:lnTo>
                <a:lnTo>
                  <a:pt x="466631" y="751480"/>
                </a:lnTo>
                <a:lnTo>
                  <a:pt x="469589" y="751566"/>
                </a:lnTo>
                <a:lnTo>
                  <a:pt x="470402" y="751929"/>
                </a:lnTo>
                <a:lnTo>
                  <a:pt x="470893" y="751860"/>
                </a:lnTo>
                <a:lnTo>
                  <a:pt x="470939" y="752352"/>
                </a:lnTo>
                <a:lnTo>
                  <a:pt x="473659" y="752605"/>
                </a:lnTo>
                <a:lnTo>
                  <a:pt x="473459" y="752273"/>
                </a:lnTo>
                <a:lnTo>
                  <a:pt x="473725" y="752243"/>
                </a:lnTo>
                <a:lnTo>
                  <a:pt x="472389" y="750326"/>
                </a:lnTo>
                <a:lnTo>
                  <a:pt x="471070" y="746549"/>
                </a:lnTo>
                <a:lnTo>
                  <a:pt x="469074" y="744229"/>
                </a:lnTo>
                <a:lnTo>
                  <a:pt x="468715" y="743344"/>
                </a:lnTo>
                <a:lnTo>
                  <a:pt x="467029" y="742879"/>
                </a:lnTo>
                <a:lnTo>
                  <a:pt x="464850" y="741703"/>
                </a:lnTo>
                <a:lnTo>
                  <a:pt x="464395" y="739401"/>
                </a:lnTo>
                <a:lnTo>
                  <a:pt x="463019" y="740347"/>
                </a:lnTo>
                <a:lnTo>
                  <a:pt x="462454" y="739894"/>
                </a:lnTo>
                <a:lnTo>
                  <a:pt x="462754" y="739685"/>
                </a:lnTo>
                <a:lnTo>
                  <a:pt x="462142" y="739676"/>
                </a:lnTo>
                <a:lnTo>
                  <a:pt x="461994" y="739484"/>
                </a:lnTo>
                <a:lnTo>
                  <a:pt x="463190" y="739344"/>
                </a:lnTo>
                <a:lnTo>
                  <a:pt x="463183" y="739079"/>
                </a:lnTo>
                <a:lnTo>
                  <a:pt x="462246" y="739146"/>
                </a:lnTo>
                <a:lnTo>
                  <a:pt x="461614" y="738803"/>
                </a:lnTo>
                <a:lnTo>
                  <a:pt x="463832" y="738506"/>
                </a:lnTo>
                <a:lnTo>
                  <a:pt x="463599" y="737838"/>
                </a:lnTo>
                <a:lnTo>
                  <a:pt x="461225" y="737988"/>
                </a:lnTo>
                <a:lnTo>
                  <a:pt x="459858" y="737182"/>
                </a:lnTo>
                <a:lnTo>
                  <a:pt x="459350" y="736482"/>
                </a:lnTo>
                <a:lnTo>
                  <a:pt x="459198" y="733154"/>
                </a:lnTo>
                <a:lnTo>
                  <a:pt x="459566" y="730895"/>
                </a:lnTo>
                <a:lnTo>
                  <a:pt x="460997" y="726044"/>
                </a:lnTo>
                <a:lnTo>
                  <a:pt x="462828" y="721523"/>
                </a:lnTo>
                <a:lnTo>
                  <a:pt x="462895" y="720884"/>
                </a:lnTo>
                <a:lnTo>
                  <a:pt x="462529" y="720529"/>
                </a:lnTo>
                <a:lnTo>
                  <a:pt x="463096" y="720466"/>
                </a:lnTo>
                <a:lnTo>
                  <a:pt x="463442" y="720031"/>
                </a:lnTo>
                <a:lnTo>
                  <a:pt x="464244" y="718153"/>
                </a:lnTo>
                <a:lnTo>
                  <a:pt x="468130" y="712543"/>
                </a:lnTo>
                <a:lnTo>
                  <a:pt x="471468" y="709063"/>
                </a:lnTo>
                <a:lnTo>
                  <a:pt x="474386" y="706645"/>
                </a:lnTo>
                <a:lnTo>
                  <a:pt x="480068" y="702918"/>
                </a:lnTo>
                <a:lnTo>
                  <a:pt x="481675" y="702264"/>
                </a:lnTo>
                <a:lnTo>
                  <a:pt x="483785" y="700932"/>
                </a:lnTo>
                <a:lnTo>
                  <a:pt x="485237" y="699588"/>
                </a:lnTo>
                <a:lnTo>
                  <a:pt x="488100" y="697898"/>
                </a:lnTo>
                <a:lnTo>
                  <a:pt x="495991" y="694500"/>
                </a:lnTo>
                <a:lnTo>
                  <a:pt x="506670" y="692432"/>
                </a:lnTo>
                <a:lnTo>
                  <a:pt x="515002" y="691652"/>
                </a:lnTo>
                <a:lnTo>
                  <a:pt x="526892" y="691208"/>
                </a:lnTo>
                <a:lnTo>
                  <a:pt x="534472" y="691654"/>
                </a:lnTo>
                <a:lnTo>
                  <a:pt x="543390" y="693200"/>
                </a:lnTo>
                <a:lnTo>
                  <a:pt x="551889" y="695665"/>
                </a:lnTo>
                <a:lnTo>
                  <a:pt x="561613" y="699538"/>
                </a:lnTo>
                <a:lnTo>
                  <a:pt x="565998" y="701694"/>
                </a:lnTo>
                <a:lnTo>
                  <a:pt x="567354" y="702722"/>
                </a:lnTo>
                <a:lnTo>
                  <a:pt x="568642" y="703080"/>
                </a:lnTo>
                <a:lnTo>
                  <a:pt x="573380" y="704011"/>
                </a:lnTo>
                <a:lnTo>
                  <a:pt x="576116" y="703514"/>
                </a:lnTo>
                <a:lnTo>
                  <a:pt x="577885" y="702834"/>
                </a:lnTo>
                <a:lnTo>
                  <a:pt x="582367" y="702570"/>
                </a:lnTo>
                <a:lnTo>
                  <a:pt x="589356" y="703562"/>
                </a:lnTo>
                <a:lnTo>
                  <a:pt x="592852" y="704804"/>
                </a:lnTo>
                <a:lnTo>
                  <a:pt x="596376" y="705516"/>
                </a:lnTo>
                <a:lnTo>
                  <a:pt x="596691" y="705151"/>
                </a:lnTo>
                <a:lnTo>
                  <a:pt x="597806" y="704885"/>
                </a:lnTo>
                <a:lnTo>
                  <a:pt x="599028" y="704093"/>
                </a:lnTo>
                <a:lnTo>
                  <a:pt x="601012" y="704147"/>
                </a:lnTo>
                <a:lnTo>
                  <a:pt x="601885" y="703516"/>
                </a:lnTo>
                <a:lnTo>
                  <a:pt x="605619" y="702178"/>
                </a:lnTo>
                <a:lnTo>
                  <a:pt x="608409" y="701816"/>
                </a:lnTo>
                <a:lnTo>
                  <a:pt x="609200" y="701305"/>
                </a:lnTo>
                <a:lnTo>
                  <a:pt x="609440" y="701443"/>
                </a:lnTo>
                <a:lnTo>
                  <a:pt x="610868" y="701036"/>
                </a:lnTo>
                <a:lnTo>
                  <a:pt x="611053" y="700648"/>
                </a:lnTo>
                <a:lnTo>
                  <a:pt x="613163" y="699400"/>
                </a:lnTo>
                <a:lnTo>
                  <a:pt x="614088" y="698241"/>
                </a:lnTo>
                <a:lnTo>
                  <a:pt x="616652" y="696321"/>
                </a:lnTo>
                <a:lnTo>
                  <a:pt x="619352" y="695713"/>
                </a:lnTo>
                <a:lnTo>
                  <a:pt x="620910" y="695539"/>
                </a:lnTo>
                <a:lnTo>
                  <a:pt x="621110" y="695856"/>
                </a:lnTo>
                <a:lnTo>
                  <a:pt x="621753" y="695714"/>
                </a:lnTo>
                <a:lnTo>
                  <a:pt x="621699" y="695450"/>
                </a:lnTo>
                <a:lnTo>
                  <a:pt x="622218" y="695202"/>
                </a:lnTo>
                <a:lnTo>
                  <a:pt x="622644" y="694103"/>
                </a:lnTo>
                <a:lnTo>
                  <a:pt x="624005" y="693667"/>
                </a:lnTo>
                <a:lnTo>
                  <a:pt x="624509" y="692805"/>
                </a:lnTo>
                <a:lnTo>
                  <a:pt x="625377" y="692118"/>
                </a:lnTo>
                <a:lnTo>
                  <a:pt x="627727" y="691174"/>
                </a:lnTo>
                <a:lnTo>
                  <a:pt x="628348" y="691582"/>
                </a:lnTo>
                <a:lnTo>
                  <a:pt x="631150" y="689096"/>
                </a:lnTo>
                <a:lnTo>
                  <a:pt x="632738" y="688722"/>
                </a:lnTo>
                <a:lnTo>
                  <a:pt x="633251" y="688890"/>
                </a:lnTo>
                <a:lnTo>
                  <a:pt x="633772" y="688502"/>
                </a:lnTo>
                <a:lnTo>
                  <a:pt x="633806" y="687897"/>
                </a:lnTo>
                <a:lnTo>
                  <a:pt x="634532" y="687010"/>
                </a:lnTo>
                <a:lnTo>
                  <a:pt x="637591" y="685874"/>
                </a:lnTo>
                <a:lnTo>
                  <a:pt x="638811" y="685125"/>
                </a:lnTo>
                <a:lnTo>
                  <a:pt x="639549" y="684084"/>
                </a:lnTo>
                <a:lnTo>
                  <a:pt x="640639" y="683538"/>
                </a:lnTo>
                <a:lnTo>
                  <a:pt x="644528" y="682366"/>
                </a:lnTo>
                <a:lnTo>
                  <a:pt x="646899" y="682156"/>
                </a:lnTo>
                <a:lnTo>
                  <a:pt x="647572" y="681726"/>
                </a:lnTo>
                <a:lnTo>
                  <a:pt x="649099" y="681556"/>
                </a:lnTo>
                <a:lnTo>
                  <a:pt x="653905" y="679928"/>
                </a:lnTo>
                <a:lnTo>
                  <a:pt x="656833" y="679747"/>
                </a:lnTo>
                <a:lnTo>
                  <a:pt x="658833" y="679082"/>
                </a:lnTo>
                <a:lnTo>
                  <a:pt x="660648" y="678939"/>
                </a:lnTo>
                <a:lnTo>
                  <a:pt x="661426" y="678266"/>
                </a:lnTo>
                <a:lnTo>
                  <a:pt x="662473" y="677903"/>
                </a:lnTo>
                <a:lnTo>
                  <a:pt x="663193" y="676992"/>
                </a:lnTo>
                <a:lnTo>
                  <a:pt x="664331" y="676746"/>
                </a:lnTo>
                <a:lnTo>
                  <a:pt x="664706" y="675756"/>
                </a:lnTo>
                <a:lnTo>
                  <a:pt x="666538" y="674839"/>
                </a:lnTo>
                <a:lnTo>
                  <a:pt x="666337" y="674430"/>
                </a:lnTo>
                <a:lnTo>
                  <a:pt x="666823" y="673929"/>
                </a:lnTo>
                <a:lnTo>
                  <a:pt x="669146" y="673268"/>
                </a:lnTo>
                <a:lnTo>
                  <a:pt x="670765" y="671475"/>
                </a:lnTo>
                <a:lnTo>
                  <a:pt x="671812" y="671074"/>
                </a:lnTo>
                <a:lnTo>
                  <a:pt x="672144" y="670676"/>
                </a:lnTo>
                <a:lnTo>
                  <a:pt x="673927" y="670084"/>
                </a:lnTo>
                <a:lnTo>
                  <a:pt x="675155" y="670060"/>
                </a:lnTo>
                <a:lnTo>
                  <a:pt x="675763" y="669639"/>
                </a:lnTo>
                <a:lnTo>
                  <a:pt x="677498" y="669215"/>
                </a:lnTo>
                <a:lnTo>
                  <a:pt x="680119" y="668882"/>
                </a:lnTo>
                <a:lnTo>
                  <a:pt x="683637" y="668854"/>
                </a:lnTo>
                <a:lnTo>
                  <a:pt x="683828" y="668009"/>
                </a:lnTo>
                <a:lnTo>
                  <a:pt x="684742" y="667257"/>
                </a:lnTo>
                <a:lnTo>
                  <a:pt x="689156" y="665928"/>
                </a:lnTo>
                <a:lnTo>
                  <a:pt x="689029" y="664685"/>
                </a:lnTo>
                <a:lnTo>
                  <a:pt x="689255" y="664334"/>
                </a:lnTo>
                <a:lnTo>
                  <a:pt x="690259" y="663371"/>
                </a:lnTo>
                <a:lnTo>
                  <a:pt x="691775" y="662554"/>
                </a:lnTo>
                <a:lnTo>
                  <a:pt x="693393" y="661927"/>
                </a:lnTo>
                <a:lnTo>
                  <a:pt x="694710" y="661873"/>
                </a:lnTo>
                <a:lnTo>
                  <a:pt x="695114" y="661560"/>
                </a:lnTo>
                <a:lnTo>
                  <a:pt x="696553" y="661374"/>
                </a:lnTo>
                <a:lnTo>
                  <a:pt x="697095" y="661007"/>
                </a:lnTo>
                <a:lnTo>
                  <a:pt x="700446" y="660581"/>
                </a:lnTo>
                <a:lnTo>
                  <a:pt x="700832" y="660200"/>
                </a:lnTo>
                <a:lnTo>
                  <a:pt x="700904" y="659577"/>
                </a:lnTo>
                <a:lnTo>
                  <a:pt x="701748" y="658934"/>
                </a:lnTo>
                <a:lnTo>
                  <a:pt x="702497" y="657569"/>
                </a:lnTo>
                <a:lnTo>
                  <a:pt x="703391" y="656876"/>
                </a:lnTo>
                <a:lnTo>
                  <a:pt x="703871" y="656965"/>
                </a:lnTo>
                <a:lnTo>
                  <a:pt x="704253" y="656702"/>
                </a:lnTo>
                <a:lnTo>
                  <a:pt x="703843" y="656046"/>
                </a:lnTo>
                <a:lnTo>
                  <a:pt x="704699" y="654908"/>
                </a:lnTo>
                <a:lnTo>
                  <a:pt x="705415" y="655106"/>
                </a:lnTo>
                <a:lnTo>
                  <a:pt x="705207" y="654506"/>
                </a:lnTo>
                <a:lnTo>
                  <a:pt x="705601" y="653560"/>
                </a:lnTo>
                <a:lnTo>
                  <a:pt x="707134" y="652765"/>
                </a:lnTo>
                <a:lnTo>
                  <a:pt x="707173" y="652364"/>
                </a:lnTo>
                <a:lnTo>
                  <a:pt x="707695" y="651959"/>
                </a:lnTo>
                <a:lnTo>
                  <a:pt x="709764" y="650756"/>
                </a:lnTo>
                <a:lnTo>
                  <a:pt x="710254" y="650626"/>
                </a:lnTo>
                <a:lnTo>
                  <a:pt x="710150" y="650837"/>
                </a:lnTo>
                <a:lnTo>
                  <a:pt x="710347" y="650863"/>
                </a:lnTo>
                <a:lnTo>
                  <a:pt x="710821" y="650355"/>
                </a:lnTo>
                <a:lnTo>
                  <a:pt x="712646" y="649613"/>
                </a:lnTo>
                <a:lnTo>
                  <a:pt x="714404" y="649174"/>
                </a:lnTo>
                <a:lnTo>
                  <a:pt x="716266" y="649197"/>
                </a:lnTo>
                <a:lnTo>
                  <a:pt x="717317" y="648667"/>
                </a:lnTo>
                <a:lnTo>
                  <a:pt x="718247" y="647343"/>
                </a:lnTo>
                <a:lnTo>
                  <a:pt x="719111" y="646667"/>
                </a:lnTo>
                <a:lnTo>
                  <a:pt x="719157" y="645929"/>
                </a:lnTo>
                <a:lnTo>
                  <a:pt x="719530" y="645337"/>
                </a:lnTo>
                <a:lnTo>
                  <a:pt x="721826" y="643458"/>
                </a:lnTo>
                <a:lnTo>
                  <a:pt x="725647" y="641624"/>
                </a:lnTo>
                <a:lnTo>
                  <a:pt x="730867" y="637580"/>
                </a:lnTo>
                <a:lnTo>
                  <a:pt x="734141" y="635628"/>
                </a:lnTo>
                <a:lnTo>
                  <a:pt x="735267" y="634493"/>
                </a:lnTo>
                <a:lnTo>
                  <a:pt x="737480" y="633800"/>
                </a:lnTo>
                <a:lnTo>
                  <a:pt x="740246" y="631004"/>
                </a:lnTo>
                <a:lnTo>
                  <a:pt x="743605" y="629734"/>
                </a:lnTo>
                <a:lnTo>
                  <a:pt x="747847" y="627239"/>
                </a:lnTo>
                <a:lnTo>
                  <a:pt x="749588" y="626673"/>
                </a:lnTo>
                <a:lnTo>
                  <a:pt x="750201" y="625953"/>
                </a:lnTo>
                <a:lnTo>
                  <a:pt x="751172" y="625554"/>
                </a:lnTo>
                <a:lnTo>
                  <a:pt x="752409" y="623461"/>
                </a:lnTo>
                <a:lnTo>
                  <a:pt x="753422" y="622455"/>
                </a:lnTo>
                <a:lnTo>
                  <a:pt x="756612" y="620963"/>
                </a:lnTo>
                <a:lnTo>
                  <a:pt x="758042" y="620669"/>
                </a:lnTo>
                <a:lnTo>
                  <a:pt x="759783" y="619444"/>
                </a:lnTo>
                <a:lnTo>
                  <a:pt x="760633" y="619166"/>
                </a:lnTo>
                <a:lnTo>
                  <a:pt x="760923" y="618721"/>
                </a:lnTo>
                <a:lnTo>
                  <a:pt x="760855" y="617724"/>
                </a:lnTo>
                <a:lnTo>
                  <a:pt x="761338" y="617033"/>
                </a:lnTo>
                <a:lnTo>
                  <a:pt x="762680" y="615967"/>
                </a:lnTo>
                <a:lnTo>
                  <a:pt x="763736" y="615752"/>
                </a:lnTo>
                <a:lnTo>
                  <a:pt x="766682" y="613696"/>
                </a:lnTo>
                <a:lnTo>
                  <a:pt x="767104" y="613114"/>
                </a:lnTo>
                <a:lnTo>
                  <a:pt x="767304" y="613186"/>
                </a:lnTo>
                <a:lnTo>
                  <a:pt x="767451" y="612272"/>
                </a:lnTo>
                <a:lnTo>
                  <a:pt x="768581" y="611309"/>
                </a:lnTo>
                <a:lnTo>
                  <a:pt x="776195" y="607644"/>
                </a:lnTo>
                <a:lnTo>
                  <a:pt x="777405" y="606280"/>
                </a:lnTo>
                <a:lnTo>
                  <a:pt x="777453" y="605694"/>
                </a:lnTo>
                <a:lnTo>
                  <a:pt x="778694" y="605512"/>
                </a:lnTo>
                <a:lnTo>
                  <a:pt x="779389" y="605129"/>
                </a:lnTo>
                <a:lnTo>
                  <a:pt x="780816" y="605148"/>
                </a:lnTo>
                <a:lnTo>
                  <a:pt x="781050" y="604614"/>
                </a:lnTo>
                <a:lnTo>
                  <a:pt x="782115" y="604157"/>
                </a:lnTo>
                <a:lnTo>
                  <a:pt x="782142" y="603441"/>
                </a:lnTo>
                <a:lnTo>
                  <a:pt x="782812" y="602479"/>
                </a:lnTo>
                <a:lnTo>
                  <a:pt x="785695" y="601442"/>
                </a:lnTo>
                <a:lnTo>
                  <a:pt x="785945" y="601209"/>
                </a:lnTo>
                <a:lnTo>
                  <a:pt x="785938" y="600519"/>
                </a:lnTo>
                <a:lnTo>
                  <a:pt x="787584" y="599780"/>
                </a:lnTo>
                <a:lnTo>
                  <a:pt x="787939" y="598926"/>
                </a:lnTo>
                <a:lnTo>
                  <a:pt x="788903" y="598593"/>
                </a:lnTo>
                <a:lnTo>
                  <a:pt x="790094" y="597491"/>
                </a:lnTo>
                <a:lnTo>
                  <a:pt x="790124" y="596989"/>
                </a:lnTo>
                <a:lnTo>
                  <a:pt x="790959" y="595995"/>
                </a:lnTo>
                <a:lnTo>
                  <a:pt x="793318" y="595006"/>
                </a:lnTo>
                <a:lnTo>
                  <a:pt x="793154" y="594688"/>
                </a:lnTo>
                <a:lnTo>
                  <a:pt x="793637" y="593950"/>
                </a:lnTo>
                <a:lnTo>
                  <a:pt x="794567" y="593416"/>
                </a:lnTo>
                <a:lnTo>
                  <a:pt x="795796" y="593147"/>
                </a:lnTo>
                <a:lnTo>
                  <a:pt x="796838" y="592470"/>
                </a:lnTo>
                <a:lnTo>
                  <a:pt x="797390" y="591572"/>
                </a:lnTo>
                <a:lnTo>
                  <a:pt x="797488" y="590722"/>
                </a:lnTo>
                <a:lnTo>
                  <a:pt x="799076" y="589928"/>
                </a:lnTo>
                <a:lnTo>
                  <a:pt x="799392" y="589214"/>
                </a:lnTo>
                <a:lnTo>
                  <a:pt x="800527" y="588321"/>
                </a:lnTo>
                <a:lnTo>
                  <a:pt x="801586" y="586528"/>
                </a:lnTo>
                <a:lnTo>
                  <a:pt x="802940" y="585847"/>
                </a:lnTo>
                <a:lnTo>
                  <a:pt x="804014" y="585663"/>
                </a:lnTo>
                <a:lnTo>
                  <a:pt x="804694" y="584875"/>
                </a:lnTo>
                <a:lnTo>
                  <a:pt x="807142" y="583697"/>
                </a:lnTo>
                <a:lnTo>
                  <a:pt x="808927" y="583225"/>
                </a:lnTo>
                <a:lnTo>
                  <a:pt x="810507" y="583227"/>
                </a:lnTo>
                <a:lnTo>
                  <a:pt x="814170" y="580853"/>
                </a:lnTo>
                <a:lnTo>
                  <a:pt x="815954" y="580408"/>
                </a:lnTo>
                <a:lnTo>
                  <a:pt x="816551" y="580585"/>
                </a:lnTo>
                <a:lnTo>
                  <a:pt x="817215" y="580412"/>
                </a:lnTo>
                <a:lnTo>
                  <a:pt x="817355" y="579353"/>
                </a:lnTo>
                <a:lnTo>
                  <a:pt x="818251" y="578227"/>
                </a:lnTo>
                <a:lnTo>
                  <a:pt x="820433" y="577515"/>
                </a:lnTo>
                <a:lnTo>
                  <a:pt x="820457" y="577269"/>
                </a:lnTo>
                <a:lnTo>
                  <a:pt x="821481" y="576847"/>
                </a:lnTo>
                <a:lnTo>
                  <a:pt x="822138" y="576176"/>
                </a:lnTo>
                <a:lnTo>
                  <a:pt x="823607" y="575603"/>
                </a:lnTo>
                <a:lnTo>
                  <a:pt x="823681" y="575074"/>
                </a:lnTo>
                <a:lnTo>
                  <a:pt x="824911" y="574799"/>
                </a:lnTo>
                <a:lnTo>
                  <a:pt x="827723" y="572900"/>
                </a:lnTo>
                <a:lnTo>
                  <a:pt x="829947" y="572653"/>
                </a:lnTo>
                <a:lnTo>
                  <a:pt x="830951" y="571956"/>
                </a:lnTo>
                <a:lnTo>
                  <a:pt x="831899" y="570681"/>
                </a:lnTo>
                <a:lnTo>
                  <a:pt x="833847" y="569900"/>
                </a:lnTo>
                <a:lnTo>
                  <a:pt x="833174" y="569423"/>
                </a:lnTo>
                <a:lnTo>
                  <a:pt x="832404" y="569523"/>
                </a:lnTo>
                <a:lnTo>
                  <a:pt x="832408" y="569022"/>
                </a:lnTo>
                <a:lnTo>
                  <a:pt x="833253" y="568017"/>
                </a:lnTo>
                <a:lnTo>
                  <a:pt x="833497" y="566690"/>
                </a:lnTo>
                <a:lnTo>
                  <a:pt x="835272" y="565513"/>
                </a:lnTo>
                <a:lnTo>
                  <a:pt x="836736" y="565044"/>
                </a:lnTo>
                <a:lnTo>
                  <a:pt x="837186" y="564522"/>
                </a:lnTo>
                <a:lnTo>
                  <a:pt x="838327" y="564223"/>
                </a:lnTo>
                <a:lnTo>
                  <a:pt x="837914" y="562851"/>
                </a:lnTo>
                <a:lnTo>
                  <a:pt x="839856" y="560644"/>
                </a:lnTo>
                <a:lnTo>
                  <a:pt x="841234" y="559710"/>
                </a:lnTo>
                <a:lnTo>
                  <a:pt x="843979" y="559067"/>
                </a:lnTo>
                <a:lnTo>
                  <a:pt x="844980" y="557695"/>
                </a:lnTo>
                <a:lnTo>
                  <a:pt x="846922" y="556406"/>
                </a:lnTo>
                <a:lnTo>
                  <a:pt x="847787" y="556404"/>
                </a:lnTo>
                <a:lnTo>
                  <a:pt x="848565" y="555874"/>
                </a:lnTo>
                <a:lnTo>
                  <a:pt x="849543" y="555674"/>
                </a:lnTo>
                <a:lnTo>
                  <a:pt x="850776" y="554342"/>
                </a:lnTo>
                <a:lnTo>
                  <a:pt x="851980" y="554173"/>
                </a:lnTo>
                <a:lnTo>
                  <a:pt x="851694" y="552610"/>
                </a:lnTo>
                <a:lnTo>
                  <a:pt x="852421" y="552506"/>
                </a:lnTo>
                <a:lnTo>
                  <a:pt x="852741" y="551917"/>
                </a:lnTo>
                <a:lnTo>
                  <a:pt x="853895" y="551362"/>
                </a:lnTo>
                <a:lnTo>
                  <a:pt x="855718" y="549803"/>
                </a:lnTo>
                <a:lnTo>
                  <a:pt x="856700" y="549692"/>
                </a:lnTo>
                <a:lnTo>
                  <a:pt x="858092" y="548961"/>
                </a:lnTo>
                <a:lnTo>
                  <a:pt x="859656" y="548585"/>
                </a:lnTo>
                <a:lnTo>
                  <a:pt x="859578" y="548199"/>
                </a:lnTo>
                <a:lnTo>
                  <a:pt x="858812" y="547674"/>
                </a:lnTo>
                <a:lnTo>
                  <a:pt x="860432" y="545875"/>
                </a:lnTo>
                <a:lnTo>
                  <a:pt x="861212" y="545646"/>
                </a:lnTo>
                <a:lnTo>
                  <a:pt x="861510" y="544946"/>
                </a:lnTo>
                <a:lnTo>
                  <a:pt x="861866" y="544685"/>
                </a:lnTo>
                <a:lnTo>
                  <a:pt x="862233" y="545052"/>
                </a:lnTo>
                <a:lnTo>
                  <a:pt x="862427" y="544382"/>
                </a:lnTo>
                <a:lnTo>
                  <a:pt x="862841" y="544085"/>
                </a:lnTo>
                <a:lnTo>
                  <a:pt x="862697" y="543621"/>
                </a:lnTo>
                <a:lnTo>
                  <a:pt x="863064" y="543431"/>
                </a:lnTo>
                <a:lnTo>
                  <a:pt x="863031" y="542450"/>
                </a:lnTo>
                <a:lnTo>
                  <a:pt x="864275" y="541282"/>
                </a:lnTo>
                <a:lnTo>
                  <a:pt x="864550" y="539406"/>
                </a:lnTo>
                <a:lnTo>
                  <a:pt x="865661" y="538621"/>
                </a:lnTo>
                <a:lnTo>
                  <a:pt x="865942" y="537673"/>
                </a:lnTo>
                <a:lnTo>
                  <a:pt x="866575" y="537331"/>
                </a:lnTo>
                <a:lnTo>
                  <a:pt x="866259" y="536904"/>
                </a:lnTo>
                <a:lnTo>
                  <a:pt x="866316" y="535902"/>
                </a:lnTo>
                <a:lnTo>
                  <a:pt x="865969" y="534959"/>
                </a:lnTo>
                <a:lnTo>
                  <a:pt x="866073" y="533263"/>
                </a:lnTo>
                <a:lnTo>
                  <a:pt x="869773" y="528951"/>
                </a:lnTo>
                <a:lnTo>
                  <a:pt x="872519" y="526920"/>
                </a:lnTo>
                <a:lnTo>
                  <a:pt x="874993" y="525673"/>
                </a:lnTo>
                <a:lnTo>
                  <a:pt x="884513" y="523112"/>
                </a:lnTo>
                <a:lnTo>
                  <a:pt x="885407" y="522493"/>
                </a:lnTo>
                <a:lnTo>
                  <a:pt x="886148" y="522504"/>
                </a:lnTo>
                <a:lnTo>
                  <a:pt x="887267" y="521523"/>
                </a:lnTo>
                <a:lnTo>
                  <a:pt x="887991" y="521669"/>
                </a:lnTo>
                <a:lnTo>
                  <a:pt x="889161" y="520526"/>
                </a:lnTo>
                <a:lnTo>
                  <a:pt x="890207" y="520687"/>
                </a:lnTo>
                <a:lnTo>
                  <a:pt x="891035" y="520474"/>
                </a:lnTo>
                <a:lnTo>
                  <a:pt x="893539" y="518254"/>
                </a:lnTo>
                <a:lnTo>
                  <a:pt x="894098" y="516994"/>
                </a:lnTo>
                <a:lnTo>
                  <a:pt x="895916" y="516351"/>
                </a:lnTo>
                <a:lnTo>
                  <a:pt x="896221" y="515541"/>
                </a:lnTo>
                <a:lnTo>
                  <a:pt x="897549" y="514343"/>
                </a:lnTo>
                <a:lnTo>
                  <a:pt x="898031" y="514610"/>
                </a:lnTo>
                <a:lnTo>
                  <a:pt x="898565" y="514169"/>
                </a:lnTo>
                <a:lnTo>
                  <a:pt x="899123" y="514216"/>
                </a:lnTo>
                <a:lnTo>
                  <a:pt x="900429" y="512951"/>
                </a:lnTo>
                <a:lnTo>
                  <a:pt x="901198" y="513102"/>
                </a:lnTo>
                <a:lnTo>
                  <a:pt x="901678" y="512389"/>
                </a:lnTo>
                <a:lnTo>
                  <a:pt x="902377" y="512466"/>
                </a:lnTo>
                <a:lnTo>
                  <a:pt x="902615" y="511861"/>
                </a:lnTo>
                <a:lnTo>
                  <a:pt x="903494" y="511185"/>
                </a:lnTo>
                <a:lnTo>
                  <a:pt x="904826" y="511406"/>
                </a:lnTo>
                <a:lnTo>
                  <a:pt x="905785" y="511248"/>
                </a:lnTo>
                <a:lnTo>
                  <a:pt x="906770" y="511614"/>
                </a:lnTo>
                <a:lnTo>
                  <a:pt x="908301" y="510788"/>
                </a:lnTo>
                <a:lnTo>
                  <a:pt x="908245" y="509513"/>
                </a:lnTo>
                <a:lnTo>
                  <a:pt x="908558" y="508044"/>
                </a:lnTo>
                <a:lnTo>
                  <a:pt x="909237" y="507712"/>
                </a:lnTo>
                <a:lnTo>
                  <a:pt x="909613" y="507087"/>
                </a:lnTo>
                <a:lnTo>
                  <a:pt x="911057" y="505925"/>
                </a:lnTo>
                <a:lnTo>
                  <a:pt x="911561" y="504986"/>
                </a:lnTo>
                <a:lnTo>
                  <a:pt x="912760" y="503867"/>
                </a:lnTo>
                <a:lnTo>
                  <a:pt x="914164" y="503134"/>
                </a:lnTo>
                <a:lnTo>
                  <a:pt x="915663" y="501854"/>
                </a:lnTo>
                <a:lnTo>
                  <a:pt x="915838" y="501111"/>
                </a:lnTo>
                <a:lnTo>
                  <a:pt x="917400" y="499616"/>
                </a:lnTo>
                <a:lnTo>
                  <a:pt x="917884" y="498713"/>
                </a:lnTo>
                <a:lnTo>
                  <a:pt x="917702" y="498258"/>
                </a:lnTo>
                <a:lnTo>
                  <a:pt x="918639" y="497101"/>
                </a:lnTo>
                <a:lnTo>
                  <a:pt x="921359" y="495838"/>
                </a:lnTo>
                <a:lnTo>
                  <a:pt x="923370" y="495410"/>
                </a:lnTo>
                <a:lnTo>
                  <a:pt x="923635" y="495552"/>
                </a:lnTo>
                <a:lnTo>
                  <a:pt x="924347" y="495040"/>
                </a:lnTo>
                <a:lnTo>
                  <a:pt x="925039" y="495161"/>
                </a:lnTo>
                <a:lnTo>
                  <a:pt x="926869" y="493225"/>
                </a:lnTo>
                <a:lnTo>
                  <a:pt x="929617" y="492433"/>
                </a:lnTo>
                <a:lnTo>
                  <a:pt x="930110" y="492632"/>
                </a:lnTo>
                <a:lnTo>
                  <a:pt x="931080" y="492422"/>
                </a:lnTo>
                <a:lnTo>
                  <a:pt x="932503" y="491337"/>
                </a:lnTo>
                <a:lnTo>
                  <a:pt x="933232" y="490424"/>
                </a:lnTo>
                <a:lnTo>
                  <a:pt x="934087" y="488233"/>
                </a:lnTo>
                <a:lnTo>
                  <a:pt x="936015" y="487073"/>
                </a:lnTo>
                <a:lnTo>
                  <a:pt x="938038" y="486669"/>
                </a:lnTo>
                <a:lnTo>
                  <a:pt x="938265" y="486281"/>
                </a:lnTo>
                <a:lnTo>
                  <a:pt x="938176" y="485667"/>
                </a:lnTo>
                <a:lnTo>
                  <a:pt x="938770" y="484508"/>
                </a:lnTo>
                <a:lnTo>
                  <a:pt x="938442" y="483650"/>
                </a:lnTo>
                <a:lnTo>
                  <a:pt x="938821" y="482770"/>
                </a:lnTo>
                <a:lnTo>
                  <a:pt x="941552" y="480935"/>
                </a:lnTo>
                <a:lnTo>
                  <a:pt x="942355" y="479955"/>
                </a:lnTo>
                <a:lnTo>
                  <a:pt x="943411" y="477422"/>
                </a:lnTo>
                <a:lnTo>
                  <a:pt x="944785" y="476653"/>
                </a:lnTo>
                <a:lnTo>
                  <a:pt x="945653" y="476758"/>
                </a:lnTo>
                <a:lnTo>
                  <a:pt x="946443" y="476233"/>
                </a:lnTo>
                <a:lnTo>
                  <a:pt x="946785" y="475571"/>
                </a:lnTo>
                <a:lnTo>
                  <a:pt x="946986" y="473696"/>
                </a:lnTo>
                <a:lnTo>
                  <a:pt x="947449" y="473102"/>
                </a:lnTo>
                <a:lnTo>
                  <a:pt x="948075" y="472935"/>
                </a:lnTo>
                <a:lnTo>
                  <a:pt x="948920" y="471894"/>
                </a:lnTo>
                <a:lnTo>
                  <a:pt x="950970" y="471308"/>
                </a:lnTo>
                <a:lnTo>
                  <a:pt x="951744" y="470649"/>
                </a:lnTo>
                <a:lnTo>
                  <a:pt x="952286" y="470739"/>
                </a:lnTo>
                <a:lnTo>
                  <a:pt x="952547" y="470219"/>
                </a:lnTo>
                <a:lnTo>
                  <a:pt x="953881" y="469772"/>
                </a:lnTo>
                <a:lnTo>
                  <a:pt x="954769" y="470260"/>
                </a:lnTo>
                <a:lnTo>
                  <a:pt x="955089" y="469256"/>
                </a:lnTo>
                <a:lnTo>
                  <a:pt x="955883" y="468552"/>
                </a:lnTo>
                <a:lnTo>
                  <a:pt x="955405" y="467149"/>
                </a:lnTo>
                <a:lnTo>
                  <a:pt x="956352" y="465511"/>
                </a:lnTo>
                <a:lnTo>
                  <a:pt x="957385" y="464605"/>
                </a:lnTo>
                <a:lnTo>
                  <a:pt x="958061" y="464582"/>
                </a:lnTo>
                <a:lnTo>
                  <a:pt x="958228" y="463798"/>
                </a:lnTo>
                <a:lnTo>
                  <a:pt x="959253" y="463727"/>
                </a:lnTo>
                <a:lnTo>
                  <a:pt x="959837" y="463006"/>
                </a:lnTo>
                <a:lnTo>
                  <a:pt x="960727" y="462509"/>
                </a:lnTo>
                <a:lnTo>
                  <a:pt x="960664" y="461562"/>
                </a:lnTo>
                <a:lnTo>
                  <a:pt x="962153" y="460815"/>
                </a:lnTo>
                <a:lnTo>
                  <a:pt x="961907" y="460348"/>
                </a:lnTo>
                <a:lnTo>
                  <a:pt x="962378" y="460343"/>
                </a:lnTo>
                <a:lnTo>
                  <a:pt x="962465" y="460583"/>
                </a:lnTo>
                <a:lnTo>
                  <a:pt x="962611" y="460093"/>
                </a:lnTo>
                <a:lnTo>
                  <a:pt x="963028" y="460069"/>
                </a:lnTo>
                <a:lnTo>
                  <a:pt x="963168" y="459710"/>
                </a:lnTo>
                <a:lnTo>
                  <a:pt x="963985" y="459755"/>
                </a:lnTo>
                <a:lnTo>
                  <a:pt x="964481" y="458641"/>
                </a:lnTo>
                <a:lnTo>
                  <a:pt x="964922" y="458569"/>
                </a:lnTo>
                <a:lnTo>
                  <a:pt x="964570" y="458237"/>
                </a:lnTo>
                <a:lnTo>
                  <a:pt x="964852" y="457763"/>
                </a:lnTo>
                <a:lnTo>
                  <a:pt x="967309" y="455828"/>
                </a:lnTo>
                <a:lnTo>
                  <a:pt x="967462" y="455086"/>
                </a:lnTo>
                <a:lnTo>
                  <a:pt x="967651" y="455282"/>
                </a:lnTo>
                <a:lnTo>
                  <a:pt x="969180" y="454835"/>
                </a:lnTo>
                <a:lnTo>
                  <a:pt x="970527" y="454087"/>
                </a:lnTo>
                <a:lnTo>
                  <a:pt x="970605" y="454320"/>
                </a:lnTo>
                <a:lnTo>
                  <a:pt x="971071" y="453543"/>
                </a:lnTo>
                <a:lnTo>
                  <a:pt x="971297" y="452234"/>
                </a:lnTo>
                <a:lnTo>
                  <a:pt x="971816" y="451762"/>
                </a:lnTo>
                <a:lnTo>
                  <a:pt x="972026" y="450840"/>
                </a:lnTo>
                <a:lnTo>
                  <a:pt x="971877" y="450142"/>
                </a:lnTo>
                <a:lnTo>
                  <a:pt x="973255" y="449515"/>
                </a:lnTo>
                <a:lnTo>
                  <a:pt x="973883" y="448550"/>
                </a:lnTo>
                <a:lnTo>
                  <a:pt x="975449" y="447673"/>
                </a:lnTo>
                <a:lnTo>
                  <a:pt x="976289" y="446373"/>
                </a:lnTo>
                <a:lnTo>
                  <a:pt x="976486" y="445580"/>
                </a:lnTo>
                <a:lnTo>
                  <a:pt x="977498" y="444834"/>
                </a:lnTo>
                <a:lnTo>
                  <a:pt x="977589" y="444347"/>
                </a:lnTo>
                <a:lnTo>
                  <a:pt x="978455" y="443684"/>
                </a:lnTo>
                <a:lnTo>
                  <a:pt x="978742" y="444074"/>
                </a:lnTo>
                <a:lnTo>
                  <a:pt x="979387" y="443955"/>
                </a:lnTo>
                <a:lnTo>
                  <a:pt x="982673" y="441966"/>
                </a:lnTo>
                <a:lnTo>
                  <a:pt x="982785" y="440284"/>
                </a:lnTo>
                <a:lnTo>
                  <a:pt x="984080" y="439880"/>
                </a:lnTo>
                <a:lnTo>
                  <a:pt x="985478" y="437559"/>
                </a:lnTo>
                <a:lnTo>
                  <a:pt x="986278" y="437461"/>
                </a:lnTo>
                <a:lnTo>
                  <a:pt x="986634" y="436816"/>
                </a:lnTo>
                <a:lnTo>
                  <a:pt x="987212" y="436566"/>
                </a:lnTo>
                <a:lnTo>
                  <a:pt x="988593" y="436736"/>
                </a:lnTo>
                <a:lnTo>
                  <a:pt x="989368" y="436368"/>
                </a:lnTo>
                <a:lnTo>
                  <a:pt x="990021" y="435107"/>
                </a:lnTo>
                <a:lnTo>
                  <a:pt x="991025" y="434365"/>
                </a:lnTo>
                <a:lnTo>
                  <a:pt x="991600" y="434684"/>
                </a:lnTo>
                <a:lnTo>
                  <a:pt x="991721" y="434216"/>
                </a:lnTo>
                <a:lnTo>
                  <a:pt x="992529" y="433573"/>
                </a:lnTo>
                <a:lnTo>
                  <a:pt x="993896" y="433008"/>
                </a:lnTo>
                <a:lnTo>
                  <a:pt x="994284" y="433130"/>
                </a:lnTo>
                <a:lnTo>
                  <a:pt x="993970" y="431725"/>
                </a:lnTo>
                <a:lnTo>
                  <a:pt x="996445" y="428775"/>
                </a:lnTo>
                <a:lnTo>
                  <a:pt x="996531" y="428473"/>
                </a:lnTo>
                <a:lnTo>
                  <a:pt x="996302" y="428330"/>
                </a:lnTo>
                <a:lnTo>
                  <a:pt x="996699" y="427721"/>
                </a:lnTo>
                <a:lnTo>
                  <a:pt x="996678" y="426503"/>
                </a:lnTo>
                <a:lnTo>
                  <a:pt x="997045" y="426451"/>
                </a:lnTo>
                <a:lnTo>
                  <a:pt x="997335" y="426808"/>
                </a:lnTo>
                <a:lnTo>
                  <a:pt x="998343" y="426725"/>
                </a:lnTo>
                <a:lnTo>
                  <a:pt x="999058" y="426430"/>
                </a:lnTo>
                <a:lnTo>
                  <a:pt x="999327" y="426011"/>
                </a:lnTo>
                <a:lnTo>
                  <a:pt x="1000393" y="425826"/>
                </a:lnTo>
                <a:lnTo>
                  <a:pt x="1000425" y="424879"/>
                </a:lnTo>
                <a:lnTo>
                  <a:pt x="1001133" y="423986"/>
                </a:lnTo>
                <a:lnTo>
                  <a:pt x="1001600" y="423814"/>
                </a:lnTo>
                <a:lnTo>
                  <a:pt x="1001402" y="423188"/>
                </a:lnTo>
                <a:lnTo>
                  <a:pt x="1002712" y="422727"/>
                </a:lnTo>
                <a:lnTo>
                  <a:pt x="1003269" y="422393"/>
                </a:lnTo>
                <a:lnTo>
                  <a:pt x="1003392" y="421995"/>
                </a:lnTo>
                <a:lnTo>
                  <a:pt x="1004227" y="421766"/>
                </a:lnTo>
                <a:lnTo>
                  <a:pt x="1004315" y="420869"/>
                </a:lnTo>
                <a:lnTo>
                  <a:pt x="1004788" y="420820"/>
                </a:lnTo>
                <a:lnTo>
                  <a:pt x="1004970" y="420285"/>
                </a:lnTo>
                <a:lnTo>
                  <a:pt x="1005410" y="420298"/>
                </a:lnTo>
                <a:lnTo>
                  <a:pt x="1004866" y="419062"/>
                </a:lnTo>
                <a:lnTo>
                  <a:pt x="1005552" y="418062"/>
                </a:lnTo>
                <a:lnTo>
                  <a:pt x="1006411" y="417073"/>
                </a:lnTo>
                <a:lnTo>
                  <a:pt x="1006667" y="416932"/>
                </a:lnTo>
                <a:lnTo>
                  <a:pt x="1006744" y="417277"/>
                </a:lnTo>
                <a:lnTo>
                  <a:pt x="1007236" y="417021"/>
                </a:lnTo>
                <a:lnTo>
                  <a:pt x="1007597" y="415704"/>
                </a:lnTo>
                <a:lnTo>
                  <a:pt x="1008509" y="415464"/>
                </a:lnTo>
                <a:lnTo>
                  <a:pt x="1009481" y="414560"/>
                </a:lnTo>
                <a:lnTo>
                  <a:pt x="1009844" y="414689"/>
                </a:lnTo>
                <a:lnTo>
                  <a:pt x="1009624" y="413822"/>
                </a:lnTo>
                <a:lnTo>
                  <a:pt x="1010567" y="413719"/>
                </a:lnTo>
                <a:lnTo>
                  <a:pt x="1011164" y="412981"/>
                </a:lnTo>
                <a:lnTo>
                  <a:pt x="1011013" y="412687"/>
                </a:lnTo>
                <a:lnTo>
                  <a:pt x="1011239" y="413013"/>
                </a:lnTo>
                <a:lnTo>
                  <a:pt x="1011686" y="412922"/>
                </a:lnTo>
                <a:lnTo>
                  <a:pt x="1013387" y="411270"/>
                </a:lnTo>
                <a:lnTo>
                  <a:pt x="1013499" y="410845"/>
                </a:lnTo>
                <a:lnTo>
                  <a:pt x="1012873" y="410316"/>
                </a:lnTo>
                <a:lnTo>
                  <a:pt x="1013307" y="410364"/>
                </a:lnTo>
                <a:lnTo>
                  <a:pt x="1014140" y="409330"/>
                </a:lnTo>
                <a:lnTo>
                  <a:pt x="1015367" y="408553"/>
                </a:lnTo>
                <a:lnTo>
                  <a:pt x="1015950" y="407312"/>
                </a:lnTo>
                <a:lnTo>
                  <a:pt x="1015882" y="407097"/>
                </a:lnTo>
                <a:lnTo>
                  <a:pt x="1015467" y="407221"/>
                </a:lnTo>
                <a:lnTo>
                  <a:pt x="1015403" y="406877"/>
                </a:lnTo>
                <a:lnTo>
                  <a:pt x="1015765" y="406747"/>
                </a:lnTo>
                <a:lnTo>
                  <a:pt x="1015831" y="406002"/>
                </a:lnTo>
                <a:lnTo>
                  <a:pt x="1016253" y="405375"/>
                </a:lnTo>
                <a:lnTo>
                  <a:pt x="1017723" y="404007"/>
                </a:lnTo>
                <a:lnTo>
                  <a:pt x="1017696" y="403643"/>
                </a:lnTo>
                <a:lnTo>
                  <a:pt x="1019347" y="403343"/>
                </a:lnTo>
                <a:lnTo>
                  <a:pt x="1019604" y="403009"/>
                </a:lnTo>
                <a:lnTo>
                  <a:pt x="1019443" y="402124"/>
                </a:lnTo>
                <a:lnTo>
                  <a:pt x="1019799" y="402700"/>
                </a:lnTo>
                <a:lnTo>
                  <a:pt x="1020740" y="402548"/>
                </a:lnTo>
                <a:lnTo>
                  <a:pt x="1020727" y="402315"/>
                </a:lnTo>
                <a:lnTo>
                  <a:pt x="1021799" y="401465"/>
                </a:lnTo>
                <a:lnTo>
                  <a:pt x="1021801" y="401040"/>
                </a:lnTo>
                <a:lnTo>
                  <a:pt x="1022765" y="400479"/>
                </a:lnTo>
                <a:lnTo>
                  <a:pt x="1024387" y="400325"/>
                </a:lnTo>
                <a:lnTo>
                  <a:pt x="1024808" y="399328"/>
                </a:lnTo>
                <a:lnTo>
                  <a:pt x="1025443" y="399650"/>
                </a:lnTo>
                <a:lnTo>
                  <a:pt x="1025896" y="398909"/>
                </a:lnTo>
                <a:lnTo>
                  <a:pt x="1025338" y="397825"/>
                </a:lnTo>
                <a:lnTo>
                  <a:pt x="1025853" y="397713"/>
                </a:lnTo>
                <a:lnTo>
                  <a:pt x="1026928" y="396795"/>
                </a:lnTo>
                <a:lnTo>
                  <a:pt x="1026827" y="396484"/>
                </a:lnTo>
                <a:lnTo>
                  <a:pt x="1027340" y="396209"/>
                </a:lnTo>
                <a:lnTo>
                  <a:pt x="1027286" y="395869"/>
                </a:lnTo>
                <a:lnTo>
                  <a:pt x="1027612" y="396381"/>
                </a:lnTo>
                <a:lnTo>
                  <a:pt x="1028722" y="396170"/>
                </a:lnTo>
                <a:lnTo>
                  <a:pt x="1029052" y="396382"/>
                </a:lnTo>
                <a:lnTo>
                  <a:pt x="1029105" y="395757"/>
                </a:lnTo>
                <a:lnTo>
                  <a:pt x="1028776" y="395382"/>
                </a:lnTo>
                <a:lnTo>
                  <a:pt x="1029091" y="394926"/>
                </a:lnTo>
                <a:lnTo>
                  <a:pt x="1028827" y="393831"/>
                </a:lnTo>
                <a:lnTo>
                  <a:pt x="1028979" y="393271"/>
                </a:lnTo>
                <a:lnTo>
                  <a:pt x="1029614" y="393212"/>
                </a:lnTo>
                <a:lnTo>
                  <a:pt x="1029768" y="392614"/>
                </a:lnTo>
                <a:lnTo>
                  <a:pt x="1031003" y="391658"/>
                </a:lnTo>
                <a:lnTo>
                  <a:pt x="1031592" y="390019"/>
                </a:lnTo>
                <a:lnTo>
                  <a:pt x="1032310" y="389822"/>
                </a:lnTo>
                <a:lnTo>
                  <a:pt x="1032286" y="388917"/>
                </a:lnTo>
                <a:lnTo>
                  <a:pt x="1033750" y="388267"/>
                </a:lnTo>
                <a:lnTo>
                  <a:pt x="1033202" y="388238"/>
                </a:lnTo>
                <a:lnTo>
                  <a:pt x="1033107" y="387454"/>
                </a:lnTo>
                <a:lnTo>
                  <a:pt x="1033723" y="387442"/>
                </a:lnTo>
                <a:lnTo>
                  <a:pt x="1033793" y="387044"/>
                </a:lnTo>
                <a:lnTo>
                  <a:pt x="1034345" y="386602"/>
                </a:lnTo>
                <a:lnTo>
                  <a:pt x="1035231" y="386607"/>
                </a:lnTo>
                <a:lnTo>
                  <a:pt x="1035032" y="385986"/>
                </a:lnTo>
                <a:lnTo>
                  <a:pt x="1036288" y="385014"/>
                </a:lnTo>
                <a:lnTo>
                  <a:pt x="1036259" y="384021"/>
                </a:lnTo>
                <a:lnTo>
                  <a:pt x="1036668" y="383819"/>
                </a:lnTo>
                <a:lnTo>
                  <a:pt x="1036699" y="382403"/>
                </a:lnTo>
                <a:lnTo>
                  <a:pt x="1037089" y="382047"/>
                </a:lnTo>
                <a:lnTo>
                  <a:pt x="1037558" y="382034"/>
                </a:lnTo>
                <a:lnTo>
                  <a:pt x="1037408" y="380637"/>
                </a:lnTo>
                <a:lnTo>
                  <a:pt x="1038534" y="379885"/>
                </a:lnTo>
                <a:lnTo>
                  <a:pt x="1039198" y="379769"/>
                </a:lnTo>
                <a:lnTo>
                  <a:pt x="1039461" y="379100"/>
                </a:lnTo>
                <a:lnTo>
                  <a:pt x="1039734" y="379318"/>
                </a:lnTo>
                <a:lnTo>
                  <a:pt x="1040312" y="379096"/>
                </a:lnTo>
                <a:lnTo>
                  <a:pt x="1039878" y="378592"/>
                </a:lnTo>
                <a:lnTo>
                  <a:pt x="1040374" y="377794"/>
                </a:lnTo>
                <a:lnTo>
                  <a:pt x="1041481" y="377423"/>
                </a:lnTo>
                <a:lnTo>
                  <a:pt x="1042023" y="376321"/>
                </a:lnTo>
                <a:lnTo>
                  <a:pt x="1042706" y="376269"/>
                </a:lnTo>
                <a:lnTo>
                  <a:pt x="1042880" y="375147"/>
                </a:lnTo>
                <a:lnTo>
                  <a:pt x="1044607" y="373996"/>
                </a:lnTo>
                <a:lnTo>
                  <a:pt x="1045472" y="372941"/>
                </a:lnTo>
                <a:lnTo>
                  <a:pt x="1045261" y="372566"/>
                </a:lnTo>
                <a:lnTo>
                  <a:pt x="1046844" y="371909"/>
                </a:lnTo>
                <a:lnTo>
                  <a:pt x="1048354" y="371927"/>
                </a:lnTo>
                <a:lnTo>
                  <a:pt x="1048434" y="371637"/>
                </a:lnTo>
                <a:lnTo>
                  <a:pt x="1049133" y="371688"/>
                </a:lnTo>
                <a:lnTo>
                  <a:pt x="1049475" y="371395"/>
                </a:lnTo>
                <a:lnTo>
                  <a:pt x="1050386" y="371482"/>
                </a:lnTo>
                <a:lnTo>
                  <a:pt x="1051056" y="370460"/>
                </a:lnTo>
                <a:lnTo>
                  <a:pt x="1051021" y="369972"/>
                </a:lnTo>
                <a:lnTo>
                  <a:pt x="1050600" y="369854"/>
                </a:lnTo>
                <a:lnTo>
                  <a:pt x="1050756" y="368842"/>
                </a:lnTo>
                <a:lnTo>
                  <a:pt x="1052410" y="367875"/>
                </a:lnTo>
                <a:lnTo>
                  <a:pt x="1052655" y="366695"/>
                </a:lnTo>
                <a:lnTo>
                  <a:pt x="1053802" y="365853"/>
                </a:lnTo>
                <a:lnTo>
                  <a:pt x="1054153" y="364603"/>
                </a:lnTo>
                <a:lnTo>
                  <a:pt x="1055423" y="363906"/>
                </a:lnTo>
                <a:lnTo>
                  <a:pt x="1055981" y="362978"/>
                </a:lnTo>
                <a:lnTo>
                  <a:pt x="1055496" y="362312"/>
                </a:lnTo>
                <a:lnTo>
                  <a:pt x="1055617" y="362018"/>
                </a:lnTo>
                <a:lnTo>
                  <a:pt x="1056146" y="361821"/>
                </a:lnTo>
                <a:lnTo>
                  <a:pt x="1056154" y="361396"/>
                </a:lnTo>
                <a:lnTo>
                  <a:pt x="1056479" y="361143"/>
                </a:lnTo>
                <a:lnTo>
                  <a:pt x="1056903" y="360910"/>
                </a:lnTo>
                <a:lnTo>
                  <a:pt x="1057216" y="361043"/>
                </a:lnTo>
                <a:lnTo>
                  <a:pt x="1057199" y="360789"/>
                </a:lnTo>
                <a:lnTo>
                  <a:pt x="1058283" y="360450"/>
                </a:lnTo>
                <a:lnTo>
                  <a:pt x="1058880" y="359677"/>
                </a:lnTo>
                <a:lnTo>
                  <a:pt x="1058681" y="359162"/>
                </a:lnTo>
                <a:lnTo>
                  <a:pt x="1059019" y="358452"/>
                </a:lnTo>
                <a:lnTo>
                  <a:pt x="1058774" y="357483"/>
                </a:lnTo>
                <a:lnTo>
                  <a:pt x="1059254" y="357071"/>
                </a:lnTo>
                <a:lnTo>
                  <a:pt x="1059177" y="356369"/>
                </a:lnTo>
                <a:lnTo>
                  <a:pt x="1060118" y="355546"/>
                </a:lnTo>
                <a:lnTo>
                  <a:pt x="1060883" y="355478"/>
                </a:lnTo>
                <a:lnTo>
                  <a:pt x="1061995" y="354102"/>
                </a:lnTo>
                <a:lnTo>
                  <a:pt x="1061952" y="353582"/>
                </a:lnTo>
                <a:lnTo>
                  <a:pt x="1062570" y="353496"/>
                </a:lnTo>
                <a:lnTo>
                  <a:pt x="1062915" y="352732"/>
                </a:lnTo>
                <a:lnTo>
                  <a:pt x="1063233" y="352725"/>
                </a:lnTo>
                <a:lnTo>
                  <a:pt x="1063890" y="352063"/>
                </a:lnTo>
                <a:lnTo>
                  <a:pt x="1064148" y="351128"/>
                </a:lnTo>
                <a:lnTo>
                  <a:pt x="1064970" y="350425"/>
                </a:lnTo>
                <a:lnTo>
                  <a:pt x="1065300" y="350546"/>
                </a:lnTo>
                <a:lnTo>
                  <a:pt x="1066024" y="349839"/>
                </a:lnTo>
                <a:lnTo>
                  <a:pt x="1065773" y="349496"/>
                </a:lnTo>
                <a:lnTo>
                  <a:pt x="1066622" y="349325"/>
                </a:lnTo>
                <a:lnTo>
                  <a:pt x="1067065" y="348606"/>
                </a:lnTo>
                <a:lnTo>
                  <a:pt x="1068014" y="347970"/>
                </a:lnTo>
                <a:lnTo>
                  <a:pt x="1068087" y="347500"/>
                </a:lnTo>
                <a:lnTo>
                  <a:pt x="1068941" y="347125"/>
                </a:lnTo>
                <a:lnTo>
                  <a:pt x="1069049" y="346617"/>
                </a:lnTo>
                <a:lnTo>
                  <a:pt x="1070804" y="346016"/>
                </a:lnTo>
                <a:lnTo>
                  <a:pt x="1071718" y="346276"/>
                </a:lnTo>
                <a:lnTo>
                  <a:pt x="1072439" y="345748"/>
                </a:lnTo>
                <a:lnTo>
                  <a:pt x="1073314" y="345747"/>
                </a:lnTo>
                <a:lnTo>
                  <a:pt x="1073546" y="345524"/>
                </a:lnTo>
                <a:lnTo>
                  <a:pt x="1073805" y="344744"/>
                </a:lnTo>
                <a:lnTo>
                  <a:pt x="1073193" y="343698"/>
                </a:lnTo>
                <a:lnTo>
                  <a:pt x="1073567" y="343243"/>
                </a:lnTo>
                <a:lnTo>
                  <a:pt x="1073989" y="343446"/>
                </a:lnTo>
                <a:lnTo>
                  <a:pt x="1074835" y="342587"/>
                </a:lnTo>
                <a:lnTo>
                  <a:pt x="1075157" y="341794"/>
                </a:lnTo>
                <a:lnTo>
                  <a:pt x="1075436" y="340254"/>
                </a:lnTo>
                <a:lnTo>
                  <a:pt x="1075428" y="336981"/>
                </a:lnTo>
                <a:lnTo>
                  <a:pt x="1076324" y="336771"/>
                </a:lnTo>
                <a:lnTo>
                  <a:pt x="1078131" y="335162"/>
                </a:lnTo>
                <a:lnTo>
                  <a:pt x="1079878" y="334981"/>
                </a:lnTo>
                <a:lnTo>
                  <a:pt x="1080776" y="333817"/>
                </a:lnTo>
                <a:lnTo>
                  <a:pt x="1081764" y="333141"/>
                </a:lnTo>
                <a:lnTo>
                  <a:pt x="1083185" y="332649"/>
                </a:lnTo>
                <a:lnTo>
                  <a:pt x="1083147" y="331817"/>
                </a:lnTo>
                <a:lnTo>
                  <a:pt x="1083848" y="331259"/>
                </a:lnTo>
                <a:lnTo>
                  <a:pt x="1083318" y="330897"/>
                </a:lnTo>
                <a:lnTo>
                  <a:pt x="1083518" y="330568"/>
                </a:lnTo>
                <a:lnTo>
                  <a:pt x="1083402" y="329809"/>
                </a:lnTo>
                <a:lnTo>
                  <a:pt x="1084751" y="328911"/>
                </a:lnTo>
                <a:lnTo>
                  <a:pt x="1084962" y="327526"/>
                </a:lnTo>
                <a:lnTo>
                  <a:pt x="1085348" y="327203"/>
                </a:lnTo>
                <a:lnTo>
                  <a:pt x="1085614" y="327289"/>
                </a:lnTo>
                <a:lnTo>
                  <a:pt x="1085803" y="326311"/>
                </a:lnTo>
                <a:lnTo>
                  <a:pt x="1086406" y="325527"/>
                </a:lnTo>
                <a:lnTo>
                  <a:pt x="1087043" y="325574"/>
                </a:lnTo>
                <a:lnTo>
                  <a:pt x="1087158" y="325186"/>
                </a:lnTo>
                <a:lnTo>
                  <a:pt x="1086707" y="324727"/>
                </a:lnTo>
                <a:lnTo>
                  <a:pt x="1088305" y="323795"/>
                </a:lnTo>
                <a:lnTo>
                  <a:pt x="1089246" y="323503"/>
                </a:lnTo>
                <a:lnTo>
                  <a:pt x="1089918" y="323622"/>
                </a:lnTo>
                <a:lnTo>
                  <a:pt x="1090624" y="322856"/>
                </a:lnTo>
                <a:lnTo>
                  <a:pt x="1092882" y="322060"/>
                </a:lnTo>
                <a:lnTo>
                  <a:pt x="1095119" y="322415"/>
                </a:lnTo>
                <a:lnTo>
                  <a:pt x="1095863" y="321929"/>
                </a:lnTo>
                <a:lnTo>
                  <a:pt x="1098504" y="321224"/>
                </a:lnTo>
                <a:lnTo>
                  <a:pt x="1098306" y="320793"/>
                </a:lnTo>
                <a:lnTo>
                  <a:pt x="1098993" y="320227"/>
                </a:lnTo>
                <a:lnTo>
                  <a:pt x="1099959" y="320146"/>
                </a:lnTo>
                <a:lnTo>
                  <a:pt x="1099962" y="319683"/>
                </a:lnTo>
                <a:lnTo>
                  <a:pt x="1100708" y="318499"/>
                </a:lnTo>
                <a:lnTo>
                  <a:pt x="1102016" y="318556"/>
                </a:lnTo>
                <a:lnTo>
                  <a:pt x="1103085" y="317196"/>
                </a:lnTo>
                <a:lnTo>
                  <a:pt x="1103708" y="317153"/>
                </a:lnTo>
                <a:lnTo>
                  <a:pt x="1104195" y="317613"/>
                </a:lnTo>
                <a:lnTo>
                  <a:pt x="1104770" y="317102"/>
                </a:lnTo>
                <a:lnTo>
                  <a:pt x="1105599" y="317102"/>
                </a:lnTo>
                <a:lnTo>
                  <a:pt x="1106705" y="316192"/>
                </a:lnTo>
                <a:lnTo>
                  <a:pt x="1107123" y="316272"/>
                </a:lnTo>
                <a:lnTo>
                  <a:pt x="1107663" y="315444"/>
                </a:lnTo>
                <a:lnTo>
                  <a:pt x="1108247" y="315394"/>
                </a:lnTo>
                <a:lnTo>
                  <a:pt x="1108606" y="314895"/>
                </a:lnTo>
                <a:lnTo>
                  <a:pt x="1107839" y="314217"/>
                </a:lnTo>
                <a:lnTo>
                  <a:pt x="1107958" y="313537"/>
                </a:lnTo>
                <a:lnTo>
                  <a:pt x="1109079" y="312657"/>
                </a:lnTo>
                <a:lnTo>
                  <a:pt x="1113613" y="310127"/>
                </a:lnTo>
                <a:lnTo>
                  <a:pt x="1115149" y="309852"/>
                </a:lnTo>
                <a:lnTo>
                  <a:pt x="1115604" y="309281"/>
                </a:lnTo>
                <a:lnTo>
                  <a:pt x="1115987" y="309301"/>
                </a:lnTo>
                <a:lnTo>
                  <a:pt x="1116971" y="308588"/>
                </a:lnTo>
                <a:lnTo>
                  <a:pt x="1117200" y="307988"/>
                </a:lnTo>
                <a:lnTo>
                  <a:pt x="1117970" y="307821"/>
                </a:lnTo>
                <a:lnTo>
                  <a:pt x="1117813" y="307327"/>
                </a:lnTo>
                <a:lnTo>
                  <a:pt x="1120859" y="305903"/>
                </a:lnTo>
                <a:lnTo>
                  <a:pt x="1121041" y="305598"/>
                </a:lnTo>
                <a:lnTo>
                  <a:pt x="1120791" y="305298"/>
                </a:lnTo>
                <a:lnTo>
                  <a:pt x="1121535" y="304424"/>
                </a:lnTo>
                <a:lnTo>
                  <a:pt x="1121692" y="303639"/>
                </a:lnTo>
                <a:lnTo>
                  <a:pt x="1122245" y="303294"/>
                </a:lnTo>
                <a:lnTo>
                  <a:pt x="1122260" y="302700"/>
                </a:lnTo>
                <a:lnTo>
                  <a:pt x="1122815" y="301964"/>
                </a:lnTo>
                <a:lnTo>
                  <a:pt x="1125582" y="300645"/>
                </a:lnTo>
                <a:lnTo>
                  <a:pt x="1127140" y="299204"/>
                </a:lnTo>
                <a:lnTo>
                  <a:pt x="1127647" y="299907"/>
                </a:lnTo>
                <a:lnTo>
                  <a:pt x="1128451" y="299429"/>
                </a:lnTo>
                <a:lnTo>
                  <a:pt x="1129916" y="297626"/>
                </a:lnTo>
                <a:lnTo>
                  <a:pt x="1130819" y="297042"/>
                </a:lnTo>
                <a:lnTo>
                  <a:pt x="1131232" y="295428"/>
                </a:lnTo>
                <a:lnTo>
                  <a:pt x="1131892" y="295606"/>
                </a:lnTo>
                <a:lnTo>
                  <a:pt x="1132725" y="295291"/>
                </a:lnTo>
                <a:lnTo>
                  <a:pt x="1135475" y="291881"/>
                </a:lnTo>
                <a:lnTo>
                  <a:pt x="1136289" y="290123"/>
                </a:lnTo>
                <a:lnTo>
                  <a:pt x="1136771" y="289672"/>
                </a:lnTo>
                <a:lnTo>
                  <a:pt x="1137367" y="289627"/>
                </a:lnTo>
                <a:lnTo>
                  <a:pt x="1137555" y="288941"/>
                </a:lnTo>
                <a:lnTo>
                  <a:pt x="1137271" y="287250"/>
                </a:lnTo>
                <a:lnTo>
                  <a:pt x="1137896" y="287052"/>
                </a:lnTo>
                <a:lnTo>
                  <a:pt x="1138731" y="287298"/>
                </a:lnTo>
                <a:lnTo>
                  <a:pt x="1139571" y="286568"/>
                </a:lnTo>
                <a:lnTo>
                  <a:pt x="1139451" y="285866"/>
                </a:lnTo>
                <a:lnTo>
                  <a:pt x="1139769" y="284357"/>
                </a:lnTo>
                <a:lnTo>
                  <a:pt x="1140360" y="283803"/>
                </a:lnTo>
                <a:lnTo>
                  <a:pt x="1140632" y="284279"/>
                </a:lnTo>
                <a:lnTo>
                  <a:pt x="1143890" y="281677"/>
                </a:lnTo>
                <a:lnTo>
                  <a:pt x="1144836" y="281792"/>
                </a:lnTo>
                <a:lnTo>
                  <a:pt x="1145095" y="281491"/>
                </a:lnTo>
                <a:lnTo>
                  <a:pt x="1144726" y="281155"/>
                </a:lnTo>
                <a:lnTo>
                  <a:pt x="1145621" y="281128"/>
                </a:lnTo>
                <a:lnTo>
                  <a:pt x="1145744" y="280363"/>
                </a:lnTo>
                <a:lnTo>
                  <a:pt x="1146726" y="281018"/>
                </a:lnTo>
                <a:lnTo>
                  <a:pt x="1147910" y="280174"/>
                </a:lnTo>
                <a:lnTo>
                  <a:pt x="1148269" y="280401"/>
                </a:lnTo>
                <a:lnTo>
                  <a:pt x="1151341" y="280098"/>
                </a:lnTo>
                <a:lnTo>
                  <a:pt x="1152383" y="280501"/>
                </a:lnTo>
                <a:lnTo>
                  <a:pt x="1154459" y="280310"/>
                </a:lnTo>
                <a:lnTo>
                  <a:pt x="1156264" y="280520"/>
                </a:lnTo>
                <a:lnTo>
                  <a:pt x="1158311" y="278904"/>
                </a:lnTo>
                <a:lnTo>
                  <a:pt x="1159525" y="278214"/>
                </a:lnTo>
                <a:lnTo>
                  <a:pt x="1160499" y="278014"/>
                </a:lnTo>
                <a:lnTo>
                  <a:pt x="1161100" y="277062"/>
                </a:lnTo>
                <a:lnTo>
                  <a:pt x="1161954" y="276814"/>
                </a:lnTo>
                <a:lnTo>
                  <a:pt x="1162962" y="275299"/>
                </a:lnTo>
                <a:lnTo>
                  <a:pt x="1163182" y="273977"/>
                </a:lnTo>
                <a:lnTo>
                  <a:pt x="1168287" y="271597"/>
                </a:lnTo>
                <a:lnTo>
                  <a:pt x="1168697" y="270805"/>
                </a:lnTo>
                <a:lnTo>
                  <a:pt x="1168274" y="269985"/>
                </a:lnTo>
                <a:lnTo>
                  <a:pt x="1168421" y="269310"/>
                </a:lnTo>
                <a:lnTo>
                  <a:pt x="1169618" y="269178"/>
                </a:lnTo>
                <a:lnTo>
                  <a:pt x="1170783" y="268159"/>
                </a:lnTo>
                <a:lnTo>
                  <a:pt x="1171181" y="267421"/>
                </a:lnTo>
                <a:lnTo>
                  <a:pt x="1174062" y="265974"/>
                </a:lnTo>
                <a:lnTo>
                  <a:pt x="1174682" y="264540"/>
                </a:lnTo>
                <a:lnTo>
                  <a:pt x="1177403" y="262782"/>
                </a:lnTo>
                <a:lnTo>
                  <a:pt x="1177783" y="261846"/>
                </a:lnTo>
                <a:lnTo>
                  <a:pt x="1178581" y="260986"/>
                </a:lnTo>
                <a:lnTo>
                  <a:pt x="1178620" y="259836"/>
                </a:lnTo>
                <a:lnTo>
                  <a:pt x="1179303" y="259589"/>
                </a:lnTo>
                <a:lnTo>
                  <a:pt x="1179364" y="259157"/>
                </a:lnTo>
                <a:lnTo>
                  <a:pt x="1179018" y="258970"/>
                </a:lnTo>
                <a:lnTo>
                  <a:pt x="1178841" y="258228"/>
                </a:lnTo>
                <a:lnTo>
                  <a:pt x="1179764" y="257867"/>
                </a:lnTo>
                <a:lnTo>
                  <a:pt x="1180067" y="258111"/>
                </a:lnTo>
                <a:lnTo>
                  <a:pt x="1180477" y="258026"/>
                </a:lnTo>
                <a:lnTo>
                  <a:pt x="1181628" y="257469"/>
                </a:lnTo>
                <a:lnTo>
                  <a:pt x="1182092" y="256906"/>
                </a:lnTo>
                <a:lnTo>
                  <a:pt x="1183898" y="256154"/>
                </a:lnTo>
                <a:lnTo>
                  <a:pt x="1186736" y="253413"/>
                </a:lnTo>
                <a:lnTo>
                  <a:pt x="1187034" y="252576"/>
                </a:lnTo>
                <a:lnTo>
                  <a:pt x="1186591" y="252193"/>
                </a:lnTo>
                <a:lnTo>
                  <a:pt x="1187748" y="251631"/>
                </a:lnTo>
                <a:lnTo>
                  <a:pt x="1191241" y="248569"/>
                </a:lnTo>
                <a:lnTo>
                  <a:pt x="1191551" y="247733"/>
                </a:lnTo>
                <a:lnTo>
                  <a:pt x="1192537" y="246867"/>
                </a:lnTo>
                <a:lnTo>
                  <a:pt x="1192652" y="245763"/>
                </a:lnTo>
                <a:lnTo>
                  <a:pt x="1193170" y="244796"/>
                </a:lnTo>
                <a:lnTo>
                  <a:pt x="1194505" y="244549"/>
                </a:lnTo>
                <a:lnTo>
                  <a:pt x="1196690" y="243141"/>
                </a:lnTo>
                <a:lnTo>
                  <a:pt x="1196666" y="241414"/>
                </a:lnTo>
                <a:lnTo>
                  <a:pt x="1197045" y="240028"/>
                </a:lnTo>
                <a:lnTo>
                  <a:pt x="1199552" y="238308"/>
                </a:lnTo>
                <a:lnTo>
                  <a:pt x="1201622" y="235060"/>
                </a:lnTo>
                <a:lnTo>
                  <a:pt x="1202559" y="234824"/>
                </a:lnTo>
                <a:lnTo>
                  <a:pt x="1202538" y="234296"/>
                </a:lnTo>
                <a:lnTo>
                  <a:pt x="1201831" y="233938"/>
                </a:lnTo>
                <a:lnTo>
                  <a:pt x="1204506" y="233218"/>
                </a:lnTo>
                <a:lnTo>
                  <a:pt x="1205509" y="232283"/>
                </a:lnTo>
                <a:lnTo>
                  <a:pt x="1206815" y="230146"/>
                </a:lnTo>
                <a:lnTo>
                  <a:pt x="1206851" y="229719"/>
                </a:lnTo>
                <a:lnTo>
                  <a:pt x="1206318" y="229371"/>
                </a:lnTo>
                <a:lnTo>
                  <a:pt x="1211736" y="225207"/>
                </a:lnTo>
                <a:lnTo>
                  <a:pt x="1212396" y="222956"/>
                </a:lnTo>
                <a:lnTo>
                  <a:pt x="1212909" y="222579"/>
                </a:lnTo>
                <a:lnTo>
                  <a:pt x="1213176" y="221758"/>
                </a:lnTo>
                <a:lnTo>
                  <a:pt x="1214757" y="220965"/>
                </a:lnTo>
                <a:lnTo>
                  <a:pt x="1215149" y="220250"/>
                </a:lnTo>
                <a:lnTo>
                  <a:pt x="1215205" y="218945"/>
                </a:lnTo>
                <a:lnTo>
                  <a:pt x="1216459" y="218128"/>
                </a:lnTo>
                <a:lnTo>
                  <a:pt x="1218667" y="214475"/>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38179" y="4015561"/>
            <a:ext cx="923647" cy="760929"/>
          </a:xfrm>
          <a:custGeom>
            <a:avLst/>
            <a:gdLst/>
            <a:ahLst/>
            <a:cxnLst/>
            <a:rect l="l" t="t" r="r" b="b"/>
            <a:pathLst>
              <a:path w="923647" h="760929">
                <a:moveTo>
                  <a:pt x="500862" y="694071"/>
                </a:moveTo>
                <a:lnTo>
                  <a:pt x="500864" y="693631"/>
                </a:lnTo>
                <a:lnTo>
                  <a:pt x="501984" y="692731"/>
                </a:lnTo>
                <a:lnTo>
                  <a:pt x="502454" y="693531"/>
                </a:lnTo>
                <a:lnTo>
                  <a:pt x="503134" y="693201"/>
                </a:lnTo>
                <a:lnTo>
                  <a:pt x="503302" y="692577"/>
                </a:lnTo>
                <a:lnTo>
                  <a:pt x="502273" y="691008"/>
                </a:lnTo>
                <a:lnTo>
                  <a:pt x="502679" y="690516"/>
                </a:lnTo>
                <a:lnTo>
                  <a:pt x="503776" y="690979"/>
                </a:lnTo>
                <a:lnTo>
                  <a:pt x="503920" y="690449"/>
                </a:lnTo>
                <a:lnTo>
                  <a:pt x="503640" y="689663"/>
                </a:lnTo>
                <a:lnTo>
                  <a:pt x="502005" y="689750"/>
                </a:lnTo>
                <a:lnTo>
                  <a:pt x="501437" y="688949"/>
                </a:lnTo>
                <a:lnTo>
                  <a:pt x="502999" y="687699"/>
                </a:lnTo>
                <a:lnTo>
                  <a:pt x="502335" y="686929"/>
                </a:lnTo>
                <a:lnTo>
                  <a:pt x="503066" y="686202"/>
                </a:lnTo>
                <a:lnTo>
                  <a:pt x="503082" y="685808"/>
                </a:lnTo>
                <a:lnTo>
                  <a:pt x="502773" y="685473"/>
                </a:lnTo>
                <a:lnTo>
                  <a:pt x="501997" y="685555"/>
                </a:lnTo>
                <a:lnTo>
                  <a:pt x="501566" y="684003"/>
                </a:lnTo>
                <a:lnTo>
                  <a:pt x="501132" y="684344"/>
                </a:lnTo>
                <a:lnTo>
                  <a:pt x="500991" y="685034"/>
                </a:lnTo>
                <a:lnTo>
                  <a:pt x="500536" y="685200"/>
                </a:lnTo>
                <a:lnTo>
                  <a:pt x="499791" y="684873"/>
                </a:lnTo>
                <a:lnTo>
                  <a:pt x="499432" y="683874"/>
                </a:lnTo>
                <a:lnTo>
                  <a:pt x="499983" y="683220"/>
                </a:lnTo>
                <a:lnTo>
                  <a:pt x="500109" y="682619"/>
                </a:lnTo>
                <a:lnTo>
                  <a:pt x="499320" y="681070"/>
                </a:lnTo>
                <a:lnTo>
                  <a:pt x="500172" y="679080"/>
                </a:lnTo>
                <a:lnTo>
                  <a:pt x="499574" y="676901"/>
                </a:lnTo>
                <a:lnTo>
                  <a:pt x="500216" y="675035"/>
                </a:lnTo>
                <a:lnTo>
                  <a:pt x="499493" y="673221"/>
                </a:lnTo>
                <a:lnTo>
                  <a:pt x="499904" y="672338"/>
                </a:lnTo>
                <a:lnTo>
                  <a:pt x="500931" y="671188"/>
                </a:lnTo>
                <a:lnTo>
                  <a:pt x="501235" y="669557"/>
                </a:lnTo>
                <a:lnTo>
                  <a:pt x="500578" y="669417"/>
                </a:lnTo>
                <a:lnTo>
                  <a:pt x="500097" y="668321"/>
                </a:lnTo>
                <a:lnTo>
                  <a:pt x="500549" y="667900"/>
                </a:lnTo>
                <a:lnTo>
                  <a:pt x="502335" y="668874"/>
                </a:lnTo>
                <a:lnTo>
                  <a:pt x="503062" y="668612"/>
                </a:lnTo>
                <a:lnTo>
                  <a:pt x="503122" y="666588"/>
                </a:lnTo>
                <a:lnTo>
                  <a:pt x="502291" y="666215"/>
                </a:lnTo>
                <a:lnTo>
                  <a:pt x="502288" y="665578"/>
                </a:lnTo>
                <a:lnTo>
                  <a:pt x="503687" y="665721"/>
                </a:lnTo>
                <a:lnTo>
                  <a:pt x="504056" y="665358"/>
                </a:lnTo>
                <a:lnTo>
                  <a:pt x="504227" y="663629"/>
                </a:lnTo>
                <a:lnTo>
                  <a:pt x="505793" y="663045"/>
                </a:lnTo>
                <a:lnTo>
                  <a:pt x="505774" y="662043"/>
                </a:lnTo>
                <a:lnTo>
                  <a:pt x="507065" y="661524"/>
                </a:lnTo>
                <a:lnTo>
                  <a:pt x="507245" y="660877"/>
                </a:lnTo>
                <a:lnTo>
                  <a:pt x="506329" y="660415"/>
                </a:lnTo>
                <a:lnTo>
                  <a:pt x="506830" y="659422"/>
                </a:lnTo>
                <a:lnTo>
                  <a:pt x="505997" y="658362"/>
                </a:lnTo>
                <a:lnTo>
                  <a:pt x="503975" y="659130"/>
                </a:lnTo>
                <a:lnTo>
                  <a:pt x="495859" y="659403"/>
                </a:lnTo>
                <a:lnTo>
                  <a:pt x="495009" y="659725"/>
                </a:lnTo>
                <a:lnTo>
                  <a:pt x="493492" y="659743"/>
                </a:lnTo>
                <a:lnTo>
                  <a:pt x="492884" y="658161"/>
                </a:lnTo>
                <a:lnTo>
                  <a:pt x="488960" y="642079"/>
                </a:lnTo>
                <a:lnTo>
                  <a:pt x="488054" y="640943"/>
                </a:lnTo>
                <a:lnTo>
                  <a:pt x="484377" y="639460"/>
                </a:lnTo>
                <a:lnTo>
                  <a:pt x="483923" y="637581"/>
                </a:lnTo>
                <a:lnTo>
                  <a:pt x="484634" y="636229"/>
                </a:lnTo>
                <a:lnTo>
                  <a:pt x="482044" y="636166"/>
                </a:lnTo>
                <a:lnTo>
                  <a:pt x="478956" y="632694"/>
                </a:lnTo>
                <a:lnTo>
                  <a:pt x="476326" y="632961"/>
                </a:lnTo>
                <a:lnTo>
                  <a:pt x="477213" y="632170"/>
                </a:lnTo>
                <a:lnTo>
                  <a:pt x="477071" y="630452"/>
                </a:lnTo>
                <a:lnTo>
                  <a:pt x="457449" y="579078"/>
                </a:lnTo>
                <a:lnTo>
                  <a:pt x="455282" y="577701"/>
                </a:lnTo>
                <a:lnTo>
                  <a:pt x="456075" y="577049"/>
                </a:lnTo>
                <a:lnTo>
                  <a:pt x="452217" y="574214"/>
                </a:lnTo>
                <a:lnTo>
                  <a:pt x="448050" y="568747"/>
                </a:lnTo>
                <a:lnTo>
                  <a:pt x="446395" y="567583"/>
                </a:lnTo>
                <a:lnTo>
                  <a:pt x="445740" y="566622"/>
                </a:lnTo>
                <a:lnTo>
                  <a:pt x="444947" y="566721"/>
                </a:lnTo>
                <a:lnTo>
                  <a:pt x="444976" y="566237"/>
                </a:lnTo>
                <a:lnTo>
                  <a:pt x="443936" y="565594"/>
                </a:lnTo>
                <a:lnTo>
                  <a:pt x="443710" y="563225"/>
                </a:lnTo>
                <a:lnTo>
                  <a:pt x="446144" y="562031"/>
                </a:lnTo>
                <a:lnTo>
                  <a:pt x="446505" y="561438"/>
                </a:lnTo>
                <a:lnTo>
                  <a:pt x="446038" y="559407"/>
                </a:lnTo>
                <a:lnTo>
                  <a:pt x="444834" y="557687"/>
                </a:lnTo>
                <a:lnTo>
                  <a:pt x="444981" y="557207"/>
                </a:lnTo>
                <a:lnTo>
                  <a:pt x="446686" y="557036"/>
                </a:lnTo>
                <a:lnTo>
                  <a:pt x="447593" y="556622"/>
                </a:lnTo>
                <a:lnTo>
                  <a:pt x="448043" y="558179"/>
                </a:lnTo>
                <a:lnTo>
                  <a:pt x="449078" y="559720"/>
                </a:lnTo>
                <a:lnTo>
                  <a:pt x="449957" y="560661"/>
                </a:lnTo>
                <a:lnTo>
                  <a:pt x="451356" y="561233"/>
                </a:lnTo>
                <a:lnTo>
                  <a:pt x="452887" y="557915"/>
                </a:lnTo>
                <a:lnTo>
                  <a:pt x="452620" y="556406"/>
                </a:lnTo>
                <a:lnTo>
                  <a:pt x="453067" y="555411"/>
                </a:lnTo>
                <a:lnTo>
                  <a:pt x="452826" y="554065"/>
                </a:lnTo>
                <a:lnTo>
                  <a:pt x="453062" y="553676"/>
                </a:lnTo>
                <a:lnTo>
                  <a:pt x="453594" y="553786"/>
                </a:lnTo>
                <a:lnTo>
                  <a:pt x="454557" y="554637"/>
                </a:lnTo>
                <a:lnTo>
                  <a:pt x="455130" y="556480"/>
                </a:lnTo>
                <a:lnTo>
                  <a:pt x="455534" y="557049"/>
                </a:lnTo>
                <a:lnTo>
                  <a:pt x="456114" y="557145"/>
                </a:lnTo>
                <a:lnTo>
                  <a:pt x="456836" y="555901"/>
                </a:lnTo>
                <a:lnTo>
                  <a:pt x="457766" y="555192"/>
                </a:lnTo>
                <a:lnTo>
                  <a:pt x="459674" y="554936"/>
                </a:lnTo>
                <a:lnTo>
                  <a:pt x="459379" y="552510"/>
                </a:lnTo>
                <a:lnTo>
                  <a:pt x="461152" y="551586"/>
                </a:lnTo>
                <a:lnTo>
                  <a:pt x="462009" y="550177"/>
                </a:lnTo>
                <a:lnTo>
                  <a:pt x="463787" y="549456"/>
                </a:lnTo>
                <a:lnTo>
                  <a:pt x="464648" y="549420"/>
                </a:lnTo>
                <a:lnTo>
                  <a:pt x="465632" y="549783"/>
                </a:lnTo>
                <a:lnTo>
                  <a:pt x="467884" y="547134"/>
                </a:lnTo>
                <a:lnTo>
                  <a:pt x="468647" y="546889"/>
                </a:lnTo>
                <a:lnTo>
                  <a:pt x="469692" y="547466"/>
                </a:lnTo>
                <a:lnTo>
                  <a:pt x="472989" y="548197"/>
                </a:lnTo>
                <a:lnTo>
                  <a:pt x="473725" y="548975"/>
                </a:lnTo>
                <a:lnTo>
                  <a:pt x="474630" y="548562"/>
                </a:lnTo>
                <a:lnTo>
                  <a:pt x="475921" y="548806"/>
                </a:lnTo>
                <a:lnTo>
                  <a:pt x="476909" y="548258"/>
                </a:lnTo>
                <a:lnTo>
                  <a:pt x="476517" y="547253"/>
                </a:lnTo>
                <a:lnTo>
                  <a:pt x="476659" y="546751"/>
                </a:lnTo>
                <a:lnTo>
                  <a:pt x="479192" y="545234"/>
                </a:lnTo>
                <a:lnTo>
                  <a:pt x="479027" y="544528"/>
                </a:lnTo>
                <a:lnTo>
                  <a:pt x="479286" y="544283"/>
                </a:lnTo>
                <a:lnTo>
                  <a:pt x="480085" y="544140"/>
                </a:lnTo>
                <a:lnTo>
                  <a:pt x="480791" y="546183"/>
                </a:lnTo>
                <a:lnTo>
                  <a:pt x="481945" y="545989"/>
                </a:lnTo>
                <a:lnTo>
                  <a:pt x="482862" y="546287"/>
                </a:lnTo>
                <a:lnTo>
                  <a:pt x="484906" y="545008"/>
                </a:lnTo>
                <a:lnTo>
                  <a:pt x="484785" y="542967"/>
                </a:lnTo>
                <a:lnTo>
                  <a:pt x="485207" y="542297"/>
                </a:lnTo>
                <a:lnTo>
                  <a:pt x="486125" y="542327"/>
                </a:lnTo>
                <a:lnTo>
                  <a:pt x="488501" y="541059"/>
                </a:lnTo>
                <a:lnTo>
                  <a:pt x="489538" y="541406"/>
                </a:lnTo>
                <a:lnTo>
                  <a:pt x="490504" y="542460"/>
                </a:lnTo>
                <a:lnTo>
                  <a:pt x="492630" y="542343"/>
                </a:lnTo>
                <a:lnTo>
                  <a:pt x="493306" y="542549"/>
                </a:lnTo>
                <a:lnTo>
                  <a:pt x="493083" y="540185"/>
                </a:lnTo>
                <a:lnTo>
                  <a:pt x="492634" y="539481"/>
                </a:lnTo>
                <a:lnTo>
                  <a:pt x="492463" y="538498"/>
                </a:lnTo>
                <a:lnTo>
                  <a:pt x="493321" y="537356"/>
                </a:lnTo>
                <a:lnTo>
                  <a:pt x="493219" y="536219"/>
                </a:lnTo>
                <a:lnTo>
                  <a:pt x="493512" y="535641"/>
                </a:lnTo>
                <a:lnTo>
                  <a:pt x="497506" y="532604"/>
                </a:lnTo>
                <a:lnTo>
                  <a:pt x="498176" y="532616"/>
                </a:lnTo>
                <a:lnTo>
                  <a:pt x="499252" y="533654"/>
                </a:lnTo>
                <a:lnTo>
                  <a:pt x="500438" y="534069"/>
                </a:lnTo>
                <a:lnTo>
                  <a:pt x="502748" y="533708"/>
                </a:lnTo>
                <a:lnTo>
                  <a:pt x="503203" y="532346"/>
                </a:lnTo>
                <a:lnTo>
                  <a:pt x="502121" y="530030"/>
                </a:lnTo>
                <a:lnTo>
                  <a:pt x="502380" y="528914"/>
                </a:lnTo>
                <a:lnTo>
                  <a:pt x="502193" y="527380"/>
                </a:lnTo>
                <a:lnTo>
                  <a:pt x="503134" y="526896"/>
                </a:lnTo>
                <a:lnTo>
                  <a:pt x="504518" y="526696"/>
                </a:lnTo>
                <a:lnTo>
                  <a:pt x="505290" y="525647"/>
                </a:lnTo>
                <a:lnTo>
                  <a:pt x="506165" y="525223"/>
                </a:lnTo>
                <a:lnTo>
                  <a:pt x="506588" y="523657"/>
                </a:lnTo>
                <a:lnTo>
                  <a:pt x="507801" y="522682"/>
                </a:lnTo>
                <a:lnTo>
                  <a:pt x="508287" y="521865"/>
                </a:lnTo>
                <a:lnTo>
                  <a:pt x="508256" y="520585"/>
                </a:lnTo>
                <a:lnTo>
                  <a:pt x="508942" y="519660"/>
                </a:lnTo>
                <a:lnTo>
                  <a:pt x="510293" y="520233"/>
                </a:lnTo>
                <a:lnTo>
                  <a:pt x="511706" y="519732"/>
                </a:lnTo>
                <a:lnTo>
                  <a:pt x="512691" y="519713"/>
                </a:lnTo>
                <a:lnTo>
                  <a:pt x="513753" y="518507"/>
                </a:lnTo>
                <a:lnTo>
                  <a:pt x="513343" y="517089"/>
                </a:lnTo>
                <a:lnTo>
                  <a:pt x="513369" y="515282"/>
                </a:lnTo>
                <a:lnTo>
                  <a:pt x="511452" y="513452"/>
                </a:lnTo>
                <a:lnTo>
                  <a:pt x="510799" y="512151"/>
                </a:lnTo>
                <a:lnTo>
                  <a:pt x="510804" y="511159"/>
                </a:lnTo>
                <a:lnTo>
                  <a:pt x="511057" y="510730"/>
                </a:lnTo>
                <a:lnTo>
                  <a:pt x="511615" y="510707"/>
                </a:lnTo>
                <a:lnTo>
                  <a:pt x="514253" y="512659"/>
                </a:lnTo>
                <a:lnTo>
                  <a:pt x="514851" y="512766"/>
                </a:lnTo>
                <a:lnTo>
                  <a:pt x="515243" y="512538"/>
                </a:lnTo>
                <a:lnTo>
                  <a:pt x="515761" y="512028"/>
                </a:lnTo>
                <a:lnTo>
                  <a:pt x="516191" y="510890"/>
                </a:lnTo>
                <a:lnTo>
                  <a:pt x="515613" y="508584"/>
                </a:lnTo>
                <a:lnTo>
                  <a:pt x="516121" y="505162"/>
                </a:lnTo>
                <a:lnTo>
                  <a:pt x="517518" y="504156"/>
                </a:lnTo>
                <a:lnTo>
                  <a:pt x="520265" y="503830"/>
                </a:lnTo>
                <a:lnTo>
                  <a:pt x="522216" y="502683"/>
                </a:lnTo>
                <a:lnTo>
                  <a:pt x="522178" y="502278"/>
                </a:lnTo>
                <a:lnTo>
                  <a:pt x="520983" y="501369"/>
                </a:lnTo>
                <a:lnTo>
                  <a:pt x="520836" y="500230"/>
                </a:lnTo>
                <a:lnTo>
                  <a:pt x="519735" y="499773"/>
                </a:lnTo>
                <a:lnTo>
                  <a:pt x="519378" y="498300"/>
                </a:lnTo>
                <a:lnTo>
                  <a:pt x="520609" y="498075"/>
                </a:lnTo>
                <a:lnTo>
                  <a:pt x="521243" y="497671"/>
                </a:lnTo>
                <a:lnTo>
                  <a:pt x="522251" y="497927"/>
                </a:lnTo>
                <a:lnTo>
                  <a:pt x="523767" y="497650"/>
                </a:lnTo>
                <a:lnTo>
                  <a:pt x="524367" y="498215"/>
                </a:lnTo>
                <a:lnTo>
                  <a:pt x="524369" y="499216"/>
                </a:lnTo>
                <a:lnTo>
                  <a:pt x="525151" y="499278"/>
                </a:lnTo>
                <a:lnTo>
                  <a:pt x="525567" y="498998"/>
                </a:lnTo>
                <a:lnTo>
                  <a:pt x="525344" y="497777"/>
                </a:lnTo>
                <a:lnTo>
                  <a:pt x="526022" y="496972"/>
                </a:lnTo>
                <a:lnTo>
                  <a:pt x="526181" y="495882"/>
                </a:lnTo>
                <a:lnTo>
                  <a:pt x="526982" y="495985"/>
                </a:lnTo>
                <a:lnTo>
                  <a:pt x="527891" y="495579"/>
                </a:lnTo>
                <a:lnTo>
                  <a:pt x="528798" y="495795"/>
                </a:lnTo>
                <a:lnTo>
                  <a:pt x="529469" y="495570"/>
                </a:lnTo>
                <a:lnTo>
                  <a:pt x="530451" y="494519"/>
                </a:lnTo>
                <a:lnTo>
                  <a:pt x="531313" y="492615"/>
                </a:lnTo>
                <a:lnTo>
                  <a:pt x="534001" y="491502"/>
                </a:lnTo>
                <a:lnTo>
                  <a:pt x="534921" y="490119"/>
                </a:lnTo>
                <a:lnTo>
                  <a:pt x="535203" y="488958"/>
                </a:lnTo>
                <a:lnTo>
                  <a:pt x="534287" y="487977"/>
                </a:lnTo>
                <a:lnTo>
                  <a:pt x="532936" y="487715"/>
                </a:lnTo>
                <a:lnTo>
                  <a:pt x="532379" y="487085"/>
                </a:lnTo>
                <a:lnTo>
                  <a:pt x="531462" y="487805"/>
                </a:lnTo>
                <a:lnTo>
                  <a:pt x="530998" y="487769"/>
                </a:lnTo>
                <a:lnTo>
                  <a:pt x="530720" y="487324"/>
                </a:lnTo>
                <a:lnTo>
                  <a:pt x="531379" y="486599"/>
                </a:lnTo>
                <a:lnTo>
                  <a:pt x="531458" y="486052"/>
                </a:lnTo>
                <a:lnTo>
                  <a:pt x="530690" y="485117"/>
                </a:lnTo>
                <a:lnTo>
                  <a:pt x="529817" y="484822"/>
                </a:lnTo>
                <a:lnTo>
                  <a:pt x="529865" y="484623"/>
                </a:lnTo>
                <a:lnTo>
                  <a:pt x="531653" y="483261"/>
                </a:lnTo>
                <a:lnTo>
                  <a:pt x="532346" y="483742"/>
                </a:lnTo>
                <a:lnTo>
                  <a:pt x="533262" y="483403"/>
                </a:lnTo>
                <a:lnTo>
                  <a:pt x="534251" y="481225"/>
                </a:lnTo>
                <a:lnTo>
                  <a:pt x="535109" y="480830"/>
                </a:lnTo>
                <a:lnTo>
                  <a:pt x="536117" y="479412"/>
                </a:lnTo>
                <a:lnTo>
                  <a:pt x="536882" y="478997"/>
                </a:lnTo>
                <a:lnTo>
                  <a:pt x="538419" y="478776"/>
                </a:lnTo>
                <a:lnTo>
                  <a:pt x="538791" y="477862"/>
                </a:lnTo>
                <a:lnTo>
                  <a:pt x="540095" y="477361"/>
                </a:lnTo>
                <a:lnTo>
                  <a:pt x="540422" y="476892"/>
                </a:lnTo>
                <a:lnTo>
                  <a:pt x="540733" y="474887"/>
                </a:lnTo>
                <a:lnTo>
                  <a:pt x="541167" y="473866"/>
                </a:lnTo>
                <a:lnTo>
                  <a:pt x="542838" y="473876"/>
                </a:lnTo>
                <a:lnTo>
                  <a:pt x="543208" y="474533"/>
                </a:lnTo>
                <a:lnTo>
                  <a:pt x="543772" y="474862"/>
                </a:lnTo>
                <a:lnTo>
                  <a:pt x="544424" y="474384"/>
                </a:lnTo>
                <a:lnTo>
                  <a:pt x="545452" y="474255"/>
                </a:lnTo>
                <a:lnTo>
                  <a:pt x="546791" y="473621"/>
                </a:lnTo>
                <a:lnTo>
                  <a:pt x="547324" y="472370"/>
                </a:lnTo>
                <a:lnTo>
                  <a:pt x="547312" y="471374"/>
                </a:lnTo>
                <a:lnTo>
                  <a:pt x="544991" y="468971"/>
                </a:lnTo>
                <a:lnTo>
                  <a:pt x="544805" y="468393"/>
                </a:lnTo>
                <a:lnTo>
                  <a:pt x="546426" y="467752"/>
                </a:lnTo>
                <a:lnTo>
                  <a:pt x="547644" y="468140"/>
                </a:lnTo>
                <a:lnTo>
                  <a:pt x="550136" y="467479"/>
                </a:lnTo>
                <a:lnTo>
                  <a:pt x="550649" y="465953"/>
                </a:lnTo>
                <a:lnTo>
                  <a:pt x="549849" y="465245"/>
                </a:lnTo>
                <a:lnTo>
                  <a:pt x="550166" y="464384"/>
                </a:lnTo>
                <a:lnTo>
                  <a:pt x="551035" y="464393"/>
                </a:lnTo>
                <a:lnTo>
                  <a:pt x="552075" y="465075"/>
                </a:lnTo>
                <a:lnTo>
                  <a:pt x="552430" y="464912"/>
                </a:lnTo>
                <a:lnTo>
                  <a:pt x="553229" y="463297"/>
                </a:lnTo>
                <a:lnTo>
                  <a:pt x="553127" y="462528"/>
                </a:lnTo>
                <a:lnTo>
                  <a:pt x="553541" y="461800"/>
                </a:lnTo>
                <a:lnTo>
                  <a:pt x="552904" y="460717"/>
                </a:lnTo>
                <a:lnTo>
                  <a:pt x="553410" y="459834"/>
                </a:lnTo>
                <a:lnTo>
                  <a:pt x="552728" y="458813"/>
                </a:lnTo>
                <a:lnTo>
                  <a:pt x="551558" y="458748"/>
                </a:lnTo>
                <a:lnTo>
                  <a:pt x="551677" y="458008"/>
                </a:lnTo>
                <a:lnTo>
                  <a:pt x="553220" y="457426"/>
                </a:lnTo>
                <a:lnTo>
                  <a:pt x="554133" y="458070"/>
                </a:lnTo>
                <a:lnTo>
                  <a:pt x="554501" y="458808"/>
                </a:lnTo>
                <a:lnTo>
                  <a:pt x="555063" y="459000"/>
                </a:lnTo>
                <a:lnTo>
                  <a:pt x="555941" y="457424"/>
                </a:lnTo>
                <a:lnTo>
                  <a:pt x="557054" y="457740"/>
                </a:lnTo>
                <a:lnTo>
                  <a:pt x="557549" y="457364"/>
                </a:lnTo>
                <a:lnTo>
                  <a:pt x="557842" y="456667"/>
                </a:lnTo>
                <a:lnTo>
                  <a:pt x="557447" y="455982"/>
                </a:lnTo>
                <a:lnTo>
                  <a:pt x="557773" y="455367"/>
                </a:lnTo>
                <a:lnTo>
                  <a:pt x="557518" y="455048"/>
                </a:lnTo>
                <a:lnTo>
                  <a:pt x="556275" y="454712"/>
                </a:lnTo>
                <a:lnTo>
                  <a:pt x="555059" y="453179"/>
                </a:lnTo>
                <a:lnTo>
                  <a:pt x="554180" y="454237"/>
                </a:lnTo>
                <a:lnTo>
                  <a:pt x="553731" y="454225"/>
                </a:lnTo>
                <a:lnTo>
                  <a:pt x="553846" y="453252"/>
                </a:lnTo>
                <a:lnTo>
                  <a:pt x="552502" y="453188"/>
                </a:lnTo>
                <a:lnTo>
                  <a:pt x="552021" y="451201"/>
                </a:lnTo>
                <a:lnTo>
                  <a:pt x="553019" y="450932"/>
                </a:lnTo>
                <a:lnTo>
                  <a:pt x="553218" y="450566"/>
                </a:lnTo>
                <a:lnTo>
                  <a:pt x="553691" y="450431"/>
                </a:lnTo>
                <a:lnTo>
                  <a:pt x="554319" y="451462"/>
                </a:lnTo>
                <a:lnTo>
                  <a:pt x="554921" y="451837"/>
                </a:lnTo>
                <a:lnTo>
                  <a:pt x="555361" y="451434"/>
                </a:lnTo>
                <a:lnTo>
                  <a:pt x="557333" y="451009"/>
                </a:lnTo>
                <a:lnTo>
                  <a:pt x="557796" y="450056"/>
                </a:lnTo>
                <a:lnTo>
                  <a:pt x="557725" y="448979"/>
                </a:lnTo>
                <a:lnTo>
                  <a:pt x="556876" y="448259"/>
                </a:lnTo>
                <a:lnTo>
                  <a:pt x="556940" y="447813"/>
                </a:lnTo>
                <a:lnTo>
                  <a:pt x="557740" y="447587"/>
                </a:lnTo>
                <a:lnTo>
                  <a:pt x="558785" y="448083"/>
                </a:lnTo>
                <a:lnTo>
                  <a:pt x="558874" y="447247"/>
                </a:lnTo>
                <a:lnTo>
                  <a:pt x="559604" y="447468"/>
                </a:lnTo>
                <a:lnTo>
                  <a:pt x="559957" y="447120"/>
                </a:lnTo>
                <a:lnTo>
                  <a:pt x="558816" y="445796"/>
                </a:lnTo>
                <a:lnTo>
                  <a:pt x="559125" y="443924"/>
                </a:lnTo>
                <a:lnTo>
                  <a:pt x="559588" y="443376"/>
                </a:lnTo>
                <a:lnTo>
                  <a:pt x="560760" y="443652"/>
                </a:lnTo>
                <a:lnTo>
                  <a:pt x="562973" y="444998"/>
                </a:lnTo>
                <a:lnTo>
                  <a:pt x="563875" y="445065"/>
                </a:lnTo>
                <a:lnTo>
                  <a:pt x="564314" y="444755"/>
                </a:lnTo>
                <a:lnTo>
                  <a:pt x="564951" y="442911"/>
                </a:lnTo>
                <a:lnTo>
                  <a:pt x="564543" y="442348"/>
                </a:lnTo>
                <a:lnTo>
                  <a:pt x="564880" y="441239"/>
                </a:lnTo>
                <a:lnTo>
                  <a:pt x="563761" y="441018"/>
                </a:lnTo>
                <a:lnTo>
                  <a:pt x="563444" y="439439"/>
                </a:lnTo>
                <a:lnTo>
                  <a:pt x="563624" y="439246"/>
                </a:lnTo>
                <a:lnTo>
                  <a:pt x="565019" y="439496"/>
                </a:lnTo>
                <a:lnTo>
                  <a:pt x="566074" y="438233"/>
                </a:lnTo>
                <a:lnTo>
                  <a:pt x="566485" y="436671"/>
                </a:lnTo>
                <a:lnTo>
                  <a:pt x="565690" y="435818"/>
                </a:lnTo>
                <a:lnTo>
                  <a:pt x="565876" y="434792"/>
                </a:lnTo>
                <a:lnTo>
                  <a:pt x="566637" y="434578"/>
                </a:lnTo>
                <a:lnTo>
                  <a:pt x="566684" y="433920"/>
                </a:lnTo>
                <a:lnTo>
                  <a:pt x="566254" y="433661"/>
                </a:lnTo>
                <a:lnTo>
                  <a:pt x="566264" y="433228"/>
                </a:lnTo>
                <a:lnTo>
                  <a:pt x="567121" y="433498"/>
                </a:lnTo>
                <a:lnTo>
                  <a:pt x="567369" y="432739"/>
                </a:lnTo>
                <a:lnTo>
                  <a:pt x="568307" y="432357"/>
                </a:lnTo>
                <a:lnTo>
                  <a:pt x="569047" y="431090"/>
                </a:lnTo>
                <a:lnTo>
                  <a:pt x="569578" y="431962"/>
                </a:lnTo>
                <a:lnTo>
                  <a:pt x="570136" y="431920"/>
                </a:lnTo>
                <a:lnTo>
                  <a:pt x="569639" y="431070"/>
                </a:lnTo>
                <a:lnTo>
                  <a:pt x="569771" y="430723"/>
                </a:lnTo>
                <a:lnTo>
                  <a:pt x="570388" y="431306"/>
                </a:lnTo>
                <a:lnTo>
                  <a:pt x="570528" y="431888"/>
                </a:lnTo>
                <a:lnTo>
                  <a:pt x="572491" y="431899"/>
                </a:lnTo>
                <a:lnTo>
                  <a:pt x="572844" y="431265"/>
                </a:lnTo>
                <a:lnTo>
                  <a:pt x="572018" y="430512"/>
                </a:lnTo>
                <a:lnTo>
                  <a:pt x="572830" y="429791"/>
                </a:lnTo>
                <a:lnTo>
                  <a:pt x="573535" y="428631"/>
                </a:lnTo>
                <a:lnTo>
                  <a:pt x="573770" y="427286"/>
                </a:lnTo>
                <a:lnTo>
                  <a:pt x="573064" y="426413"/>
                </a:lnTo>
                <a:lnTo>
                  <a:pt x="572155" y="426372"/>
                </a:lnTo>
                <a:lnTo>
                  <a:pt x="571834" y="425588"/>
                </a:lnTo>
                <a:lnTo>
                  <a:pt x="571759" y="423471"/>
                </a:lnTo>
                <a:lnTo>
                  <a:pt x="573221" y="423547"/>
                </a:lnTo>
                <a:lnTo>
                  <a:pt x="575606" y="425416"/>
                </a:lnTo>
                <a:lnTo>
                  <a:pt x="577174" y="425961"/>
                </a:lnTo>
                <a:lnTo>
                  <a:pt x="578294" y="425936"/>
                </a:lnTo>
                <a:lnTo>
                  <a:pt x="577989" y="426947"/>
                </a:lnTo>
                <a:lnTo>
                  <a:pt x="579045" y="427712"/>
                </a:lnTo>
                <a:lnTo>
                  <a:pt x="580650" y="427488"/>
                </a:lnTo>
                <a:lnTo>
                  <a:pt x="582049" y="428316"/>
                </a:lnTo>
                <a:lnTo>
                  <a:pt x="583866" y="426768"/>
                </a:lnTo>
                <a:lnTo>
                  <a:pt x="584641" y="426799"/>
                </a:lnTo>
                <a:lnTo>
                  <a:pt x="584324" y="426017"/>
                </a:lnTo>
                <a:lnTo>
                  <a:pt x="584434" y="425040"/>
                </a:lnTo>
                <a:lnTo>
                  <a:pt x="586018" y="427324"/>
                </a:lnTo>
                <a:lnTo>
                  <a:pt x="587440" y="426281"/>
                </a:lnTo>
                <a:lnTo>
                  <a:pt x="587403" y="425191"/>
                </a:lnTo>
                <a:lnTo>
                  <a:pt x="588065" y="425051"/>
                </a:lnTo>
                <a:lnTo>
                  <a:pt x="588452" y="426337"/>
                </a:lnTo>
                <a:lnTo>
                  <a:pt x="589188" y="426501"/>
                </a:lnTo>
                <a:lnTo>
                  <a:pt x="589315" y="427190"/>
                </a:lnTo>
                <a:lnTo>
                  <a:pt x="590083" y="427126"/>
                </a:lnTo>
                <a:lnTo>
                  <a:pt x="590863" y="428334"/>
                </a:lnTo>
                <a:lnTo>
                  <a:pt x="592654" y="427915"/>
                </a:lnTo>
                <a:lnTo>
                  <a:pt x="593341" y="427473"/>
                </a:lnTo>
                <a:lnTo>
                  <a:pt x="594157" y="427857"/>
                </a:lnTo>
                <a:lnTo>
                  <a:pt x="594582" y="427428"/>
                </a:lnTo>
                <a:lnTo>
                  <a:pt x="594657" y="426696"/>
                </a:lnTo>
                <a:lnTo>
                  <a:pt x="595529" y="426340"/>
                </a:lnTo>
                <a:lnTo>
                  <a:pt x="595882" y="425178"/>
                </a:lnTo>
                <a:lnTo>
                  <a:pt x="595846" y="424263"/>
                </a:lnTo>
                <a:lnTo>
                  <a:pt x="596260" y="423609"/>
                </a:lnTo>
                <a:lnTo>
                  <a:pt x="595898" y="422872"/>
                </a:lnTo>
                <a:lnTo>
                  <a:pt x="595093" y="422962"/>
                </a:lnTo>
                <a:lnTo>
                  <a:pt x="594239" y="422458"/>
                </a:lnTo>
                <a:lnTo>
                  <a:pt x="595173" y="420739"/>
                </a:lnTo>
                <a:lnTo>
                  <a:pt x="596339" y="420643"/>
                </a:lnTo>
                <a:lnTo>
                  <a:pt x="597755" y="421267"/>
                </a:lnTo>
                <a:lnTo>
                  <a:pt x="599695" y="420541"/>
                </a:lnTo>
                <a:lnTo>
                  <a:pt x="599744" y="419488"/>
                </a:lnTo>
                <a:lnTo>
                  <a:pt x="599059" y="418375"/>
                </a:lnTo>
                <a:lnTo>
                  <a:pt x="599586" y="417261"/>
                </a:lnTo>
                <a:lnTo>
                  <a:pt x="599990" y="417033"/>
                </a:lnTo>
                <a:lnTo>
                  <a:pt x="601038" y="417617"/>
                </a:lnTo>
                <a:lnTo>
                  <a:pt x="600940" y="416645"/>
                </a:lnTo>
                <a:lnTo>
                  <a:pt x="601488" y="415913"/>
                </a:lnTo>
                <a:lnTo>
                  <a:pt x="602953" y="415841"/>
                </a:lnTo>
                <a:lnTo>
                  <a:pt x="602953" y="415080"/>
                </a:lnTo>
                <a:lnTo>
                  <a:pt x="604600" y="415933"/>
                </a:lnTo>
                <a:lnTo>
                  <a:pt x="605751" y="417053"/>
                </a:lnTo>
                <a:lnTo>
                  <a:pt x="606805" y="417361"/>
                </a:lnTo>
                <a:lnTo>
                  <a:pt x="606885" y="418514"/>
                </a:lnTo>
                <a:lnTo>
                  <a:pt x="607406" y="419550"/>
                </a:lnTo>
                <a:lnTo>
                  <a:pt x="608103" y="420200"/>
                </a:lnTo>
                <a:lnTo>
                  <a:pt x="610417" y="420781"/>
                </a:lnTo>
                <a:lnTo>
                  <a:pt x="611490" y="421968"/>
                </a:lnTo>
                <a:lnTo>
                  <a:pt x="611758" y="421494"/>
                </a:lnTo>
                <a:lnTo>
                  <a:pt x="610950" y="420806"/>
                </a:lnTo>
                <a:lnTo>
                  <a:pt x="612015" y="420672"/>
                </a:lnTo>
                <a:lnTo>
                  <a:pt x="612135" y="420024"/>
                </a:lnTo>
                <a:lnTo>
                  <a:pt x="612435" y="419900"/>
                </a:lnTo>
                <a:lnTo>
                  <a:pt x="613079" y="420958"/>
                </a:lnTo>
                <a:lnTo>
                  <a:pt x="613469" y="420793"/>
                </a:lnTo>
                <a:lnTo>
                  <a:pt x="613951" y="419872"/>
                </a:lnTo>
                <a:lnTo>
                  <a:pt x="614411" y="420104"/>
                </a:lnTo>
                <a:lnTo>
                  <a:pt x="615274" y="421505"/>
                </a:lnTo>
                <a:lnTo>
                  <a:pt x="616191" y="420724"/>
                </a:lnTo>
                <a:lnTo>
                  <a:pt x="617256" y="420463"/>
                </a:lnTo>
                <a:lnTo>
                  <a:pt x="617933" y="421442"/>
                </a:lnTo>
                <a:lnTo>
                  <a:pt x="618182" y="420966"/>
                </a:lnTo>
                <a:lnTo>
                  <a:pt x="617919" y="420372"/>
                </a:lnTo>
                <a:lnTo>
                  <a:pt x="618833" y="420522"/>
                </a:lnTo>
                <a:lnTo>
                  <a:pt x="618320" y="420112"/>
                </a:lnTo>
                <a:lnTo>
                  <a:pt x="618614" y="419261"/>
                </a:lnTo>
                <a:lnTo>
                  <a:pt x="617898" y="419074"/>
                </a:lnTo>
                <a:lnTo>
                  <a:pt x="618266" y="418729"/>
                </a:lnTo>
                <a:lnTo>
                  <a:pt x="618192" y="417758"/>
                </a:lnTo>
                <a:lnTo>
                  <a:pt x="617512" y="418238"/>
                </a:lnTo>
                <a:lnTo>
                  <a:pt x="617233" y="417649"/>
                </a:lnTo>
                <a:lnTo>
                  <a:pt x="618021" y="416957"/>
                </a:lnTo>
                <a:lnTo>
                  <a:pt x="618523" y="417046"/>
                </a:lnTo>
                <a:lnTo>
                  <a:pt x="619333" y="415914"/>
                </a:lnTo>
                <a:lnTo>
                  <a:pt x="620061" y="416060"/>
                </a:lnTo>
                <a:lnTo>
                  <a:pt x="620216" y="415251"/>
                </a:lnTo>
                <a:lnTo>
                  <a:pt x="620796" y="415111"/>
                </a:lnTo>
                <a:lnTo>
                  <a:pt x="621340" y="414412"/>
                </a:lnTo>
                <a:lnTo>
                  <a:pt x="621953" y="414897"/>
                </a:lnTo>
                <a:lnTo>
                  <a:pt x="622473" y="414395"/>
                </a:lnTo>
                <a:lnTo>
                  <a:pt x="622481" y="413133"/>
                </a:lnTo>
                <a:lnTo>
                  <a:pt x="621799" y="412191"/>
                </a:lnTo>
                <a:lnTo>
                  <a:pt x="622142" y="411563"/>
                </a:lnTo>
                <a:lnTo>
                  <a:pt x="621987" y="409922"/>
                </a:lnTo>
                <a:lnTo>
                  <a:pt x="623411" y="409272"/>
                </a:lnTo>
                <a:lnTo>
                  <a:pt x="625761" y="409625"/>
                </a:lnTo>
                <a:lnTo>
                  <a:pt x="626055" y="409470"/>
                </a:lnTo>
                <a:lnTo>
                  <a:pt x="626171" y="408732"/>
                </a:lnTo>
                <a:lnTo>
                  <a:pt x="626667" y="408598"/>
                </a:lnTo>
                <a:lnTo>
                  <a:pt x="626508" y="408022"/>
                </a:lnTo>
                <a:lnTo>
                  <a:pt x="627069" y="407835"/>
                </a:lnTo>
                <a:lnTo>
                  <a:pt x="628152" y="406638"/>
                </a:lnTo>
                <a:lnTo>
                  <a:pt x="627987" y="405551"/>
                </a:lnTo>
                <a:lnTo>
                  <a:pt x="627508" y="405364"/>
                </a:lnTo>
                <a:lnTo>
                  <a:pt x="628608" y="405358"/>
                </a:lnTo>
                <a:lnTo>
                  <a:pt x="629681" y="403928"/>
                </a:lnTo>
                <a:lnTo>
                  <a:pt x="629561" y="403556"/>
                </a:lnTo>
                <a:lnTo>
                  <a:pt x="630112" y="403296"/>
                </a:lnTo>
                <a:lnTo>
                  <a:pt x="629852" y="402587"/>
                </a:lnTo>
                <a:lnTo>
                  <a:pt x="630583" y="400749"/>
                </a:lnTo>
                <a:lnTo>
                  <a:pt x="630977" y="400280"/>
                </a:lnTo>
                <a:lnTo>
                  <a:pt x="631973" y="400133"/>
                </a:lnTo>
                <a:lnTo>
                  <a:pt x="632949" y="398769"/>
                </a:lnTo>
                <a:lnTo>
                  <a:pt x="633991" y="398765"/>
                </a:lnTo>
                <a:lnTo>
                  <a:pt x="633941" y="395729"/>
                </a:lnTo>
                <a:lnTo>
                  <a:pt x="634443" y="395540"/>
                </a:lnTo>
                <a:lnTo>
                  <a:pt x="634925" y="396441"/>
                </a:lnTo>
                <a:lnTo>
                  <a:pt x="635441" y="396772"/>
                </a:lnTo>
                <a:lnTo>
                  <a:pt x="635894" y="396591"/>
                </a:lnTo>
                <a:lnTo>
                  <a:pt x="635782" y="395702"/>
                </a:lnTo>
                <a:lnTo>
                  <a:pt x="636681" y="395259"/>
                </a:lnTo>
                <a:lnTo>
                  <a:pt x="637229" y="394453"/>
                </a:lnTo>
                <a:lnTo>
                  <a:pt x="637921" y="395180"/>
                </a:lnTo>
                <a:lnTo>
                  <a:pt x="638090" y="393534"/>
                </a:lnTo>
                <a:lnTo>
                  <a:pt x="638669" y="393219"/>
                </a:lnTo>
                <a:lnTo>
                  <a:pt x="639339" y="392303"/>
                </a:lnTo>
                <a:lnTo>
                  <a:pt x="640045" y="393944"/>
                </a:lnTo>
                <a:lnTo>
                  <a:pt x="640491" y="393888"/>
                </a:lnTo>
                <a:lnTo>
                  <a:pt x="640131" y="392562"/>
                </a:lnTo>
                <a:lnTo>
                  <a:pt x="640453" y="392477"/>
                </a:lnTo>
                <a:lnTo>
                  <a:pt x="640846" y="392939"/>
                </a:lnTo>
                <a:lnTo>
                  <a:pt x="641052" y="392324"/>
                </a:lnTo>
                <a:lnTo>
                  <a:pt x="640166" y="391642"/>
                </a:lnTo>
                <a:lnTo>
                  <a:pt x="641361" y="391456"/>
                </a:lnTo>
                <a:lnTo>
                  <a:pt x="640944" y="390924"/>
                </a:lnTo>
                <a:lnTo>
                  <a:pt x="642032" y="390496"/>
                </a:lnTo>
                <a:lnTo>
                  <a:pt x="642394" y="389894"/>
                </a:lnTo>
                <a:lnTo>
                  <a:pt x="642219" y="389112"/>
                </a:lnTo>
                <a:lnTo>
                  <a:pt x="643722" y="389727"/>
                </a:lnTo>
                <a:lnTo>
                  <a:pt x="645051" y="389844"/>
                </a:lnTo>
                <a:lnTo>
                  <a:pt x="644678" y="388416"/>
                </a:lnTo>
                <a:lnTo>
                  <a:pt x="645337" y="387576"/>
                </a:lnTo>
                <a:lnTo>
                  <a:pt x="644998" y="386994"/>
                </a:lnTo>
                <a:lnTo>
                  <a:pt x="646174" y="387598"/>
                </a:lnTo>
                <a:lnTo>
                  <a:pt x="646169" y="389269"/>
                </a:lnTo>
                <a:lnTo>
                  <a:pt x="647122" y="390379"/>
                </a:lnTo>
                <a:lnTo>
                  <a:pt x="649478" y="389707"/>
                </a:lnTo>
                <a:lnTo>
                  <a:pt x="650100" y="388795"/>
                </a:lnTo>
                <a:lnTo>
                  <a:pt x="650793" y="388732"/>
                </a:lnTo>
                <a:lnTo>
                  <a:pt x="651235" y="389199"/>
                </a:lnTo>
                <a:lnTo>
                  <a:pt x="652618" y="388865"/>
                </a:lnTo>
                <a:lnTo>
                  <a:pt x="652769" y="388099"/>
                </a:lnTo>
                <a:lnTo>
                  <a:pt x="653453" y="387514"/>
                </a:lnTo>
                <a:lnTo>
                  <a:pt x="654762" y="387871"/>
                </a:lnTo>
                <a:lnTo>
                  <a:pt x="655048" y="388997"/>
                </a:lnTo>
                <a:lnTo>
                  <a:pt x="655792" y="389108"/>
                </a:lnTo>
                <a:lnTo>
                  <a:pt x="656101" y="388683"/>
                </a:lnTo>
                <a:lnTo>
                  <a:pt x="656683" y="388863"/>
                </a:lnTo>
                <a:lnTo>
                  <a:pt x="657454" y="388636"/>
                </a:lnTo>
                <a:lnTo>
                  <a:pt x="657515" y="389769"/>
                </a:lnTo>
                <a:lnTo>
                  <a:pt x="657886" y="390356"/>
                </a:lnTo>
                <a:lnTo>
                  <a:pt x="658837" y="390221"/>
                </a:lnTo>
                <a:lnTo>
                  <a:pt x="659216" y="389804"/>
                </a:lnTo>
                <a:lnTo>
                  <a:pt x="660008" y="390801"/>
                </a:lnTo>
                <a:lnTo>
                  <a:pt x="661322" y="391565"/>
                </a:lnTo>
                <a:lnTo>
                  <a:pt x="662120" y="391272"/>
                </a:lnTo>
                <a:lnTo>
                  <a:pt x="662347" y="390707"/>
                </a:lnTo>
                <a:lnTo>
                  <a:pt x="662866" y="390950"/>
                </a:lnTo>
                <a:lnTo>
                  <a:pt x="663162" y="390275"/>
                </a:lnTo>
                <a:lnTo>
                  <a:pt x="663679" y="390274"/>
                </a:lnTo>
                <a:lnTo>
                  <a:pt x="663596" y="389770"/>
                </a:lnTo>
                <a:lnTo>
                  <a:pt x="663873" y="389455"/>
                </a:lnTo>
                <a:lnTo>
                  <a:pt x="664179" y="389631"/>
                </a:lnTo>
                <a:lnTo>
                  <a:pt x="664045" y="390281"/>
                </a:lnTo>
                <a:lnTo>
                  <a:pt x="664366" y="390187"/>
                </a:lnTo>
                <a:lnTo>
                  <a:pt x="664421" y="389748"/>
                </a:lnTo>
                <a:lnTo>
                  <a:pt x="664833" y="390026"/>
                </a:lnTo>
                <a:lnTo>
                  <a:pt x="664571" y="389481"/>
                </a:lnTo>
                <a:lnTo>
                  <a:pt x="665153" y="389243"/>
                </a:lnTo>
                <a:lnTo>
                  <a:pt x="665458" y="387405"/>
                </a:lnTo>
                <a:lnTo>
                  <a:pt x="666346" y="388151"/>
                </a:lnTo>
                <a:lnTo>
                  <a:pt x="666158" y="388769"/>
                </a:lnTo>
                <a:lnTo>
                  <a:pt x="666341" y="388994"/>
                </a:lnTo>
                <a:lnTo>
                  <a:pt x="667432" y="389127"/>
                </a:lnTo>
                <a:lnTo>
                  <a:pt x="667960" y="389644"/>
                </a:lnTo>
                <a:lnTo>
                  <a:pt x="669382" y="390101"/>
                </a:lnTo>
                <a:lnTo>
                  <a:pt x="669582" y="389786"/>
                </a:lnTo>
                <a:lnTo>
                  <a:pt x="668835" y="389287"/>
                </a:lnTo>
                <a:lnTo>
                  <a:pt x="668901" y="389031"/>
                </a:lnTo>
                <a:lnTo>
                  <a:pt x="669844" y="388896"/>
                </a:lnTo>
                <a:lnTo>
                  <a:pt x="670108" y="388280"/>
                </a:lnTo>
                <a:lnTo>
                  <a:pt x="670572" y="388750"/>
                </a:lnTo>
                <a:lnTo>
                  <a:pt x="671695" y="387894"/>
                </a:lnTo>
                <a:lnTo>
                  <a:pt x="671997" y="388128"/>
                </a:lnTo>
                <a:lnTo>
                  <a:pt x="671989" y="388963"/>
                </a:lnTo>
                <a:lnTo>
                  <a:pt x="672879" y="388937"/>
                </a:lnTo>
                <a:lnTo>
                  <a:pt x="672879" y="389772"/>
                </a:lnTo>
                <a:lnTo>
                  <a:pt x="673913" y="388210"/>
                </a:lnTo>
                <a:lnTo>
                  <a:pt x="674221" y="388341"/>
                </a:lnTo>
                <a:lnTo>
                  <a:pt x="674158" y="387682"/>
                </a:lnTo>
                <a:lnTo>
                  <a:pt x="674757" y="387613"/>
                </a:lnTo>
                <a:lnTo>
                  <a:pt x="674872" y="387270"/>
                </a:lnTo>
                <a:lnTo>
                  <a:pt x="674645" y="386988"/>
                </a:lnTo>
                <a:lnTo>
                  <a:pt x="675454" y="386877"/>
                </a:lnTo>
                <a:lnTo>
                  <a:pt x="675362" y="386477"/>
                </a:lnTo>
                <a:lnTo>
                  <a:pt x="675957" y="386631"/>
                </a:lnTo>
                <a:lnTo>
                  <a:pt x="675966" y="386130"/>
                </a:lnTo>
                <a:lnTo>
                  <a:pt x="676783" y="386147"/>
                </a:lnTo>
                <a:lnTo>
                  <a:pt x="676963" y="385306"/>
                </a:lnTo>
                <a:lnTo>
                  <a:pt x="676284" y="384458"/>
                </a:lnTo>
                <a:lnTo>
                  <a:pt x="676615" y="384226"/>
                </a:lnTo>
                <a:lnTo>
                  <a:pt x="676577" y="383600"/>
                </a:lnTo>
                <a:lnTo>
                  <a:pt x="675876" y="382626"/>
                </a:lnTo>
                <a:lnTo>
                  <a:pt x="676902" y="382755"/>
                </a:lnTo>
                <a:lnTo>
                  <a:pt x="677560" y="381758"/>
                </a:lnTo>
                <a:lnTo>
                  <a:pt x="679184" y="381057"/>
                </a:lnTo>
                <a:lnTo>
                  <a:pt x="679530" y="380358"/>
                </a:lnTo>
                <a:lnTo>
                  <a:pt x="679817" y="380521"/>
                </a:lnTo>
                <a:lnTo>
                  <a:pt x="679579" y="379621"/>
                </a:lnTo>
                <a:lnTo>
                  <a:pt x="680082" y="379462"/>
                </a:lnTo>
                <a:lnTo>
                  <a:pt x="680197" y="378693"/>
                </a:lnTo>
                <a:lnTo>
                  <a:pt x="680743" y="378752"/>
                </a:lnTo>
                <a:lnTo>
                  <a:pt x="681061" y="379189"/>
                </a:lnTo>
                <a:lnTo>
                  <a:pt x="681583" y="378694"/>
                </a:lnTo>
                <a:lnTo>
                  <a:pt x="682215" y="378827"/>
                </a:lnTo>
                <a:lnTo>
                  <a:pt x="682540" y="377534"/>
                </a:lnTo>
                <a:lnTo>
                  <a:pt x="681992" y="376488"/>
                </a:lnTo>
                <a:lnTo>
                  <a:pt x="682360" y="375639"/>
                </a:lnTo>
                <a:lnTo>
                  <a:pt x="682040" y="375145"/>
                </a:lnTo>
                <a:lnTo>
                  <a:pt x="682201" y="375002"/>
                </a:lnTo>
                <a:lnTo>
                  <a:pt x="683490" y="374606"/>
                </a:lnTo>
                <a:lnTo>
                  <a:pt x="684089" y="375663"/>
                </a:lnTo>
                <a:lnTo>
                  <a:pt x="684724" y="375457"/>
                </a:lnTo>
                <a:lnTo>
                  <a:pt x="685137" y="375756"/>
                </a:lnTo>
                <a:lnTo>
                  <a:pt x="686013" y="375142"/>
                </a:lnTo>
                <a:lnTo>
                  <a:pt x="686264" y="375374"/>
                </a:lnTo>
                <a:lnTo>
                  <a:pt x="686971" y="374375"/>
                </a:lnTo>
                <a:lnTo>
                  <a:pt x="688144" y="374470"/>
                </a:lnTo>
                <a:lnTo>
                  <a:pt x="688218" y="374737"/>
                </a:lnTo>
                <a:lnTo>
                  <a:pt x="688858" y="374060"/>
                </a:lnTo>
                <a:lnTo>
                  <a:pt x="689078" y="374449"/>
                </a:lnTo>
                <a:lnTo>
                  <a:pt x="689529" y="373559"/>
                </a:lnTo>
                <a:lnTo>
                  <a:pt x="689739" y="374345"/>
                </a:lnTo>
                <a:lnTo>
                  <a:pt x="690225" y="373798"/>
                </a:lnTo>
                <a:lnTo>
                  <a:pt x="690929" y="374355"/>
                </a:lnTo>
                <a:lnTo>
                  <a:pt x="691332" y="373969"/>
                </a:lnTo>
                <a:lnTo>
                  <a:pt x="691459" y="372937"/>
                </a:lnTo>
                <a:lnTo>
                  <a:pt x="692243" y="373295"/>
                </a:lnTo>
                <a:lnTo>
                  <a:pt x="691933" y="372764"/>
                </a:lnTo>
                <a:lnTo>
                  <a:pt x="692222" y="372989"/>
                </a:lnTo>
                <a:lnTo>
                  <a:pt x="692542" y="372434"/>
                </a:lnTo>
                <a:lnTo>
                  <a:pt x="692754" y="372577"/>
                </a:lnTo>
                <a:lnTo>
                  <a:pt x="693169" y="372306"/>
                </a:lnTo>
                <a:lnTo>
                  <a:pt x="693304" y="372629"/>
                </a:lnTo>
                <a:lnTo>
                  <a:pt x="693736" y="372595"/>
                </a:lnTo>
                <a:lnTo>
                  <a:pt x="693766" y="372169"/>
                </a:lnTo>
                <a:lnTo>
                  <a:pt x="694183" y="371808"/>
                </a:lnTo>
                <a:lnTo>
                  <a:pt x="694835" y="371919"/>
                </a:lnTo>
                <a:lnTo>
                  <a:pt x="695157" y="372596"/>
                </a:lnTo>
                <a:lnTo>
                  <a:pt x="695720" y="372269"/>
                </a:lnTo>
                <a:lnTo>
                  <a:pt x="696436" y="373253"/>
                </a:lnTo>
                <a:lnTo>
                  <a:pt x="696743" y="373044"/>
                </a:lnTo>
                <a:lnTo>
                  <a:pt x="697067" y="372068"/>
                </a:lnTo>
                <a:lnTo>
                  <a:pt x="697916" y="372436"/>
                </a:lnTo>
                <a:lnTo>
                  <a:pt x="698184" y="372051"/>
                </a:lnTo>
                <a:lnTo>
                  <a:pt x="698696" y="372724"/>
                </a:lnTo>
                <a:lnTo>
                  <a:pt x="699229" y="372466"/>
                </a:lnTo>
                <a:lnTo>
                  <a:pt x="699005" y="373467"/>
                </a:lnTo>
                <a:lnTo>
                  <a:pt x="699918" y="374458"/>
                </a:lnTo>
                <a:lnTo>
                  <a:pt x="700103" y="374333"/>
                </a:lnTo>
                <a:lnTo>
                  <a:pt x="699759" y="373853"/>
                </a:lnTo>
                <a:lnTo>
                  <a:pt x="700264" y="373349"/>
                </a:lnTo>
                <a:lnTo>
                  <a:pt x="701157" y="373175"/>
                </a:lnTo>
                <a:lnTo>
                  <a:pt x="701108" y="372862"/>
                </a:lnTo>
                <a:lnTo>
                  <a:pt x="702311" y="372656"/>
                </a:lnTo>
                <a:lnTo>
                  <a:pt x="701763" y="372392"/>
                </a:lnTo>
                <a:lnTo>
                  <a:pt x="701874" y="371577"/>
                </a:lnTo>
                <a:lnTo>
                  <a:pt x="702390" y="371764"/>
                </a:lnTo>
                <a:lnTo>
                  <a:pt x="702894" y="371326"/>
                </a:lnTo>
                <a:lnTo>
                  <a:pt x="703576" y="372257"/>
                </a:lnTo>
                <a:lnTo>
                  <a:pt x="703578" y="373003"/>
                </a:lnTo>
                <a:lnTo>
                  <a:pt x="703869" y="373109"/>
                </a:lnTo>
                <a:lnTo>
                  <a:pt x="704244" y="372979"/>
                </a:lnTo>
                <a:lnTo>
                  <a:pt x="704144" y="372526"/>
                </a:lnTo>
                <a:lnTo>
                  <a:pt x="704853" y="372683"/>
                </a:lnTo>
                <a:lnTo>
                  <a:pt x="705604" y="371684"/>
                </a:lnTo>
                <a:lnTo>
                  <a:pt x="706010" y="372509"/>
                </a:lnTo>
                <a:lnTo>
                  <a:pt x="706602" y="372601"/>
                </a:lnTo>
                <a:lnTo>
                  <a:pt x="706934" y="373083"/>
                </a:lnTo>
                <a:lnTo>
                  <a:pt x="707520" y="372341"/>
                </a:lnTo>
                <a:lnTo>
                  <a:pt x="707878" y="372545"/>
                </a:lnTo>
                <a:lnTo>
                  <a:pt x="708200" y="371752"/>
                </a:lnTo>
                <a:lnTo>
                  <a:pt x="709522" y="372303"/>
                </a:lnTo>
                <a:lnTo>
                  <a:pt x="710022" y="372831"/>
                </a:lnTo>
                <a:lnTo>
                  <a:pt x="710031" y="373350"/>
                </a:lnTo>
                <a:lnTo>
                  <a:pt x="710231" y="372980"/>
                </a:lnTo>
                <a:lnTo>
                  <a:pt x="710978" y="372799"/>
                </a:lnTo>
                <a:lnTo>
                  <a:pt x="711492" y="373369"/>
                </a:lnTo>
                <a:lnTo>
                  <a:pt x="711988" y="372157"/>
                </a:lnTo>
                <a:lnTo>
                  <a:pt x="712891" y="372196"/>
                </a:lnTo>
                <a:lnTo>
                  <a:pt x="714029" y="373115"/>
                </a:lnTo>
                <a:lnTo>
                  <a:pt x="714615" y="371988"/>
                </a:lnTo>
                <a:lnTo>
                  <a:pt x="716321" y="371719"/>
                </a:lnTo>
                <a:lnTo>
                  <a:pt x="716336" y="371267"/>
                </a:lnTo>
                <a:lnTo>
                  <a:pt x="716712" y="371241"/>
                </a:lnTo>
                <a:lnTo>
                  <a:pt x="716931" y="370746"/>
                </a:lnTo>
                <a:lnTo>
                  <a:pt x="717817" y="371169"/>
                </a:lnTo>
                <a:lnTo>
                  <a:pt x="717966" y="370484"/>
                </a:lnTo>
                <a:lnTo>
                  <a:pt x="718531" y="369942"/>
                </a:lnTo>
                <a:lnTo>
                  <a:pt x="718622" y="369369"/>
                </a:lnTo>
                <a:lnTo>
                  <a:pt x="718988" y="369204"/>
                </a:lnTo>
                <a:lnTo>
                  <a:pt x="719488" y="368018"/>
                </a:lnTo>
                <a:lnTo>
                  <a:pt x="720610" y="368096"/>
                </a:lnTo>
                <a:lnTo>
                  <a:pt x="721226" y="368455"/>
                </a:lnTo>
                <a:lnTo>
                  <a:pt x="721278" y="367754"/>
                </a:lnTo>
                <a:lnTo>
                  <a:pt x="721700" y="367749"/>
                </a:lnTo>
                <a:lnTo>
                  <a:pt x="721984" y="367147"/>
                </a:lnTo>
                <a:lnTo>
                  <a:pt x="722334" y="367582"/>
                </a:lnTo>
                <a:lnTo>
                  <a:pt x="722464" y="367133"/>
                </a:lnTo>
                <a:lnTo>
                  <a:pt x="723347" y="367137"/>
                </a:lnTo>
                <a:lnTo>
                  <a:pt x="723409" y="366717"/>
                </a:lnTo>
                <a:lnTo>
                  <a:pt x="724494" y="366326"/>
                </a:lnTo>
                <a:lnTo>
                  <a:pt x="724566" y="366806"/>
                </a:lnTo>
                <a:lnTo>
                  <a:pt x="726096" y="367771"/>
                </a:lnTo>
                <a:lnTo>
                  <a:pt x="726598" y="367618"/>
                </a:lnTo>
                <a:lnTo>
                  <a:pt x="728184" y="369387"/>
                </a:lnTo>
                <a:lnTo>
                  <a:pt x="729460" y="370101"/>
                </a:lnTo>
                <a:lnTo>
                  <a:pt x="730084" y="371935"/>
                </a:lnTo>
                <a:lnTo>
                  <a:pt x="731084" y="372902"/>
                </a:lnTo>
                <a:lnTo>
                  <a:pt x="731376" y="373580"/>
                </a:lnTo>
                <a:lnTo>
                  <a:pt x="731871" y="373748"/>
                </a:lnTo>
                <a:lnTo>
                  <a:pt x="732047" y="374546"/>
                </a:lnTo>
                <a:lnTo>
                  <a:pt x="732923" y="375667"/>
                </a:lnTo>
                <a:lnTo>
                  <a:pt x="731868" y="377173"/>
                </a:lnTo>
                <a:lnTo>
                  <a:pt x="731905" y="378086"/>
                </a:lnTo>
                <a:lnTo>
                  <a:pt x="732335" y="379171"/>
                </a:lnTo>
                <a:lnTo>
                  <a:pt x="731505" y="379450"/>
                </a:lnTo>
                <a:lnTo>
                  <a:pt x="731632" y="379740"/>
                </a:lnTo>
                <a:lnTo>
                  <a:pt x="731240" y="380614"/>
                </a:lnTo>
                <a:lnTo>
                  <a:pt x="731797" y="380776"/>
                </a:lnTo>
                <a:lnTo>
                  <a:pt x="733134" y="382200"/>
                </a:lnTo>
                <a:lnTo>
                  <a:pt x="732824" y="382954"/>
                </a:lnTo>
                <a:lnTo>
                  <a:pt x="733340" y="384395"/>
                </a:lnTo>
                <a:lnTo>
                  <a:pt x="732714" y="385834"/>
                </a:lnTo>
                <a:lnTo>
                  <a:pt x="735909" y="387901"/>
                </a:lnTo>
                <a:lnTo>
                  <a:pt x="736272" y="388434"/>
                </a:lnTo>
                <a:lnTo>
                  <a:pt x="736188" y="389072"/>
                </a:lnTo>
                <a:lnTo>
                  <a:pt x="736833" y="389335"/>
                </a:lnTo>
                <a:lnTo>
                  <a:pt x="737604" y="388881"/>
                </a:lnTo>
                <a:lnTo>
                  <a:pt x="739081" y="389183"/>
                </a:lnTo>
                <a:lnTo>
                  <a:pt x="740804" y="388495"/>
                </a:lnTo>
                <a:lnTo>
                  <a:pt x="742830" y="389775"/>
                </a:lnTo>
                <a:lnTo>
                  <a:pt x="744764" y="391898"/>
                </a:lnTo>
                <a:lnTo>
                  <a:pt x="745908" y="392008"/>
                </a:lnTo>
                <a:lnTo>
                  <a:pt x="746922" y="391574"/>
                </a:lnTo>
                <a:lnTo>
                  <a:pt x="747413" y="391652"/>
                </a:lnTo>
                <a:lnTo>
                  <a:pt x="748301" y="393278"/>
                </a:lnTo>
                <a:lnTo>
                  <a:pt x="749455" y="393809"/>
                </a:lnTo>
                <a:lnTo>
                  <a:pt x="749524" y="395275"/>
                </a:lnTo>
                <a:lnTo>
                  <a:pt x="750299" y="395904"/>
                </a:lnTo>
                <a:lnTo>
                  <a:pt x="748821" y="397631"/>
                </a:lnTo>
                <a:lnTo>
                  <a:pt x="748236" y="400009"/>
                </a:lnTo>
                <a:lnTo>
                  <a:pt x="748305" y="400536"/>
                </a:lnTo>
                <a:lnTo>
                  <a:pt x="748844" y="400937"/>
                </a:lnTo>
                <a:lnTo>
                  <a:pt x="748699" y="403198"/>
                </a:lnTo>
                <a:lnTo>
                  <a:pt x="749269" y="404184"/>
                </a:lnTo>
                <a:lnTo>
                  <a:pt x="749367" y="405569"/>
                </a:lnTo>
                <a:lnTo>
                  <a:pt x="750927" y="406423"/>
                </a:lnTo>
                <a:lnTo>
                  <a:pt x="751827" y="405748"/>
                </a:lnTo>
                <a:lnTo>
                  <a:pt x="752065" y="404830"/>
                </a:lnTo>
                <a:lnTo>
                  <a:pt x="752861" y="404614"/>
                </a:lnTo>
                <a:lnTo>
                  <a:pt x="753117" y="404141"/>
                </a:lnTo>
                <a:lnTo>
                  <a:pt x="754805" y="403632"/>
                </a:lnTo>
                <a:lnTo>
                  <a:pt x="755013" y="403314"/>
                </a:lnTo>
                <a:lnTo>
                  <a:pt x="755858" y="403608"/>
                </a:lnTo>
                <a:lnTo>
                  <a:pt x="756821" y="403573"/>
                </a:lnTo>
                <a:lnTo>
                  <a:pt x="757728" y="402922"/>
                </a:lnTo>
                <a:lnTo>
                  <a:pt x="759540" y="403876"/>
                </a:lnTo>
                <a:lnTo>
                  <a:pt x="760302" y="405837"/>
                </a:lnTo>
                <a:lnTo>
                  <a:pt x="762045" y="401697"/>
                </a:lnTo>
                <a:lnTo>
                  <a:pt x="763459" y="401338"/>
                </a:lnTo>
                <a:lnTo>
                  <a:pt x="763600" y="401041"/>
                </a:lnTo>
                <a:lnTo>
                  <a:pt x="765243" y="393153"/>
                </a:lnTo>
                <a:lnTo>
                  <a:pt x="764678" y="391511"/>
                </a:lnTo>
                <a:lnTo>
                  <a:pt x="764870" y="390780"/>
                </a:lnTo>
                <a:lnTo>
                  <a:pt x="765210" y="390122"/>
                </a:lnTo>
                <a:lnTo>
                  <a:pt x="765940" y="390112"/>
                </a:lnTo>
                <a:lnTo>
                  <a:pt x="766905" y="389057"/>
                </a:lnTo>
                <a:lnTo>
                  <a:pt x="767973" y="387255"/>
                </a:lnTo>
                <a:lnTo>
                  <a:pt x="769242" y="385765"/>
                </a:lnTo>
                <a:lnTo>
                  <a:pt x="769919" y="385815"/>
                </a:lnTo>
                <a:lnTo>
                  <a:pt x="770340" y="385118"/>
                </a:lnTo>
                <a:lnTo>
                  <a:pt x="771416" y="384565"/>
                </a:lnTo>
                <a:lnTo>
                  <a:pt x="771618" y="383978"/>
                </a:lnTo>
                <a:lnTo>
                  <a:pt x="772828" y="383466"/>
                </a:lnTo>
                <a:lnTo>
                  <a:pt x="773238" y="381156"/>
                </a:lnTo>
                <a:lnTo>
                  <a:pt x="772664" y="379737"/>
                </a:lnTo>
                <a:lnTo>
                  <a:pt x="773304" y="378085"/>
                </a:lnTo>
                <a:lnTo>
                  <a:pt x="773711" y="377765"/>
                </a:lnTo>
                <a:lnTo>
                  <a:pt x="774094" y="376339"/>
                </a:lnTo>
                <a:lnTo>
                  <a:pt x="775376" y="375289"/>
                </a:lnTo>
                <a:lnTo>
                  <a:pt x="777076" y="374935"/>
                </a:lnTo>
                <a:lnTo>
                  <a:pt x="776353" y="373353"/>
                </a:lnTo>
                <a:lnTo>
                  <a:pt x="778665" y="369130"/>
                </a:lnTo>
                <a:lnTo>
                  <a:pt x="799448" y="364343"/>
                </a:lnTo>
                <a:lnTo>
                  <a:pt x="805776" y="368650"/>
                </a:lnTo>
                <a:lnTo>
                  <a:pt x="810426" y="364227"/>
                </a:lnTo>
                <a:lnTo>
                  <a:pt x="812113" y="361989"/>
                </a:lnTo>
                <a:lnTo>
                  <a:pt x="813309" y="364459"/>
                </a:lnTo>
                <a:lnTo>
                  <a:pt x="816264" y="365026"/>
                </a:lnTo>
                <a:lnTo>
                  <a:pt x="819809" y="360213"/>
                </a:lnTo>
                <a:lnTo>
                  <a:pt x="815856" y="355226"/>
                </a:lnTo>
                <a:lnTo>
                  <a:pt x="822468" y="348345"/>
                </a:lnTo>
                <a:lnTo>
                  <a:pt x="826044" y="342504"/>
                </a:lnTo>
                <a:lnTo>
                  <a:pt x="828117" y="344271"/>
                </a:lnTo>
                <a:lnTo>
                  <a:pt x="829315" y="343968"/>
                </a:lnTo>
                <a:lnTo>
                  <a:pt x="832891" y="345272"/>
                </a:lnTo>
                <a:lnTo>
                  <a:pt x="838477" y="342850"/>
                </a:lnTo>
                <a:lnTo>
                  <a:pt x="838195" y="339561"/>
                </a:lnTo>
                <a:lnTo>
                  <a:pt x="841399" y="338170"/>
                </a:lnTo>
                <a:lnTo>
                  <a:pt x="844634" y="336243"/>
                </a:lnTo>
                <a:lnTo>
                  <a:pt x="847453" y="333297"/>
                </a:lnTo>
                <a:lnTo>
                  <a:pt x="854301" y="334357"/>
                </a:lnTo>
                <a:lnTo>
                  <a:pt x="856863" y="327482"/>
                </a:lnTo>
                <a:lnTo>
                  <a:pt x="858668" y="326192"/>
                </a:lnTo>
                <a:lnTo>
                  <a:pt x="858680" y="324090"/>
                </a:lnTo>
                <a:lnTo>
                  <a:pt x="862335" y="322207"/>
                </a:lnTo>
                <a:lnTo>
                  <a:pt x="865955" y="318604"/>
                </a:lnTo>
                <a:lnTo>
                  <a:pt x="866731" y="315101"/>
                </a:lnTo>
                <a:lnTo>
                  <a:pt x="871334" y="314013"/>
                </a:lnTo>
                <a:lnTo>
                  <a:pt x="878341" y="310840"/>
                </a:lnTo>
                <a:lnTo>
                  <a:pt x="879607" y="313023"/>
                </a:lnTo>
                <a:lnTo>
                  <a:pt x="890043" y="310220"/>
                </a:lnTo>
                <a:lnTo>
                  <a:pt x="890970" y="307156"/>
                </a:lnTo>
                <a:lnTo>
                  <a:pt x="888553" y="305153"/>
                </a:lnTo>
                <a:lnTo>
                  <a:pt x="891636" y="299700"/>
                </a:lnTo>
                <a:lnTo>
                  <a:pt x="897863" y="298359"/>
                </a:lnTo>
                <a:lnTo>
                  <a:pt x="898247" y="291651"/>
                </a:lnTo>
                <a:lnTo>
                  <a:pt x="896735" y="290878"/>
                </a:lnTo>
                <a:lnTo>
                  <a:pt x="897937" y="288590"/>
                </a:lnTo>
                <a:lnTo>
                  <a:pt x="896822" y="283337"/>
                </a:lnTo>
                <a:lnTo>
                  <a:pt x="897386" y="281684"/>
                </a:lnTo>
                <a:lnTo>
                  <a:pt x="893579" y="277504"/>
                </a:lnTo>
                <a:lnTo>
                  <a:pt x="891249" y="273165"/>
                </a:lnTo>
                <a:lnTo>
                  <a:pt x="895323" y="267378"/>
                </a:lnTo>
                <a:lnTo>
                  <a:pt x="894914" y="263343"/>
                </a:lnTo>
                <a:lnTo>
                  <a:pt x="897682" y="258156"/>
                </a:lnTo>
                <a:lnTo>
                  <a:pt x="899912" y="256462"/>
                </a:lnTo>
                <a:lnTo>
                  <a:pt x="900446" y="256690"/>
                </a:lnTo>
                <a:lnTo>
                  <a:pt x="901627" y="256599"/>
                </a:lnTo>
                <a:lnTo>
                  <a:pt x="902137" y="256982"/>
                </a:lnTo>
                <a:lnTo>
                  <a:pt x="902645" y="256608"/>
                </a:lnTo>
                <a:lnTo>
                  <a:pt x="901671" y="253840"/>
                </a:lnTo>
                <a:lnTo>
                  <a:pt x="900228" y="253519"/>
                </a:lnTo>
                <a:lnTo>
                  <a:pt x="899088" y="252624"/>
                </a:lnTo>
                <a:lnTo>
                  <a:pt x="900093" y="251256"/>
                </a:lnTo>
                <a:lnTo>
                  <a:pt x="899222" y="250161"/>
                </a:lnTo>
                <a:lnTo>
                  <a:pt x="898561" y="249904"/>
                </a:lnTo>
                <a:lnTo>
                  <a:pt x="899092" y="249100"/>
                </a:lnTo>
                <a:lnTo>
                  <a:pt x="900313" y="249599"/>
                </a:lnTo>
                <a:lnTo>
                  <a:pt x="901641" y="248842"/>
                </a:lnTo>
                <a:lnTo>
                  <a:pt x="902774" y="247324"/>
                </a:lnTo>
                <a:lnTo>
                  <a:pt x="903465" y="246981"/>
                </a:lnTo>
                <a:lnTo>
                  <a:pt x="904977" y="244934"/>
                </a:lnTo>
                <a:lnTo>
                  <a:pt x="904441" y="243946"/>
                </a:lnTo>
                <a:lnTo>
                  <a:pt x="903755" y="243405"/>
                </a:lnTo>
                <a:lnTo>
                  <a:pt x="903840" y="242563"/>
                </a:lnTo>
                <a:lnTo>
                  <a:pt x="904327" y="242497"/>
                </a:lnTo>
                <a:lnTo>
                  <a:pt x="904607" y="241531"/>
                </a:lnTo>
                <a:lnTo>
                  <a:pt x="904325" y="239521"/>
                </a:lnTo>
                <a:lnTo>
                  <a:pt x="905127" y="238958"/>
                </a:lnTo>
                <a:lnTo>
                  <a:pt x="904754" y="237820"/>
                </a:lnTo>
                <a:lnTo>
                  <a:pt x="906749" y="238149"/>
                </a:lnTo>
                <a:lnTo>
                  <a:pt x="907424" y="237567"/>
                </a:lnTo>
                <a:lnTo>
                  <a:pt x="906540" y="235081"/>
                </a:lnTo>
                <a:lnTo>
                  <a:pt x="905945" y="234209"/>
                </a:lnTo>
                <a:lnTo>
                  <a:pt x="906121" y="232878"/>
                </a:lnTo>
                <a:lnTo>
                  <a:pt x="906571" y="232295"/>
                </a:lnTo>
                <a:lnTo>
                  <a:pt x="906731" y="231411"/>
                </a:lnTo>
                <a:lnTo>
                  <a:pt x="907634" y="231009"/>
                </a:lnTo>
                <a:lnTo>
                  <a:pt x="907931" y="230408"/>
                </a:lnTo>
                <a:lnTo>
                  <a:pt x="908916" y="229841"/>
                </a:lnTo>
                <a:lnTo>
                  <a:pt x="909554" y="230327"/>
                </a:lnTo>
                <a:lnTo>
                  <a:pt x="910022" y="229687"/>
                </a:lnTo>
                <a:lnTo>
                  <a:pt x="911015" y="229177"/>
                </a:lnTo>
                <a:lnTo>
                  <a:pt x="911212" y="229386"/>
                </a:lnTo>
                <a:lnTo>
                  <a:pt x="912290" y="229277"/>
                </a:lnTo>
                <a:lnTo>
                  <a:pt x="912662" y="228550"/>
                </a:lnTo>
                <a:lnTo>
                  <a:pt x="912224" y="227185"/>
                </a:lnTo>
                <a:lnTo>
                  <a:pt x="911534" y="226341"/>
                </a:lnTo>
                <a:lnTo>
                  <a:pt x="909321" y="226019"/>
                </a:lnTo>
                <a:lnTo>
                  <a:pt x="909460" y="225460"/>
                </a:lnTo>
                <a:lnTo>
                  <a:pt x="910513" y="224532"/>
                </a:lnTo>
                <a:lnTo>
                  <a:pt x="909765" y="223152"/>
                </a:lnTo>
                <a:lnTo>
                  <a:pt x="909148" y="223011"/>
                </a:lnTo>
                <a:lnTo>
                  <a:pt x="908984" y="222112"/>
                </a:lnTo>
                <a:lnTo>
                  <a:pt x="909526" y="221452"/>
                </a:lnTo>
                <a:lnTo>
                  <a:pt x="908331" y="220454"/>
                </a:lnTo>
                <a:lnTo>
                  <a:pt x="908300" y="219449"/>
                </a:lnTo>
                <a:lnTo>
                  <a:pt x="909236" y="218670"/>
                </a:lnTo>
                <a:lnTo>
                  <a:pt x="908708" y="216680"/>
                </a:lnTo>
                <a:lnTo>
                  <a:pt x="909522" y="215207"/>
                </a:lnTo>
                <a:lnTo>
                  <a:pt x="909809" y="213551"/>
                </a:lnTo>
                <a:lnTo>
                  <a:pt x="909550" y="212772"/>
                </a:lnTo>
                <a:lnTo>
                  <a:pt x="909816" y="212033"/>
                </a:lnTo>
                <a:lnTo>
                  <a:pt x="910226" y="211789"/>
                </a:lnTo>
                <a:lnTo>
                  <a:pt x="909641" y="210930"/>
                </a:lnTo>
                <a:lnTo>
                  <a:pt x="909858" y="207501"/>
                </a:lnTo>
                <a:lnTo>
                  <a:pt x="908284" y="207330"/>
                </a:lnTo>
                <a:lnTo>
                  <a:pt x="907327" y="206768"/>
                </a:lnTo>
                <a:lnTo>
                  <a:pt x="905966" y="204984"/>
                </a:lnTo>
                <a:lnTo>
                  <a:pt x="906016" y="204059"/>
                </a:lnTo>
                <a:lnTo>
                  <a:pt x="905754" y="203711"/>
                </a:lnTo>
                <a:lnTo>
                  <a:pt x="904782" y="203184"/>
                </a:lnTo>
                <a:lnTo>
                  <a:pt x="903526" y="201799"/>
                </a:lnTo>
                <a:lnTo>
                  <a:pt x="903499" y="201236"/>
                </a:lnTo>
                <a:lnTo>
                  <a:pt x="904316" y="199910"/>
                </a:lnTo>
                <a:lnTo>
                  <a:pt x="903874" y="198074"/>
                </a:lnTo>
                <a:lnTo>
                  <a:pt x="905132" y="195905"/>
                </a:lnTo>
                <a:lnTo>
                  <a:pt x="906221" y="195723"/>
                </a:lnTo>
                <a:lnTo>
                  <a:pt x="908478" y="196430"/>
                </a:lnTo>
                <a:lnTo>
                  <a:pt x="910324" y="195290"/>
                </a:lnTo>
                <a:lnTo>
                  <a:pt x="910127" y="195113"/>
                </a:lnTo>
                <a:lnTo>
                  <a:pt x="910976" y="194587"/>
                </a:lnTo>
                <a:lnTo>
                  <a:pt x="911422" y="194850"/>
                </a:lnTo>
                <a:lnTo>
                  <a:pt x="912035" y="194427"/>
                </a:lnTo>
                <a:lnTo>
                  <a:pt x="912457" y="193938"/>
                </a:lnTo>
                <a:lnTo>
                  <a:pt x="912299" y="193715"/>
                </a:lnTo>
                <a:lnTo>
                  <a:pt x="912906" y="192429"/>
                </a:lnTo>
                <a:lnTo>
                  <a:pt x="913811" y="192068"/>
                </a:lnTo>
                <a:lnTo>
                  <a:pt x="914332" y="192273"/>
                </a:lnTo>
                <a:lnTo>
                  <a:pt x="914419" y="191391"/>
                </a:lnTo>
                <a:lnTo>
                  <a:pt x="915032" y="190287"/>
                </a:lnTo>
                <a:lnTo>
                  <a:pt x="915953" y="190040"/>
                </a:lnTo>
                <a:lnTo>
                  <a:pt x="917362" y="191651"/>
                </a:lnTo>
                <a:lnTo>
                  <a:pt x="917997" y="190038"/>
                </a:lnTo>
                <a:lnTo>
                  <a:pt x="918809" y="189869"/>
                </a:lnTo>
                <a:lnTo>
                  <a:pt x="919170" y="189414"/>
                </a:lnTo>
                <a:lnTo>
                  <a:pt x="921220" y="188368"/>
                </a:lnTo>
                <a:lnTo>
                  <a:pt x="921778" y="188294"/>
                </a:lnTo>
                <a:lnTo>
                  <a:pt x="922887" y="189168"/>
                </a:lnTo>
                <a:lnTo>
                  <a:pt x="923647" y="188703"/>
                </a:lnTo>
                <a:lnTo>
                  <a:pt x="922787" y="186861"/>
                </a:lnTo>
                <a:lnTo>
                  <a:pt x="923063" y="185308"/>
                </a:lnTo>
                <a:lnTo>
                  <a:pt x="923625" y="184272"/>
                </a:lnTo>
                <a:lnTo>
                  <a:pt x="923178" y="181577"/>
                </a:lnTo>
                <a:lnTo>
                  <a:pt x="921826" y="180350"/>
                </a:lnTo>
                <a:lnTo>
                  <a:pt x="921719" y="179013"/>
                </a:lnTo>
                <a:lnTo>
                  <a:pt x="920897" y="177988"/>
                </a:lnTo>
                <a:lnTo>
                  <a:pt x="920855" y="177104"/>
                </a:lnTo>
                <a:lnTo>
                  <a:pt x="919730" y="175684"/>
                </a:lnTo>
                <a:lnTo>
                  <a:pt x="919725" y="175229"/>
                </a:lnTo>
                <a:lnTo>
                  <a:pt x="917450" y="174812"/>
                </a:lnTo>
                <a:lnTo>
                  <a:pt x="917228" y="174350"/>
                </a:lnTo>
                <a:lnTo>
                  <a:pt x="916001" y="173620"/>
                </a:lnTo>
                <a:lnTo>
                  <a:pt x="914021" y="174425"/>
                </a:lnTo>
                <a:lnTo>
                  <a:pt x="912004" y="173222"/>
                </a:lnTo>
                <a:lnTo>
                  <a:pt x="911518" y="172273"/>
                </a:lnTo>
                <a:lnTo>
                  <a:pt x="911825" y="171624"/>
                </a:lnTo>
                <a:lnTo>
                  <a:pt x="911864" y="169440"/>
                </a:lnTo>
                <a:lnTo>
                  <a:pt x="913836" y="167561"/>
                </a:lnTo>
                <a:lnTo>
                  <a:pt x="914409" y="167782"/>
                </a:lnTo>
                <a:lnTo>
                  <a:pt x="915588" y="167560"/>
                </a:lnTo>
                <a:lnTo>
                  <a:pt x="912669" y="165990"/>
                </a:lnTo>
                <a:lnTo>
                  <a:pt x="910850" y="164304"/>
                </a:lnTo>
                <a:lnTo>
                  <a:pt x="911821" y="162395"/>
                </a:lnTo>
                <a:lnTo>
                  <a:pt x="913244" y="163057"/>
                </a:lnTo>
                <a:lnTo>
                  <a:pt x="916464" y="160502"/>
                </a:lnTo>
                <a:lnTo>
                  <a:pt x="920523" y="159125"/>
                </a:lnTo>
                <a:lnTo>
                  <a:pt x="918538" y="157622"/>
                </a:lnTo>
                <a:lnTo>
                  <a:pt x="918228" y="157117"/>
                </a:lnTo>
                <a:lnTo>
                  <a:pt x="916183" y="156705"/>
                </a:lnTo>
                <a:lnTo>
                  <a:pt x="914287" y="156971"/>
                </a:lnTo>
                <a:lnTo>
                  <a:pt x="913942" y="158003"/>
                </a:lnTo>
                <a:lnTo>
                  <a:pt x="913493" y="158013"/>
                </a:lnTo>
                <a:lnTo>
                  <a:pt x="913509" y="158379"/>
                </a:lnTo>
                <a:lnTo>
                  <a:pt x="912347" y="159017"/>
                </a:lnTo>
                <a:lnTo>
                  <a:pt x="911288" y="159244"/>
                </a:lnTo>
                <a:lnTo>
                  <a:pt x="910351" y="160229"/>
                </a:lnTo>
                <a:lnTo>
                  <a:pt x="910316" y="161815"/>
                </a:lnTo>
                <a:lnTo>
                  <a:pt x="910771" y="163127"/>
                </a:lnTo>
                <a:lnTo>
                  <a:pt x="910029" y="164374"/>
                </a:lnTo>
                <a:lnTo>
                  <a:pt x="910168" y="164787"/>
                </a:lnTo>
                <a:lnTo>
                  <a:pt x="909897" y="164912"/>
                </a:lnTo>
                <a:lnTo>
                  <a:pt x="910131" y="165371"/>
                </a:lnTo>
                <a:lnTo>
                  <a:pt x="911297" y="166182"/>
                </a:lnTo>
                <a:lnTo>
                  <a:pt x="911018" y="166952"/>
                </a:lnTo>
                <a:lnTo>
                  <a:pt x="911278" y="167359"/>
                </a:lnTo>
                <a:lnTo>
                  <a:pt x="910364" y="168473"/>
                </a:lnTo>
                <a:lnTo>
                  <a:pt x="909925" y="168592"/>
                </a:lnTo>
                <a:lnTo>
                  <a:pt x="909042" y="168088"/>
                </a:lnTo>
                <a:lnTo>
                  <a:pt x="908144" y="168287"/>
                </a:lnTo>
                <a:lnTo>
                  <a:pt x="907682" y="169079"/>
                </a:lnTo>
                <a:lnTo>
                  <a:pt x="906851" y="169494"/>
                </a:lnTo>
                <a:lnTo>
                  <a:pt x="906617" y="168850"/>
                </a:lnTo>
                <a:lnTo>
                  <a:pt x="905699" y="169035"/>
                </a:lnTo>
                <a:lnTo>
                  <a:pt x="904485" y="168580"/>
                </a:lnTo>
                <a:lnTo>
                  <a:pt x="902481" y="168555"/>
                </a:lnTo>
                <a:lnTo>
                  <a:pt x="901682" y="169189"/>
                </a:lnTo>
                <a:lnTo>
                  <a:pt x="901454" y="170034"/>
                </a:lnTo>
                <a:lnTo>
                  <a:pt x="899308" y="170032"/>
                </a:lnTo>
                <a:lnTo>
                  <a:pt x="898121" y="169518"/>
                </a:lnTo>
                <a:lnTo>
                  <a:pt x="897392" y="170137"/>
                </a:lnTo>
                <a:lnTo>
                  <a:pt x="896267" y="170144"/>
                </a:lnTo>
                <a:lnTo>
                  <a:pt x="894723" y="168246"/>
                </a:lnTo>
                <a:lnTo>
                  <a:pt x="894301" y="168256"/>
                </a:lnTo>
                <a:lnTo>
                  <a:pt x="893836" y="167779"/>
                </a:lnTo>
                <a:lnTo>
                  <a:pt x="894064" y="166111"/>
                </a:lnTo>
                <a:lnTo>
                  <a:pt x="893579" y="165372"/>
                </a:lnTo>
                <a:lnTo>
                  <a:pt x="893943" y="165112"/>
                </a:lnTo>
                <a:lnTo>
                  <a:pt x="893473" y="164449"/>
                </a:lnTo>
                <a:lnTo>
                  <a:pt x="893833" y="163948"/>
                </a:lnTo>
                <a:lnTo>
                  <a:pt x="893623" y="163490"/>
                </a:lnTo>
                <a:lnTo>
                  <a:pt x="893314" y="163673"/>
                </a:lnTo>
                <a:lnTo>
                  <a:pt x="893488" y="163156"/>
                </a:lnTo>
                <a:lnTo>
                  <a:pt x="893262" y="162926"/>
                </a:lnTo>
                <a:lnTo>
                  <a:pt x="893016" y="163142"/>
                </a:lnTo>
                <a:lnTo>
                  <a:pt x="892442" y="162605"/>
                </a:lnTo>
                <a:lnTo>
                  <a:pt x="891646" y="162364"/>
                </a:lnTo>
                <a:lnTo>
                  <a:pt x="891553" y="161770"/>
                </a:lnTo>
                <a:lnTo>
                  <a:pt x="890787" y="161948"/>
                </a:lnTo>
                <a:lnTo>
                  <a:pt x="890645" y="161550"/>
                </a:lnTo>
                <a:lnTo>
                  <a:pt x="890824" y="161474"/>
                </a:lnTo>
                <a:lnTo>
                  <a:pt x="890231" y="161228"/>
                </a:lnTo>
                <a:lnTo>
                  <a:pt x="890078" y="160777"/>
                </a:lnTo>
                <a:lnTo>
                  <a:pt x="889744" y="160989"/>
                </a:lnTo>
                <a:lnTo>
                  <a:pt x="889534" y="160478"/>
                </a:lnTo>
                <a:lnTo>
                  <a:pt x="889867" y="160408"/>
                </a:lnTo>
                <a:lnTo>
                  <a:pt x="889956" y="160019"/>
                </a:lnTo>
                <a:lnTo>
                  <a:pt x="888359" y="157591"/>
                </a:lnTo>
                <a:lnTo>
                  <a:pt x="888105" y="157423"/>
                </a:lnTo>
                <a:lnTo>
                  <a:pt x="887375" y="157658"/>
                </a:lnTo>
                <a:lnTo>
                  <a:pt x="887045" y="157386"/>
                </a:lnTo>
                <a:lnTo>
                  <a:pt x="886894" y="155633"/>
                </a:lnTo>
                <a:lnTo>
                  <a:pt x="886261" y="155372"/>
                </a:lnTo>
                <a:lnTo>
                  <a:pt x="885896" y="155547"/>
                </a:lnTo>
                <a:lnTo>
                  <a:pt x="884616" y="155330"/>
                </a:lnTo>
                <a:lnTo>
                  <a:pt x="884606" y="154967"/>
                </a:lnTo>
                <a:lnTo>
                  <a:pt x="885277" y="154019"/>
                </a:lnTo>
                <a:lnTo>
                  <a:pt x="884046" y="153175"/>
                </a:lnTo>
                <a:lnTo>
                  <a:pt x="884914" y="152094"/>
                </a:lnTo>
                <a:lnTo>
                  <a:pt x="885711" y="152028"/>
                </a:lnTo>
                <a:lnTo>
                  <a:pt x="885258" y="151170"/>
                </a:lnTo>
                <a:lnTo>
                  <a:pt x="885254" y="150321"/>
                </a:lnTo>
                <a:lnTo>
                  <a:pt x="885835" y="149205"/>
                </a:lnTo>
                <a:lnTo>
                  <a:pt x="885532" y="149016"/>
                </a:lnTo>
                <a:lnTo>
                  <a:pt x="884383" y="149189"/>
                </a:lnTo>
                <a:lnTo>
                  <a:pt x="884121" y="147742"/>
                </a:lnTo>
                <a:lnTo>
                  <a:pt x="883564" y="146868"/>
                </a:lnTo>
                <a:lnTo>
                  <a:pt x="881649" y="148135"/>
                </a:lnTo>
                <a:lnTo>
                  <a:pt x="881472" y="146629"/>
                </a:lnTo>
                <a:lnTo>
                  <a:pt x="882167" y="146688"/>
                </a:lnTo>
                <a:lnTo>
                  <a:pt x="882305" y="145999"/>
                </a:lnTo>
                <a:lnTo>
                  <a:pt x="881784" y="145119"/>
                </a:lnTo>
                <a:lnTo>
                  <a:pt x="881245" y="144886"/>
                </a:lnTo>
                <a:lnTo>
                  <a:pt x="880293" y="144976"/>
                </a:lnTo>
                <a:lnTo>
                  <a:pt x="880901" y="145940"/>
                </a:lnTo>
                <a:lnTo>
                  <a:pt x="880522" y="146227"/>
                </a:lnTo>
                <a:lnTo>
                  <a:pt x="879188" y="145252"/>
                </a:lnTo>
                <a:lnTo>
                  <a:pt x="878691" y="144622"/>
                </a:lnTo>
                <a:lnTo>
                  <a:pt x="878703" y="143927"/>
                </a:lnTo>
                <a:lnTo>
                  <a:pt x="878860" y="143262"/>
                </a:lnTo>
                <a:lnTo>
                  <a:pt x="879374" y="143023"/>
                </a:lnTo>
                <a:lnTo>
                  <a:pt x="878172" y="142436"/>
                </a:lnTo>
                <a:lnTo>
                  <a:pt x="877842" y="141110"/>
                </a:lnTo>
                <a:lnTo>
                  <a:pt x="875021" y="141868"/>
                </a:lnTo>
                <a:lnTo>
                  <a:pt x="874402" y="141316"/>
                </a:lnTo>
                <a:lnTo>
                  <a:pt x="874468" y="140725"/>
                </a:lnTo>
                <a:lnTo>
                  <a:pt x="875221" y="139555"/>
                </a:lnTo>
                <a:lnTo>
                  <a:pt x="874863" y="138852"/>
                </a:lnTo>
                <a:lnTo>
                  <a:pt x="875736" y="138440"/>
                </a:lnTo>
                <a:lnTo>
                  <a:pt x="875840" y="136956"/>
                </a:lnTo>
                <a:lnTo>
                  <a:pt x="875444" y="137068"/>
                </a:lnTo>
                <a:lnTo>
                  <a:pt x="875200" y="137659"/>
                </a:lnTo>
                <a:lnTo>
                  <a:pt x="874742" y="137272"/>
                </a:lnTo>
                <a:lnTo>
                  <a:pt x="875286" y="135118"/>
                </a:lnTo>
                <a:lnTo>
                  <a:pt x="874762" y="135231"/>
                </a:lnTo>
                <a:lnTo>
                  <a:pt x="874610" y="136016"/>
                </a:lnTo>
                <a:lnTo>
                  <a:pt x="874284" y="136115"/>
                </a:lnTo>
                <a:lnTo>
                  <a:pt x="872421" y="134505"/>
                </a:lnTo>
                <a:lnTo>
                  <a:pt x="872601" y="133666"/>
                </a:lnTo>
                <a:lnTo>
                  <a:pt x="872199" y="132740"/>
                </a:lnTo>
                <a:lnTo>
                  <a:pt x="873032" y="131611"/>
                </a:lnTo>
                <a:lnTo>
                  <a:pt x="872661" y="130461"/>
                </a:lnTo>
                <a:lnTo>
                  <a:pt x="872880" y="130078"/>
                </a:lnTo>
                <a:lnTo>
                  <a:pt x="872506" y="130058"/>
                </a:lnTo>
                <a:lnTo>
                  <a:pt x="872732" y="129833"/>
                </a:lnTo>
                <a:lnTo>
                  <a:pt x="872515" y="129535"/>
                </a:lnTo>
                <a:lnTo>
                  <a:pt x="872119" y="129566"/>
                </a:lnTo>
                <a:lnTo>
                  <a:pt x="871759" y="127397"/>
                </a:lnTo>
                <a:lnTo>
                  <a:pt x="871449" y="126929"/>
                </a:lnTo>
                <a:lnTo>
                  <a:pt x="871324" y="127182"/>
                </a:lnTo>
                <a:lnTo>
                  <a:pt x="870993" y="127097"/>
                </a:lnTo>
                <a:lnTo>
                  <a:pt x="871213" y="126736"/>
                </a:lnTo>
                <a:lnTo>
                  <a:pt x="870568" y="126676"/>
                </a:lnTo>
                <a:lnTo>
                  <a:pt x="870608" y="126160"/>
                </a:lnTo>
                <a:lnTo>
                  <a:pt x="870293" y="126360"/>
                </a:lnTo>
                <a:lnTo>
                  <a:pt x="870379" y="125789"/>
                </a:lnTo>
                <a:lnTo>
                  <a:pt x="870093" y="125269"/>
                </a:lnTo>
                <a:lnTo>
                  <a:pt x="869828" y="125141"/>
                </a:lnTo>
                <a:lnTo>
                  <a:pt x="869625" y="125474"/>
                </a:lnTo>
                <a:lnTo>
                  <a:pt x="869659" y="124842"/>
                </a:lnTo>
                <a:lnTo>
                  <a:pt x="869255" y="124933"/>
                </a:lnTo>
                <a:lnTo>
                  <a:pt x="869237" y="124475"/>
                </a:lnTo>
                <a:lnTo>
                  <a:pt x="868492" y="123288"/>
                </a:lnTo>
                <a:lnTo>
                  <a:pt x="867811" y="123396"/>
                </a:lnTo>
                <a:lnTo>
                  <a:pt x="867351" y="122109"/>
                </a:lnTo>
                <a:lnTo>
                  <a:pt x="867210" y="122452"/>
                </a:lnTo>
                <a:lnTo>
                  <a:pt x="866995" y="122154"/>
                </a:lnTo>
                <a:lnTo>
                  <a:pt x="866595" y="122303"/>
                </a:lnTo>
                <a:lnTo>
                  <a:pt x="866008" y="120688"/>
                </a:lnTo>
                <a:lnTo>
                  <a:pt x="865421" y="120831"/>
                </a:lnTo>
                <a:lnTo>
                  <a:pt x="865709" y="121135"/>
                </a:lnTo>
                <a:lnTo>
                  <a:pt x="865151" y="121356"/>
                </a:lnTo>
                <a:lnTo>
                  <a:pt x="864819" y="121160"/>
                </a:lnTo>
                <a:lnTo>
                  <a:pt x="864949" y="120675"/>
                </a:lnTo>
                <a:lnTo>
                  <a:pt x="864668" y="120631"/>
                </a:lnTo>
                <a:lnTo>
                  <a:pt x="864505" y="120914"/>
                </a:lnTo>
                <a:lnTo>
                  <a:pt x="863813" y="119947"/>
                </a:lnTo>
                <a:lnTo>
                  <a:pt x="863048" y="120269"/>
                </a:lnTo>
                <a:lnTo>
                  <a:pt x="861965" y="120215"/>
                </a:lnTo>
                <a:lnTo>
                  <a:pt x="861502" y="119672"/>
                </a:lnTo>
                <a:lnTo>
                  <a:pt x="861343" y="118400"/>
                </a:lnTo>
                <a:lnTo>
                  <a:pt x="859757" y="118294"/>
                </a:lnTo>
                <a:lnTo>
                  <a:pt x="859072" y="118425"/>
                </a:lnTo>
                <a:lnTo>
                  <a:pt x="859605" y="119229"/>
                </a:lnTo>
                <a:lnTo>
                  <a:pt x="859119" y="119634"/>
                </a:lnTo>
                <a:lnTo>
                  <a:pt x="858937" y="119446"/>
                </a:lnTo>
                <a:lnTo>
                  <a:pt x="859408" y="119182"/>
                </a:lnTo>
                <a:lnTo>
                  <a:pt x="859308" y="118893"/>
                </a:lnTo>
                <a:lnTo>
                  <a:pt x="858625" y="119443"/>
                </a:lnTo>
                <a:lnTo>
                  <a:pt x="857992" y="119108"/>
                </a:lnTo>
                <a:lnTo>
                  <a:pt x="857014" y="119754"/>
                </a:lnTo>
                <a:lnTo>
                  <a:pt x="856594" y="119597"/>
                </a:lnTo>
                <a:lnTo>
                  <a:pt x="856099" y="119810"/>
                </a:lnTo>
                <a:lnTo>
                  <a:pt x="854793" y="118902"/>
                </a:lnTo>
                <a:lnTo>
                  <a:pt x="853291" y="119371"/>
                </a:lnTo>
                <a:lnTo>
                  <a:pt x="853018" y="119140"/>
                </a:lnTo>
                <a:lnTo>
                  <a:pt x="851524" y="119040"/>
                </a:lnTo>
                <a:lnTo>
                  <a:pt x="850982" y="119698"/>
                </a:lnTo>
                <a:lnTo>
                  <a:pt x="851105" y="121293"/>
                </a:lnTo>
                <a:lnTo>
                  <a:pt x="850799" y="121907"/>
                </a:lnTo>
                <a:lnTo>
                  <a:pt x="850631" y="122071"/>
                </a:lnTo>
                <a:lnTo>
                  <a:pt x="849440" y="121807"/>
                </a:lnTo>
                <a:lnTo>
                  <a:pt x="848541" y="119603"/>
                </a:lnTo>
                <a:lnTo>
                  <a:pt x="849049" y="118586"/>
                </a:lnTo>
                <a:lnTo>
                  <a:pt x="849760" y="118236"/>
                </a:lnTo>
                <a:lnTo>
                  <a:pt x="850325" y="117335"/>
                </a:lnTo>
                <a:lnTo>
                  <a:pt x="850211" y="116685"/>
                </a:lnTo>
                <a:lnTo>
                  <a:pt x="850869" y="116461"/>
                </a:lnTo>
                <a:lnTo>
                  <a:pt x="850542" y="115853"/>
                </a:lnTo>
                <a:lnTo>
                  <a:pt x="849873" y="115535"/>
                </a:lnTo>
                <a:lnTo>
                  <a:pt x="850595" y="114848"/>
                </a:lnTo>
                <a:lnTo>
                  <a:pt x="850162" y="114301"/>
                </a:lnTo>
                <a:lnTo>
                  <a:pt x="850436" y="114057"/>
                </a:lnTo>
                <a:lnTo>
                  <a:pt x="850662" y="114446"/>
                </a:lnTo>
                <a:lnTo>
                  <a:pt x="850880" y="114331"/>
                </a:lnTo>
                <a:lnTo>
                  <a:pt x="850524" y="113919"/>
                </a:lnTo>
                <a:lnTo>
                  <a:pt x="850820" y="113216"/>
                </a:lnTo>
                <a:lnTo>
                  <a:pt x="850647" y="112512"/>
                </a:lnTo>
                <a:lnTo>
                  <a:pt x="850544" y="113048"/>
                </a:lnTo>
                <a:lnTo>
                  <a:pt x="850111" y="112980"/>
                </a:lnTo>
                <a:lnTo>
                  <a:pt x="850098" y="113374"/>
                </a:lnTo>
                <a:lnTo>
                  <a:pt x="849863" y="113200"/>
                </a:lnTo>
                <a:lnTo>
                  <a:pt x="850345" y="112430"/>
                </a:lnTo>
                <a:lnTo>
                  <a:pt x="849842" y="112207"/>
                </a:lnTo>
                <a:lnTo>
                  <a:pt x="849872" y="111693"/>
                </a:lnTo>
                <a:lnTo>
                  <a:pt x="850147" y="111651"/>
                </a:lnTo>
                <a:lnTo>
                  <a:pt x="850123" y="111362"/>
                </a:lnTo>
                <a:lnTo>
                  <a:pt x="850471" y="111441"/>
                </a:lnTo>
                <a:lnTo>
                  <a:pt x="850558" y="111153"/>
                </a:lnTo>
                <a:lnTo>
                  <a:pt x="849833" y="111247"/>
                </a:lnTo>
                <a:lnTo>
                  <a:pt x="849709" y="110403"/>
                </a:lnTo>
                <a:lnTo>
                  <a:pt x="848927" y="111300"/>
                </a:lnTo>
                <a:lnTo>
                  <a:pt x="847658" y="111622"/>
                </a:lnTo>
                <a:lnTo>
                  <a:pt x="847006" y="111442"/>
                </a:lnTo>
                <a:lnTo>
                  <a:pt x="846474" y="111725"/>
                </a:lnTo>
                <a:lnTo>
                  <a:pt x="846572" y="112281"/>
                </a:lnTo>
                <a:lnTo>
                  <a:pt x="846049" y="112650"/>
                </a:lnTo>
                <a:lnTo>
                  <a:pt x="845314" y="112410"/>
                </a:lnTo>
                <a:lnTo>
                  <a:pt x="844649" y="111779"/>
                </a:lnTo>
                <a:lnTo>
                  <a:pt x="844892" y="111369"/>
                </a:lnTo>
                <a:lnTo>
                  <a:pt x="844377" y="111242"/>
                </a:lnTo>
                <a:lnTo>
                  <a:pt x="844127" y="110591"/>
                </a:lnTo>
                <a:lnTo>
                  <a:pt x="844274" y="110268"/>
                </a:lnTo>
                <a:lnTo>
                  <a:pt x="843853" y="110066"/>
                </a:lnTo>
                <a:lnTo>
                  <a:pt x="843922" y="109668"/>
                </a:lnTo>
                <a:lnTo>
                  <a:pt x="843237" y="109364"/>
                </a:lnTo>
                <a:lnTo>
                  <a:pt x="842753" y="108758"/>
                </a:lnTo>
                <a:lnTo>
                  <a:pt x="842608" y="108023"/>
                </a:lnTo>
                <a:lnTo>
                  <a:pt x="842146" y="107958"/>
                </a:lnTo>
                <a:lnTo>
                  <a:pt x="842532" y="107718"/>
                </a:lnTo>
                <a:lnTo>
                  <a:pt x="842416" y="107559"/>
                </a:lnTo>
                <a:lnTo>
                  <a:pt x="842020" y="107617"/>
                </a:lnTo>
                <a:lnTo>
                  <a:pt x="841966" y="108174"/>
                </a:lnTo>
                <a:lnTo>
                  <a:pt x="841630" y="107873"/>
                </a:lnTo>
                <a:lnTo>
                  <a:pt x="842143" y="108435"/>
                </a:lnTo>
                <a:lnTo>
                  <a:pt x="841577" y="109293"/>
                </a:lnTo>
                <a:lnTo>
                  <a:pt x="841387" y="109155"/>
                </a:lnTo>
                <a:lnTo>
                  <a:pt x="841629" y="108421"/>
                </a:lnTo>
                <a:lnTo>
                  <a:pt x="840733" y="108254"/>
                </a:lnTo>
                <a:lnTo>
                  <a:pt x="840127" y="108479"/>
                </a:lnTo>
                <a:lnTo>
                  <a:pt x="840406" y="107933"/>
                </a:lnTo>
                <a:lnTo>
                  <a:pt x="839991" y="107706"/>
                </a:lnTo>
                <a:lnTo>
                  <a:pt x="839912" y="108578"/>
                </a:lnTo>
                <a:lnTo>
                  <a:pt x="839261" y="108950"/>
                </a:lnTo>
                <a:lnTo>
                  <a:pt x="839287" y="108531"/>
                </a:lnTo>
                <a:lnTo>
                  <a:pt x="839718" y="108490"/>
                </a:lnTo>
                <a:lnTo>
                  <a:pt x="839501" y="107937"/>
                </a:lnTo>
                <a:lnTo>
                  <a:pt x="839679" y="107258"/>
                </a:lnTo>
                <a:lnTo>
                  <a:pt x="838884" y="107654"/>
                </a:lnTo>
                <a:lnTo>
                  <a:pt x="839365" y="106389"/>
                </a:lnTo>
                <a:lnTo>
                  <a:pt x="839135" y="106223"/>
                </a:lnTo>
                <a:lnTo>
                  <a:pt x="838940" y="106732"/>
                </a:lnTo>
                <a:lnTo>
                  <a:pt x="838504" y="106835"/>
                </a:lnTo>
                <a:lnTo>
                  <a:pt x="838017" y="106133"/>
                </a:lnTo>
                <a:lnTo>
                  <a:pt x="838483" y="105992"/>
                </a:lnTo>
                <a:lnTo>
                  <a:pt x="838074" y="105664"/>
                </a:lnTo>
                <a:lnTo>
                  <a:pt x="837682" y="106218"/>
                </a:lnTo>
                <a:lnTo>
                  <a:pt x="837259" y="108163"/>
                </a:lnTo>
                <a:lnTo>
                  <a:pt x="836795" y="108021"/>
                </a:lnTo>
                <a:lnTo>
                  <a:pt x="836928" y="107208"/>
                </a:lnTo>
                <a:lnTo>
                  <a:pt x="835583" y="107589"/>
                </a:lnTo>
                <a:lnTo>
                  <a:pt x="835425" y="107386"/>
                </a:lnTo>
                <a:lnTo>
                  <a:pt x="835652" y="106924"/>
                </a:lnTo>
                <a:lnTo>
                  <a:pt x="835289" y="106474"/>
                </a:lnTo>
                <a:lnTo>
                  <a:pt x="835002" y="106451"/>
                </a:lnTo>
                <a:lnTo>
                  <a:pt x="834866" y="106882"/>
                </a:lnTo>
                <a:lnTo>
                  <a:pt x="834492" y="106464"/>
                </a:lnTo>
                <a:lnTo>
                  <a:pt x="834679" y="106141"/>
                </a:lnTo>
                <a:lnTo>
                  <a:pt x="835138" y="106288"/>
                </a:lnTo>
                <a:lnTo>
                  <a:pt x="835203" y="105959"/>
                </a:lnTo>
                <a:lnTo>
                  <a:pt x="834803" y="105704"/>
                </a:lnTo>
                <a:lnTo>
                  <a:pt x="833685" y="105829"/>
                </a:lnTo>
                <a:lnTo>
                  <a:pt x="834030" y="104780"/>
                </a:lnTo>
                <a:lnTo>
                  <a:pt x="833899" y="103916"/>
                </a:lnTo>
                <a:lnTo>
                  <a:pt x="832976" y="102760"/>
                </a:lnTo>
                <a:lnTo>
                  <a:pt x="833184" y="101459"/>
                </a:lnTo>
                <a:lnTo>
                  <a:pt x="832736" y="101576"/>
                </a:lnTo>
                <a:lnTo>
                  <a:pt x="832851" y="100764"/>
                </a:lnTo>
                <a:lnTo>
                  <a:pt x="832589" y="100476"/>
                </a:lnTo>
                <a:lnTo>
                  <a:pt x="832994" y="99665"/>
                </a:lnTo>
                <a:lnTo>
                  <a:pt x="832656" y="99439"/>
                </a:lnTo>
                <a:lnTo>
                  <a:pt x="832792" y="98907"/>
                </a:lnTo>
                <a:lnTo>
                  <a:pt x="832144" y="98426"/>
                </a:lnTo>
                <a:lnTo>
                  <a:pt x="830741" y="98927"/>
                </a:lnTo>
                <a:lnTo>
                  <a:pt x="829753" y="97884"/>
                </a:lnTo>
                <a:lnTo>
                  <a:pt x="828756" y="98318"/>
                </a:lnTo>
                <a:lnTo>
                  <a:pt x="827760" y="97466"/>
                </a:lnTo>
                <a:lnTo>
                  <a:pt x="827273" y="97368"/>
                </a:lnTo>
                <a:lnTo>
                  <a:pt x="826900" y="96750"/>
                </a:lnTo>
                <a:lnTo>
                  <a:pt x="826851" y="97368"/>
                </a:lnTo>
                <a:lnTo>
                  <a:pt x="826356" y="97470"/>
                </a:lnTo>
                <a:lnTo>
                  <a:pt x="826428" y="97914"/>
                </a:lnTo>
                <a:lnTo>
                  <a:pt x="825192" y="98279"/>
                </a:lnTo>
                <a:lnTo>
                  <a:pt x="824653" y="98007"/>
                </a:lnTo>
                <a:lnTo>
                  <a:pt x="824363" y="98457"/>
                </a:lnTo>
                <a:lnTo>
                  <a:pt x="823015" y="97426"/>
                </a:lnTo>
                <a:lnTo>
                  <a:pt x="821195" y="97673"/>
                </a:lnTo>
                <a:lnTo>
                  <a:pt x="821059" y="98232"/>
                </a:lnTo>
                <a:lnTo>
                  <a:pt x="820619" y="97997"/>
                </a:lnTo>
                <a:lnTo>
                  <a:pt x="820015" y="98176"/>
                </a:lnTo>
                <a:lnTo>
                  <a:pt x="819692" y="99289"/>
                </a:lnTo>
                <a:lnTo>
                  <a:pt x="819092" y="98726"/>
                </a:lnTo>
                <a:lnTo>
                  <a:pt x="818839" y="99416"/>
                </a:lnTo>
                <a:lnTo>
                  <a:pt x="818086" y="99588"/>
                </a:lnTo>
                <a:lnTo>
                  <a:pt x="817414" y="99294"/>
                </a:lnTo>
                <a:lnTo>
                  <a:pt x="817169" y="99703"/>
                </a:lnTo>
                <a:lnTo>
                  <a:pt x="817417" y="100439"/>
                </a:lnTo>
                <a:lnTo>
                  <a:pt x="817261" y="100974"/>
                </a:lnTo>
                <a:lnTo>
                  <a:pt x="816614" y="101198"/>
                </a:lnTo>
                <a:lnTo>
                  <a:pt x="816408" y="100734"/>
                </a:lnTo>
                <a:lnTo>
                  <a:pt x="816300" y="101162"/>
                </a:lnTo>
                <a:lnTo>
                  <a:pt x="815959" y="101221"/>
                </a:lnTo>
                <a:lnTo>
                  <a:pt x="815914" y="102276"/>
                </a:lnTo>
                <a:lnTo>
                  <a:pt x="815456" y="102380"/>
                </a:lnTo>
                <a:lnTo>
                  <a:pt x="815401" y="102015"/>
                </a:lnTo>
                <a:lnTo>
                  <a:pt x="815047" y="102026"/>
                </a:lnTo>
                <a:lnTo>
                  <a:pt x="814363" y="102880"/>
                </a:lnTo>
                <a:lnTo>
                  <a:pt x="813734" y="102957"/>
                </a:lnTo>
                <a:lnTo>
                  <a:pt x="813247" y="101191"/>
                </a:lnTo>
                <a:lnTo>
                  <a:pt x="813357" y="100370"/>
                </a:lnTo>
                <a:lnTo>
                  <a:pt x="813062" y="99197"/>
                </a:lnTo>
                <a:lnTo>
                  <a:pt x="813317" y="98584"/>
                </a:lnTo>
                <a:lnTo>
                  <a:pt x="812851" y="98212"/>
                </a:lnTo>
                <a:lnTo>
                  <a:pt x="812355" y="97081"/>
                </a:lnTo>
                <a:lnTo>
                  <a:pt x="811353" y="96153"/>
                </a:lnTo>
                <a:lnTo>
                  <a:pt x="811458" y="95585"/>
                </a:lnTo>
                <a:lnTo>
                  <a:pt x="812071" y="95518"/>
                </a:lnTo>
                <a:lnTo>
                  <a:pt x="811859" y="94857"/>
                </a:lnTo>
                <a:lnTo>
                  <a:pt x="811074" y="94165"/>
                </a:lnTo>
                <a:lnTo>
                  <a:pt x="810730" y="93359"/>
                </a:lnTo>
                <a:lnTo>
                  <a:pt x="809840" y="93020"/>
                </a:lnTo>
                <a:lnTo>
                  <a:pt x="810035" y="92459"/>
                </a:lnTo>
                <a:lnTo>
                  <a:pt x="809363" y="92507"/>
                </a:lnTo>
                <a:lnTo>
                  <a:pt x="808943" y="92005"/>
                </a:lnTo>
                <a:lnTo>
                  <a:pt x="809378" y="91448"/>
                </a:lnTo>
                <a:lnTo>
                  <a:pt x="808902" y="90906"/>
                </a:lnTo>
                <a:lnTo>
                  <a:pt x="809049" y="90229"/>
                </a:lnTo>
                <a:lnTo>
                  <a:pt x="808524" y="89969"/>
                </a:lnTo>
                <a:lnTo>
                  <a:pt x="807676" y="87483"/>
                </a:lnTo>
                <a:lnTo>
                  <a:pt x="807007" y="87121"/>
                </a:lnTo>
                <a:lnTo>
                  <a:pt x="806724" y="86138"/>
                </a:lnTo>
                <a:lnTo>
                  <a:pt x="805960" y="86064"/>
                </a:lnTo>
                <a:lnTo>
                  <a:pt x="805521" y="85697"/>
                </a:lnTo>
                <a:lnTo>
                  <a:pt x="805041" y="85983"/>
                </a:lnTo>
                <a:lnTo>
                  <a:pt x="804018" y="85192"/>
                </a:lnTo>
                <a:lnTo>
                  <a:pt x="804040" y="84695"/>
                </a:lnTo>
                <a:lnTo>
                  <a:pt x="804913" y="84692"/>
                </a:lnTo>
                <a:lnTo>
                  <a:pt x="805151" y="84131"/>
                </a:lnTo>
                <a:lnTo>
                  <a:pt x="804992" y="83401"/>
                </a:lnTo>
                <a:lnTo>
                  <a:pt x="805794" y="82160"/>
                </a:lnTo>
                <a:lnTo>
                  <a:pt x="806129" y="82109"/>
                </a:lnTo>
                <a:lnTo>
                  <a:pt x="806251" y="82627"/>
                </a:lnTo>
                <a:lnTo>
                  <a:pt x="806562" y="82703"/>
                </a:lnTo>
                <a:lnTo>
                  <a:pt x="806898" y="82369"/>
                </a:lnTo>
                <a:lnTo>
                  <a:pt x="806716" y="81985"/>
                </a:lnTo>
                <a:lnTo>
                  <a:pt x="807132" y="82199"/>
                </a:lnTo>
                <a:lnTo>
                  <a:pt x="807306" y="81858"/>
                </a:lnTo>
                <a:lnTo>
                  <a:pt x="806749" y="81241"/>
                </a:lnTo>
                <a:lnTo>
                  <a:pt x="806970" y="80534"/>
                </a:lnTo>
                <a:lnTo>
                  <a:pt x="806360" y="80261"/>
                </a:lnTo>
                <a:lnTo>
                  <a:pt x="805303" y="79048"/>
                </a:lnTo>
                <a:lnTo>
                  <a:pt x="805276" y="78495"/>
                </a:lnTo>
                <a:lnTo>
                  <a:pt x="805793" y="78239"/>
                </a:lnTo>
                <a:lnTo>
                  <a:pt x="805866" y="77918"/>
                </a:lnTo>
                <a:lnTo>
                  <a:pt x="803970" y="76098"/>
                </a:lnTo>
                <a:lnTo>
                  <a:pt x="804048" y="75383"/>
                </a:lnTo>
                <a:lnTo>
                  <a:pt x="805202" y="72840"/>
                </a:lnTo>
                <a:lnTo>
                  <a:pt x="804822" y="71478"/>
                </a:lnTo>
                <a:lnTo>
                  <a:pt x="803694" y="70748"/>
                </a:lnTo>
                <a:lnTo>
                  <a:pt x="802517" y="70344"/>
                </a:lnTo>
                <a:lnTo>
                  <a:pt x="801723" y="70499"/>
                </a:lnTo>
                <a:lnTo>
                  <a:pt x="801576" y="73865"/>
                </a:lnTo>
                <a:lnTo>
                  <a:pt x="800939" y="74756"/>
                </a:lnTo>
                <a:lnTo>
                  <a:pt x="800244" y="75047"/>
                </a:lnTo>
                <a:lnTo>
                  <a:pt x="799435" y="73704"/>
                </a:lnTo>
                <a:lnTo>
                  <a:pt x="799786" y="73023"/>
                </a:lnTo>
                <a:lnTo>
                  <a:pt x="799621" y="72631"/>
                </a:lnTo>
                <a:lnTo>
                  <a:pt x="798890" y="72383"/>
                </a:lnTo>
                <a:lnTo>
                  <a:pt x="796751" y="70605"/>
                </a:lnTo>
                <a:lnTo>
                  <a:pt x="794008" y="69885"/>
                </a:lnTo>
                <a:lnTo>
                  <a:pt x="790012" y="67516"/>
                </a:lnTo>
                <a:lnTo>
                  <a:pt x="789610" y="67500"/>
                </a:lnTo>
                <a:lnTo>
                  <a:pt x="789399" y="68116"/>
                </a:lnTo>
                <a:lnTo>
                  <a:pt x="788587" y="68851"/>
                </a:lnTo>
                <a:lnTo>
                  <a:pt x="787275" y="71250"/>
                </a:lnTo>
                <a:lnTo>
                  <a:pt x="785003" y="71875"/>
                </a:lnTo>
                <a:lnTo>
                  <a:pt x="783877" y="71808"/>
                </a:lnTo>
                <a:lnTo>
                  <a:pt x="782907" y="71654"/>
                </a:lnTo>
                <a:lnTo>
                  <a:pt x="782307" y="71123"/>
                </a:lnTo>
                <a:lnTo>
                  <a:pt x="781493" y="70898"/>
                </a:lnTo>
                <a:lnTo>
                  <a:pt x="780141" y="72157"/>
                </a:lnTo>
                <a:lnTo>
                  <a:pt x="779237" y="72539"/>
                </a:lnTo>
                <a:lnTo>
                  <a:pt x="778663" y="72458"/>
                </a:lnTo>
                <a:lnTo>
                  <a:pt x="776905" y="71163"/>
                </a:lnTo>
                <a:lnTo>
                  <a:pt x="775421" y="73285"/>
                </a:lnTo>
                <a:lnTo>
                  <a:pt x="776859" y="73669"/>
                </a:lnTo>
                <a:lnTo>
                  <a:pt x="777546" y="74283"/>
                </a:lnTo>
                <a:lnTo>
                  <a:pt x="777698" y="75250"/>
                </a:lnTo>
                <a:lnTo>
                  <a:pt x="777140" y="76757"/>
                </a:lnTo>
                <a:lnTo>
                  <a:pt x="777822" y="77812"/>
                </a:lnTo>
                <a:lnTo>
                  <a:pt x="777067" y="78906"/>
                </a:lnTo>
                <a:lnTo>
                  <a:pt x="775721" y="79869"/>
                </a:lnTo>
                <a:lnTo>
                  <a:pt x="774267" y="79043"/>
                </a:lnTo>
                <a:lnTo>
                  <a:pt x="772736" y="74475"/>
                </a:lnTo>
                <a:lnTo>
                  <a:pt x="771834" y="74234"/>
                </a:lnTo>
                <a:lnTo>
                  <a:pt x="770739" y="73124"/>
                </a:lnTo>
                <a:lnTo>
                  <a:pt x="769755" y="73550"/>
                </a:lnTo>
                <a:lnTo>
                  <a:pt x="768207" y="75736"/>
                </a:lnTo>
                <a:lnTo>
                  <a:pt x="767395" y="76182"/>
                </a:lnTo>
                <a:lnTo>
                  <a:pt x="766616" y="76160"/>
                </a:lnTo>
                <a:lnTo>
                  <a:pt x="765202" y="75219"/>
                </a:lnTo>
                <a:lnTo>
                  <a:pt x="763138" y="76201"/>
                </a:lnTo>
                <a:lnTo>
                  <a:pt x="762624" y="75374"/>
                </a:lnTo>
                <a:lnTo>
                  <a:pt x="762808" y="74431"/>
                </a:lnTo>
                <a:lnTo>
                  <a:pt x="762585" y="71737"/>
                </a:lnTo>
                <a:lnTo>
                  <a:pt x="761809" y="70228"/>
                </a:lnTo>
                <a:lnTo>
                  <a:pt x="761195" y="70400"/>
                </a:lnTo>
                <a:lnTo>
                  <a:pt x="761269" y="71290"/>
                </a:lnTo>
                <a:lnTo>
                  <a:pt x="760496" y="73008"/>
                </a:lnTo>
                <a:lnTo>
                  <a:pt x="760002" y="73480"/>
                </a:lnTo>
                <a:lnTo>
                  <a:pt x="759550" y="72785"/>
                </a:lnTo>
                <a:lnTo>
                  <a:pt x="756463" y="71444"/>
                </a:lnTo>
                <a:lnTo>
                  <a:pt x="757044" y="69575"/>
                </a:lnTo>
                <a:lnTo>
                  <a:pt x="756041" y="68381"/>
                </a:lnTo>
                <a:lnTo>
                  <a:pt x="754889" y="68130"/>
                </a:lnTo>
                <a:lnTo>
                  <a:pt x="753450" y="67223"/>
                </a:lnTo>
                <a:lnTo>
                  <a:pt x="751439" y="68285"/>
                </a:lnTo>
                <a:lnTo>
                  <a:pt x="750224" y="67917"/>
                </a:lnTo>
                <a:lnTo>
                  <a:pt x="749353" y="66698"/>
                </a:lnTo>
                <a:lnTo>
                  <a:pt x="748451" y="64588"/>
                </a:lnTo>
                <a:lnTo>
                  <a:pt x="746850" y="63479"/>
                </a:lnTo>
                <a:lnTo>
                  <a:pt x="746572" y="62040"/>
                </a:lnTo>
                <a:lnTo>
                  <a:pt x="746095" y="61561"/>
                </a:lnTo>
                <a:lnTo>
                  <a:pt x="745299" y="61439"/>
                </a:lnTo>
                <a:lnTo>
                  <a:pt x="744186" y="62722"/>
                </a:lnTo>
                <a:lnTo>
                  <a:pt x="741360" y="62528"/>
                </a:lnTo>
                <a:lnTo>
                  <a:pt x="737721" y="59648"/>
                </a:lnTo>
                <a:lnTo>
                  <a:pt x="736535" y="59490"/>
                </a:lnTo>
                <a:lnTo>
                  <a:pt x="735063" y="58008"/>
                </a:lnTo>
                <a:lnTo>
                  <a:pt x="734688" y="58284"/>
                </a:lnTo>
                <a:lnTo>
                  <a:pt x="733570" y="58401"/>
                </a:lnTo>
                <a:lnTo>
                  <a:pt x="733126" y="59713"/>
                </a:lnTo>
                <a:lnTo>
                  <a:pt x="730847" y="60932"/>
                </a:lnTo>
                <a:lnTo>
                  <a:pt x="727880" y="65473"/>
                </a:lnTo>
                <a:lnTo>
                  <a:pt x="728010" y="65701"/>
                </a:lnTo>
                <a:lnTo>
                  <a:pt x="728672" y="65613"/>
                </a:lnTo>
                <a:lnTo>
                  <a:pt x="729911" y="66875"/>
                </a:lnTo>
                <a:lnTo>
                  <a:pt x="730978" y="65941"/>
                </a:lnTo>
                <a:lnTo>
                  <a:pt x="732662" y="65213"/>
                </a:lnTo>
                <a:lnTo>
                  <a:pt x="734837" y="65567"/>
                </a:lnTo>
                <a:lnTo>
                  <a:pt x="736122" y="66166"/>
                </a:lnTo>
                <a:lnTo>
                  <a:pt x="736492" y="66818"/>
                </a:lnTo>
                <a:lnTo>
                  <a:pt x="735655" y="68852"/>
                </a:lnTo>
                <a:lnTo>
                  <a:pt x="735241" y="69111"/>
                </a:lnTo>
                <a:lnTo>
                  <a:pt x="734924" y="70196"/>
                </a:lnTo>
                <a:lnTo>
                  <a:pt x="734404" y="70881"/>
                </a:lnTo>
                <a:lnTo>
                  <a:pt x="734039" y="71009"/>
                </a:lnTo>
                <a:lnTo>
                  <a:pt x="733543" y="70766"/>
                </a:lnTo>
                <a:lnTo>
                  <a:pt x="731250" y="68940"/>
                </a:lnTo>
                <a:lnTo>
                  <a:pt x="728330" y="68353"/>
                </a:lnTo>
                <a:lnTo>
                  <a:pt x="728345" y="70734"/>
                </a:lnTo>
                <a:lnTo>
                  <a:pt x="725658" y="71238"/>
                </a:lnTo>
                <a:lnTo>
                  <a:pt x="723861" y="73841"/>
                </a:lnTo>
                <a:lnTo>
                  <a:pt x="722652" y="74051"/>
                </a:lnTo>
                <a:lnTo>
                  <a:pt x="721441" y="73203"/>
                </a:lnTo>
                <a:lnTo>
                  <a:pt x="720027" y="73999"/>
                </a:lnTo>
                <a:lnTo>
                  <a:pt x="719739" y="74320"/>
                </a:lnTo>
                <a:lnTo>
                  <a:pt x="719951" y="75619"/>
                </a:lnTo>
                <a:lnTo>
                  <a:pt x="719765" y="76820"/>
                </a:lnTo>
                <a:lnTo>
                  <a:pt x="718828" y="77969"/>
                </a:lnTo>
                <a:lnTo>
                  <a:pt x="715333" y="79089"/>
                </a:lnTo>
                <a:lnTo>
                  <a:pt x="715073" y="78469"/>
                </a:lnTo>
                <a:lnTo>
                  <a:pt x="715745" y="77021"/>
                </a:lnTo>
                <a:lnTo>
                  <a:pt x="717365" y="76488"/>
                </a:lnTo>
                <a:lnTo>
                  <a:pt x="718099" y="75001"/>
                </a:lnTo>
                <a:lnTo>
                  <a:pt x="718092" y="74290"/>
                </a:lnTo>
                <a:lnTo>
                  <a:pt x="716997" y="72999"/>
                </a:lnTo>
                <a:lnTo>
                  <a:pt x="716260" y="72770"/>
                </a:lnTo>
                <a:lnTo>
                  <a:pt x="714998" y="71474"/>
                </a:lnTo>
                <a:lnTo>
                  <a:pt x="714514" y="69724"/>
                </a:lnTo>
                <a:lnTo>
                  <a:pt x="710485" y="67675"/>
                </a:lnTo>
                <a:lnTo>
                  <a:pt x="710648" y="66559"/>
                </a:lnTo>
                <a:lnTo>
                  <a:pt x="711833" y="64812"/>
                </a:lnTo>
                <a:lnTo>
                  <a:pt x="711659" y="63631"/>
                </a:lnTo>
                <a:lnTo>
                  <a:pt x="710157" y="61889"/>
                </a:lnTo>
                <a:lnTo>
                  <a:pt x="708805" y="61422"/>
                </a:lnTo>
                <a:lnTo>
                  <a:pt x="707713" y="60534"/>
                </a:lnTo>
                <a:lnTo>
                  <a:pt x="706493" y="56520"/>
                </a:lnTo>
                <a:lnTo>
                  <a:pt x="706075" y="56547"/>
                </a:lnTo>
                <a:lnTo>
                  <a:pt x="705162" y="57653"/>
                </a:lnTo>
                <a:lnTo>
                  <a:pt x="705301" y="58030"/>
                </a:lnTo>
                <a:lnTo>
                  <a:pt x="706048" y="58390"/>
                </a:lnTo>
                <a:lnTo>
                  <a:pt x="706091" y="58867"/>
                </a:lnTo>
                <a:lnTo>
                  <a:pt x="705027" y="60762"/>
                </a:lnTo>
                <a:lnTo>
                  <a:pt x="705364" y="62147"/>
                </a:lnTo>
                <a:lnTo>
                  <a:pt x="704515" y="62643"/>
                </a:lnTo>
                <a:lnTo>
                  <a:pt x="703999" y="62644"/>
                </a:lnTo>
                <a:lnTo>
                  <a:pt x="703536" y="61590"/>
                </a:lnTo>
                <a:lnTo>
                  <a:pt x="703521" y="60611"/>
                </a:lnTo>
                <a:lnTo>
                  <a:pt x="701889" y="58929"/>
                </a:lnTo>
                <a:lnTo>
                  <a:pt x="700610" y="58214"/>
                </a:lnTo>
                <a:lnTo>
                  <a:pt x="699367" y="58989"/>
                </a:lnTo>
                <a:lnTo>
                  <a:pt x="699322" y="59434"/>
                </a:lnTo>
                <a:lnTo>
                  <a:pt x="701803" y="61804"/>
                </a:lnTo>
                <a:lnTo>
                  <a:pt x="701763" y="62274"/>
                </a:lnTo>
                <a:lnTo>
                  <a:pt x="698252" y="66793"/>
                </a:lnTo>
                <a:lnTo>
                  <a:pt x="695950" y="68107"/>
                </a:lnTo>
                <a:lnTo>
                  <a:pt x="695341" y="67594"/>
                </a:lnTo>
                <a:lnTo>
                  <a:pt x="695137" y="66793"/>
                </a:lnTo>
                <a:lnTo>
                  <a:pt x="697375" y="64539"/>
                </a:lnTo>
                <a:lnTo>
                  <a:pt x="697909" y="63634"/>
                </a:lnTo>
                <a:lnTo>
                  <a:pt x="696559" y="61472"/>
                </a:lnTo>
                <a:lnTo>
                  <a:pt x="695604" y="60462"/>
                </a:lnTo>
                <a:lnTo>
                  <a:pt x="694036" y="57002"/>
                </a:lnTo>
                <a:lnTo>
                  <a:pt x="693270" y="56167"/>
                </a:lnTo>
                <a:lnTo>
                  <a:pt x="693535" y="54231"/>
                </a:lnTo>
                <a:lnTo>
                  <a:pt x="693236" y="53270"/>
                </a:lnTo>
                <a:lnTo>
                  <a:pt x="691462" y="52257"/>
                </a:lnTo>
                <a:lnTo>
                  <a:pt x="688645" y="52930"/>
                </a:lnTo>
                <a:lnTo>
                  <a:pt x="686872" y="52310"/>
                </a:lnTo>
                <a:lnTo>
                  <a:pt x="685303" y="52216"/>
                </a:lnTo>
                <a:lnTo>
                  <a:pt x="684385" y="52635"/>
                </a:lnTo>
                <a:lnTo>
                  <a:pt x="681215" y="55058"/>
                </a:lnTo>
                <a:lnTo>
                  <a:pt x="680352" y="55358"/>
                </a:lnTo>
                <a:lnTo>
                  <a:pt x="679733" y="53994"/>
                </a:lnTo>
                <a:lnTo>
                  <a:pt x="679608" y="52960"/>
                </a:lnTo>
                <a:lnTo>
                  <a:pt x="681462" y="51480"/>
                </a:lnTo>
                <a:lnTo>
                  <a:pt x="681650" y="51004"/>
                </a:lnTo>
                <a:lnTo>
                  <a:pt x="681470" y="50624"/>
                </a:lnTo>
                <a:lnTo>
                  <a:pt x="680077" y="50315"/>
                </a:lnTo>
                <a:lnTo>
                  <a:pt x="678816" y="50686"/>
                </a:lnTo>
                <a:lnTo>
                  <a:pt x="678436" y="51268"/>
                </a:lnTo>
                <a:lnTo>
                  <a:pt x="678148" y="52792"/>
                </a:lnTo>
                <a:lnTo>
                  <a:pt x="677251" y="53664"/>
                </a:lnTo>
                <a:lnTo>
                  <a:pt x="676509" y="53690"/>
                </a:lnTo>
                <a:lnTo>
                  <a:pt x="674363" y="51174"/>
                </a:lnTo>
                <a:lnTo>
                  <a:pt x="673210" y="48595"/>
                </a:lnTo>
                <a:lnTo>
                  <a:pt x="673290" y="46938"/>
                </a:lnTo>
                <a:lnTo>
                  <a:pt x="672598" y="46993"/>
                </a:lnTo>
                <a:lnTo>
                  <a:pt x="670765" y="48423"/>
                </a:lnTo>
                <a:lnTo>
                  <a:pt x="670005" y="48487"/>
                </a:lnTo>
                <a:lnTo>
                  <a:pt x="669734" y="47843"/>
                </a:lnTo>
                <a:lnTo>
                  <a:pt x="669953" y="46181"/>
                </a:lnTo>
                <a:lnTo>
                  <a:pt x="668291" y="44283"/>
                </a:lnTo>
                <a:lnTo>
                  <a:pt x="668273" y="43554"/>
                </a:lnTo>
                <a:lnTo>
                  <a:pt x="667076" y="42669"/>
                </a:lnTo>
                <a:lnTo>
                  <a:pt x="666159" y="42041"/>
                </a:lnTo>
                <a:lnTo>
                  <a:pt x="665581" y="41966"/>
                </a:lnTo>
                <a:lnTo>
                  <a:pt x="664304" y="43917"/>
                </a:lnTo>
                <a:lnTo>
                  <a:pt x="664101" y="44944"/>
                </a:lnTo>
                <a:lnTo>
                  <a:pt x="664443" y="46679"/>
                </a:lnTo>
                <a:lnTo>
                  <a:pt x="665916" y="48018"/>
                </a:lnTo>
                <a:lnTo>
                  <a:pt x="666189" y="48662"/>
                </a:lnTo>
                <a:lnTo>
                  <a:pt x="664538" y="49862"/>
                </a:lnTo>
                <a:lnTo>
                  <a:pt x="663685" y="49976"/>
                </a:lnTo>
                <a:lnTo>
                  <a:pt x="662109" y="47723"/>
                </a:lnTo>
                <a:lnTo>
                  <a:pt x="659859" y="47543"/>
                </a:lnTo>
                <a:lnTo>
                  <a:pt x="658280" y="44560"/>
                </a:lnTo>
                <a:lnTo>
                  <a:pt x="657061" y="43663"/>
                </a:lnTo>
                <a:lnTo>
                  <a:pt x="656797" y="43077"/>
                </a:lnTo>
                <a:lnTo>
                  <a:pt x="657138" y="40292"/>
                </a:lnTo>
                <a:lnTo>
                  <a:pt x="656239" y="37930"/>
                </a:lnTo>
                <a:lnTo>
                  <a:pt x="656058" y="36272"/>
                </a:lnTo>
                <a:lnTo>
                  <a:pt x="654927" y="34841"/>
                </a:lnTo>
                <a:lnTo>
                  <a:pt x="652960" y="34692"/>
                </a:lnTo>
                <a:lnTo>
                  <a:pt x="652284" y="34975"/>
                </a:lnTo>
                <a:lnTo>
                  <a:pt x="651851" y="35778"/>
                </a:lnTo>
                <a:lnTo>
                  <a:pt x="654133" y="39037"/>
                </a:lnTo>
                <a:lnTo>
                  <a:pt x="654634" y="42052"/>
                </a:lnTo>
                <a:lnTo>
                  <a:pt x="654369" y="43029"/>
                </a:lnTo>
                <a:lnTo>
                  <a:pt x="653983" y="43339"/>
                </a:lnTo>
                <a:lnTo>
                  <a:pt x="653311" y="43279"/>
                </a:lnTo>
                <a:lnTo>
                  <a:pt x="652365" y="42201"/>
                </a:lnTo>
                <a:lnTo>
                  <a:pt x="651654" y="42025"/>
                </a:lnTo>
                <a:lnTo>
                  <a:pt x="651009" y="42110"/>
                </a:lnTo>
                <a:lnTo>
                  <a:pt x="649746" y="43059"/>
                </a:lnTo>
                <a:lnTo>
                  <a:pt x="647959" y="42592"/>
                </a:lnTo>
                <a:lnTo>
                  <a:pt x="646705" y="43168"/>
                </a:lnTo>
                <a:lnTo>
                  <a:pt x="645691" y="42822"/>
                </a:lnTo>
                <a:lnTo>
                  <a:pt x="645206" y="41660"/>
                </a:lnTo>
                <a:lnTo>
                  <a:pt x="645172" y="40352"/>
                </a:lnTo>
                <a:lnTo>
                  <a:pt x="645296" y="39803"/>
                </a:lnTo>
                <a:lnTo>
                  <a:pt x="646101" y="39042"/>
                </a:lnTo>
                <a:lnTo>
                  <a:pt x="646269" y="36454"/>
                </a:lnTo>
                <a:lnTo>
                  <a:pt x="645232" y="34244"/>
                </a:lnTo>
                <a:lnTo>
                  <a:pt x="640691" y="32852"/>
                </a:lnTo>
                <a:lnTo>
                  <a:pt x="638726" y="31734"/>
                </a:lnTo>
                <a:lnTo>
                  <a:pt x="637852" y="30569"/>
                </a:lnTo>
                <a:lnTo>
                  <a:pt x="636982" y="29998"/>
                </a:lnTo>
                <a:lnTo>
                  <a:pt x="636975" y="29500"/>
                </a:lnTo>
                <a:lnTo>
                  <a:pt x="634529" y="28133"/>
                </a:lnTo>
                <a:lnTo>
                  <a:pt x="634259" y="26032"/>
                </a:lnTo>
                <a:lnTo>
                  <a:pt x="633677" y="25400"/>
                </a:lnTo>
                <a:lnTo>
                  <a:pt x="632375" y="24860"/>
                </a:lnTo>
                <a:lnTo>
                  <a:pt x="631900" y="24359"/>
                </a:lnTo>
                <a:lnTo>
                  <a:pt x="629605" y="24488"/>
                </a:lnTo>
                <a:lnTo>
                  <a:pt x="628429" y="24022"/>
                </a:lnTo>
                <a:lnTo>
                  <a:pt x="628609" y="23269"/>
                </a:lnTo>
                <a:lnTo>
                  <a:pt x="630521" y="22341"/>
                </a:lnTo>
                <a:lnTo>
                  <a:pt x="630873" y="21592"/>
                </a:lnTo>
                <a:lnTo>
                  <a:pt x="630213" y="21407"/>
                </a:lnTo>
                <a:lnTo>
                  <a:pt x="629479" y="20584"/>
                </a:lnTo>
                <a:lnTo>
                  <a:pt x="627260" y="19265"/>
                </a:lnTo>
                <a:lnTo>
                  <a:pt x="627273" y="18171"/>
                </a:lnTo>
                <a:lnTo>
                  <a:pt x="626496" y="15315"/>
                </a:lnTo>
                <a:lnTo>
                  <a:pt x="625093" y="12671"/>
                </a:lnTo>
                <a:lnTo>
                  <a:pt x="624971" y="11314"/>
                </a:lnTo>
                <a:lnTo>
                  <a:pt x="626523" y="7215"/>
                </a:lnTo>
                <a:lnTo>
                  <a:pt x="626445" y="5351"/>
                </a:lnTo>
                <a:lnTo>
                  <a:pt x="624357" y="2751"/>
                </a:lnTo>
                <a:lnTo>
                  <a:pt x="623664" y="2234"/>
                </a:lnTo>
                <a:lnTo>
                  <a:pt x="622824" y="636"/>
                </a:lnTo>
                <a:lnTo>
                  <a:pt x="622042" y="95"/>
                </a:lnTo>
                <a:lnTo>
                  <a:pt x="621401" y="0"/>
                </a:lnTo>
                <a:lnTo>
                  <a:pt x="620443" y="424"/>
                </a:lnTo>
                <a:lnTo>
                  <a:pt x="618633" y="469"/>
                </a:lnTo>
                <a:lnTo>
                  <a:pt x="616823" y="972"/>
                </a:lnTo>
                <a:lnTo>
                  <a:pt x="616145" y="1925"/>
                </a:lnTo>
                <a:lnTo>
                  <a:pt x="615455" y="4371"/>
                </a:lnTo>
                <a:lnTo>
                  <a:pt x="613756" y="6433"/>
                </a:lnTo>
                <a:lnTo>
                  <a:pt x="611663" y="6897"/>
                </a:lnTo>
                <a:lnTo>
                  <a:pt x="610740" y="6750"/>
                </a:lnTo>
                <a:lnTo>
                  <a:pt x="608170" y="7631"/>
                </a:lnTo>
                <a:lnTo>
                  <a:pt x="607916" y="8275"/>
                </a:lnTo>
                <a:lnTo>
                  <a:pt x="608529" y="8950"/>
                </a:lnTo>
                <a:lnTo>
                  <a:pt x="608404" y="9598"/>
                </a:lnTo>
                <a:lnTo>
                  <a:pt x="608013" y="10469"/>
                </a:lnTo>
                <a:lnTo>
                  <a:pt x="606583" y="12040"/>
                </a:lnTo>
                <a:lnTo>
                  <a:pt x="606247" y="13866"/>
                </a:lnTo>
                <a:lnTo>
                  <a:pt x="605718" y="14275"/>
                </a:lnTo>
                <a:lnTo>
                  <a:pt x="604368" y="14530"/>
                </a:lnTo>
                <a:lnTo>
                  <a:pt x="603366" y="14211"/>
                </a:lnTo>
                <a:lnTo>
                  <a:pt x="601927" y="14310"/>
                </a:lnTo>
                <a:lnTo>
                  <a:pt x="600497" y="14006"/>
                </a:lnTo>
                <a:lnTo>
                  <a:pt x="597238" y="14962"/>
                </a:lnTo>
                <a:lnTo>
                  <a:pt x="595719" y="14607"/>
                </a:lnTo>
                <a:lnTo>
                  <a:pt x="593688" y="14809"/>
                </a:lnTo>
                <a:lnTo>
                  <a:pt x="590351" y="14454"/>
                </a:lnTo>
                <a:lnTo>
                  <a:pt x="589017" y="14649"/>
                </a:lnTo>
                <a:lnTo>
                  <a:pt x="586921" y="16152"/>
                </a:lnTo>
                <a:lnTo>
                  <a:pt x="586493" y="17323"/>
                </a:lnTo>
                <a:lnTo>
                  <a:pt x="586209" y="20695"/>
                </a:lnTo>
                <a:lnTo>
                  <a:pt x="587103" y="22846"/>
                </a:lnTo>
                <a:lnTo>
                  <a:pt x="586585" y="23824"/>
                </a:lnTo>
                <a:lnTo>
                  <a:pt x="584874" y="23325"/>
                </a:lnTo>
                <a:lnTo>
                  <a:pt x="583187" y="21537"/>
                </a:lnTo>
                <a:lnTo>
                  <a:pt x="581995" y="18218"/>
                </a:lnTo>
                <a:lnTo>
                  <a:pt x="580423" y="16663"/>
                </a:lnTo>
                <a:lnTo>
                  <a:pt x="579700" y="16291"/>
                </a:lnTo>
                <a:lnTo>
                  <a:pt x="579126" y="16168"/>
                </a:lnTo>
                <a:lnTo>
                  <a:pt x="575144" y="16755"/>
                </a:lnTo>
                <a:lnTo>
                  <a:pt x="572848" y="16265"/>
                </a:lnTo>
                <a:lnTo>
                  <a:pt x="570586" y="18102"/>
                </a:lnTo>
                <a:lnTo>
                  <a:pt x="569029" y="18404"/>
                </a:lnTo>
                <a:lnTo>
                  <a:pt x="565105" y="17323"/>
                </a:lnTo>
                <a:lnTo>
                  <a:pt x="564360" y="17799"/>
                </a:lnTo>
                <a:lnTo>
                  <a:pt x="563324" y="17952"/>
                </a:lnTo>
                <a:lnTo>
                  <a:pt x="562817" y="17494"/>
                </a:lnTo>
                <a:lnTo>
                  <a:pt x="562608" y="16784"/>
                </a:lnTo>
                <a:lnTo>
                  <a:pt x="563950" y="14054"/>
                </a:lnTo>
                <a:lnTo>
                  <a:pt x="563388" y="12890"/>
                </a:lnTo>
                <a:lnTo>
                  <a:pt x="563826" y="11627"/>
                </a:lnTo>
                <a:lnTo>
                  <a:pt x="563642" y="10649"/>
                </a:lnTo>
                <a:lnTo>
                  <a:pt x="562984" y="10373"/>
                </a:lnTo>
                <a:lnTo>
                  <a:pt x="559730" y="10328"/>
                </a:lnTo>
                <a:lnTo>
                  <a:pt x="559391" y="11569"/>
                </a:lnTo>
                <a:lnTo>
                  <a:pt x="558976" y="11971"/>
                </a:lnTo>
                <a:lnTo>
                  <a:pt x="558045" y="11804"/>
                </a:lnTo>
                <a:lnTo>
                  <a:pt x="557345" y="11157"/>
                </a:lnTo>
                <a:lnTo>
                  <a:pt x="556271" y="11328"/>
                </a:lnTo>
                <a:lnTo>
                  <a:pt x="554368" y="12512"/>
                </a:lnTo>
                <a:lnTo>
                  <a:pt x="552702" y="12932"/>
                </a:lnTo>
                <a:lnTo>
                  <a:pt x="552675" y="14316"/>
                </a:lnTo>
                <a:lnTo>
                  <a:pt x="554756" y="17021"/>
                </a:lnTo>
                <a:lnTo>
                  <a:pt x="554608" y="18018"/>
                </a:lnTo>
                <a:lnTo>
                  <a:pt x="553520" y="18946"/>
                </a:lnTo>
                <a:lnTo>
                  <a:pt x="552376" y="19375"/>
                </a:lnTo>
                <a:lnTo>
                  <a:pt x="550070" y="17808"/>
                </a:lnTo>
                <a:lnTo>
                  <a:pt x="549125" y="18161"/>
                </a:lnTo>
                <a:lnTo>
                  <a:pt x="547031" y="19988"/>
                </a:lnTo>
                <a:lnTo>
                  <a:pt x="545626" y="19882"/>
                </a:lnTo>
                <a:lnTo>
                  <a:pt x="543920" y="19276"/>
                </a:lnTo>
                <a:lnTo>
                  <a:pt x="542170" y="19975"/>
                </a:lnTo>
                <a:lnTo>
                  <a:pt x="541490" y="21137"/>
                </a:lnTo>
                <a:lnTo>
                  <a:pt x="541526" y="21681"/>
                </a:lnTo>
                <a:lnTo>
                  <a:pt x="543082" y="23480"/>
                </a:lnTo>
                <a:lnTo>
                  <a:pt x="543548" y="24673"/>
                </a:lnTo>
                <a:lnTo>
                  <a:pt x="542209" y="27553"/>
                </a:lnTo>
                <a:lnTo>
                  <a:pt x="542197" y="29902"/>
                </a:lnTo>
                <a:lnTo>
                  <a:pt x="540202" y="31215"/>
                </a:lnTo>
                <a:lnTo>
                  <a:pt x="538704" y="31479"/>
                </a:lnTo>
                <a:lnTo>
                  <a:pt x="538091" y="31987"/>
                </a:lnTo>
                <a:lnTo>
                  <a:pt x="536905" y="34635"/>
                </a:lnTo>
                <a:lnTo>
                  <a:pt x="535962" y="38433"/>
                </a:lnTo>
                <a:lnTo>
                  <a:pt x="535138" y="39044"/>
                </a:lnTo>
                <a:lnTo>
                  <a:pt x="532371" y="39687"/>
                </a:lnTo>
                <a:lnTo>
                  <a:pt x="530438" y="41503"/>
                </a:lnTo>
                <a:lnTo>
                  <a:pt x="529731" y="41314"/>
                </a:lnTo>
                <a:lnTo>
                  <a:pt x="526859" y="44998"/>
                </a:lnTo>
                <a:lnTo>
                  <a:pt x="525205" y="46181"/>
                </a:lnTo>
                <a:lnTo>
                  <a:pt x="524050" y="46173"/>
                </a:lnTo>
                <a:lnTo>
                  <a:pt x="522840" y="45462"/>
                </a:lnTo>
                <a:lnTo>
                  <a:pt x="522527" y="44269"/>
                </a:lnTo>
                <a:lnTo>
                  <a:pt x="521335" y="43809"/>
                </a:lnTo>
                <a:lnTo>
                  <a:pt x="520995" y="41922"/>
                </a:lnTo>
                <a:lnTo>
                  <a:pt x="520200" y="41226"/>
                </a:lnTo>
                <a:lnTo>
                  <a:pt x="519609" y="41301"/>
                </a:lnTo>
                <a:lnTo>
                  <a:pt x="518873" y="42048"/>
                </a:lnTo>
                <a:lnTo>
                  <a:pt x="517907" y="41904"/>
                </a:lnTo>
                <a:lnTo>
                  <a:pt x="517423" y="40244"/>
                </a:lnTo>
                <a:lnTo>
                  <a:pt x="517538" y="39509"/>
                </a:lnTo>
                <a:lnTo>
                  <a:pt x="516993" y="39350"/>
                </a:lnTo>
                <a:lnTo>
                  <a:pt x="516291" y="38050"/>
                </a:lnTo>
                <a:lnTo>
                  <a:pt x="515359" y="37675"/>
                </a:lnTo>
                <a:lnTo>
                  <a:pt x="512924" y="35622"/>
                </a:lnTo>
                <a:lnTo>
                  <a:pt x="512730" y="34950"/>
                </a:lnTo>
                <a:lnTo>
                  <a:pt x="512889" y="33509"/>
                </a:lnTo>
                <a:lnTo>
                  <a:pt x="511656" y="32199"/>
                </a:lnTo>
                <a:lnTo>
                  <a:pt x="508686" y="31824"/>
                </a:lnTo>
                <a:lnTo>
                  <a:pt x="507065" y="31919"/>
                </a:lnTo>
                <a:lnTo>
                  <a:pt x="506136" y="32412"/>
                </a:lnTo>
                <a:lnTo>
                  <a:pt x="506193" y="33256"/>
                </a:lnTo>
                <a:lnTo>
                  <a:pt x="505950" y="33707"/>
                </a:lnTo>
                <a:lnTo>
                  <a:pt x="504690" y="34822"/>
                </a:lnTo>
                <a:lnTo>
                  <a:pt x="504192" y="36799"/>
                </a:lnTo>
                <a:lnTo>
                  <a:pt x="502855" y="37573"/>
                </a:lnTo>
                <a:lnTo>
                  <a:pt x="502162" y="38409"/>
                </a:lnTo>
                <a:lnTo>
                  <a:pt x="500815" y="39028"/>
                </a:lnTo>
                <a:lnTo>
                  <a:pt x="499318" y="42175"/>
                </a:lnTo>
                <a:lnTo>
                  <a:pt x="498080" y="42976"/>
                </a:lnTo>
                <a:lnTo>
                  <a:pt x="496692" y="43292"/>
                </a:lnTo>
                <a:lnTo>
                  <a:pt x="495763" y="44084"/>
                </a:lnTo>
                <a:lnTo>
                  <a:pt x="494495" y="45706"/>
                </a:lnTo>
                <a:lnTo>
                  <a:pt x="493599" y="47891"/>
                </a:lnTo>
                <a:lnTo>
                  <a:pt x="491526" y="49190"/>
                </a:lnTo>
                <a:lnTo>
                  <a:pt x="490350" y="52271"/>
                </a:lnTo>
                <a:lnTo>
                  <a:pt x="490460" y="54916"/>
                </a:lnTo>
                <a:lnTo>
                  <a:pt x="489714" y="55601"/>
                </a:lnTo>
                <a:lnTo>
                  <a:pt x="488933" y="55688"/>
                </a:lnTo>
                <a:lnTo>
                  <a:pt x="486688" y="55059"/>
                </a:lnTo>
                <a:lnTo>
                  <a:pt x="483994" y="53272"/>
                </a:lnTo>
                <a:lnTo>
                  <a:pt x="484217" y="52351"/>
                </a:lnTo>
                <a:lnTo>
                  <a:pt x="485327" y="51254"/>
                </a:lnTo>
                <a:lnTo>
                  <a:pt x="485651" y="49848"/>
                </a:lnTo>
                <a:lnTo>
                  <a:pt x="485451" y="48011"/>
                </a:lnTo>
                <a:lnTo>
                  <a:pt x="485688" y="46061"/>
                </a:lnTo>
                <a:lnTo>
                  <a:pt x="485435" y="45481"/>
                </a:lnTo>
                <a:lnTo>
                  <a:pt x="484612" y="44978"/>
                </a:lnTo>
                <a:lnTo>
                  <a:pt x="483548" y="44597"/>
                </a:lnTo>
                <a:lnTo>
                  <a:pt x="482617" y="44783"/>
                </a:lnTo>
                <a:lnTo>
                  <a:pt x="482114" y="45102"/>
                </a:lnTo>
                <a:lnTo>
                  <a:pt x="480677" y="47198"/>
                </a:lnTo>
                <a:lnTo>
                  <a:pt x="478910" y="48082"/>
                </a:lnTo>
                <a:lnTo>
                  <a:pt x="475959" y="46429"/>
                </a:lnTo>
                <a:lnTo>
                  <a:pt x="474468" y="45190"/>
                </a:lnTo>
                <a:lnTo>
                  <a:pt x="473787" y="44984"/>
                </a:lnTo>
                <a:lnTo>
                  <a:pt x="472581" y="45115"/>
                </a:lnTo>
                <a:lnTo>
                  <a:pt x="470671" y="45800"/>
                </a:lnTo>
                <a:lnTo>
                  <a:pt x="469252" y="47201"/>
                </a:lnTo>
                <a:lnTo>
                  <a:pt x="466989" y="46431"/>
                </a:lnTo>
                <a:lnTo>
                  <a:pt x="465469" y="46875"/>
                </a:lnTo>
                <a:lnTo>
                  <a:pt x="463081" y="46710"/>
                </a:lnTo>
                <a:lnTo>
                  <a:pt x="461268" y="46949"/>
                </a:lnTo>
                <a:lnTo>
                  <a:pt x="459265" y="46463"/>
                </a:lnTo>
                <a:lnTo>
                  <a:pt x="456849" y="45668"/>
                </a:lnTo>
                <a:lnTo>
                  <a:pt x="455388" y="44358"/>
                </a:lnTo>
                <a:lnTo>
                  <a:pt x="453310" y="43451"/>
                </a:lnTo>
                <a:lnTo>
                  <a:pt x="452291" y="42563"/>
                </a:lnTo>
                <a:lnTo>
                  <a:pt x="450263" y="41711"/>
                </a:lnTo>
                <a:lnTo>
                  <a:pt x="447121" y="39377"/>
                </a:lnTo>
                <a:lnTo>
                  <a:pt x="445641" y="37772"/>
                </a:lnTo>
                <a:lnTo>
                  <a:pt x="446399" y="35174"/>
                </a:lnTo>
                <a:lnTo>
                  <a:pt x="446325" y="34458"/>
                </a:lnTo>
                <a:lnTo>
                  <a:pt x="444566" y="33832"/>
                </a:lnTo>
                <a:lnTo>
                  <a:pt x="442247" y="36752"/>
                </a:lnTo>
                <a:lnTo>
                  <a:pt x="440960" y="40330"/>
                </a:lnTo>
                <a:lnTo>
                  <a:pt x="441604" y="44985"/>
                </a:lnTo>
                <a:lnTo>
                  <a:pt x="441340" y="47472"/>
                </a:lnTo>
                <a:lnTo>
                  <a:pt x="441560" y="50128"/>
                </a:lnTo>
                <a:lnTo>
                  <a:pt x="441193" y="52354"/>
                </a:lnTo>
                <a:lnTo>
                  <a:pt x="440644" y="53186"/>
                </a:lnTo>
                <a:lnTo>
                  <a:pt x="440117" y="52983"/>
                </a:lnTo>
                <a:lnTo>
                  <a:pt x="438821" y="50828"/>
                </a:lnTo>
                <a:lnTo>
                  <a:pt x="438969" y="49146"/>
                </a:lnTo>
                <a:lnTo>
                  <a:pt x="438649" y="47620"/>
                </a:lnTo>
                <a:lnTo>
                  <a:pt x="436733" y="45773"/>
                </a:lnTo>
                <a:lnTo>
                  <a:pt x="434473" y="45874"/>
                </a:lnTo>
                <a:lnTo>
                  <a:pt x="434047" y="45672"/>
                </a:lnTo>
                <a:lnTo>
                  <a:pt x="433114" y="44737"/>
                </a:lnTo>
                <a:lnTo>
                  <a:pt x="433047" y="43537"/>
                </a:lnTo>
                <a:lnTo>
                  <a:pt x="432036" y="42729"/>
                </a:lnTo>
                <a:lnTo>
                  <a:pt x="431230" y="42566"/>
                </a:lnTo>
                <a:lnTo>
                  <a:pt x="430284" y="43143"/>
                </a:lnTo>
                <a:lnTo>
                  <a:pt x="428580" y="46564"/>
                </a:lnTo>
                <a:lnTo>
                  <a:pt x="427531" y="46903"/>
                </a:lnTo>
                <a:lnTo>
                  <a:pt x="425483" y="48241"/>
                </a:lnTo>
                <a:lnTo>
                  <a:pt x="423364" y="48924"/>
                </a:lnTo>
                <a:lnTo>
                  <a:pt x="422205" y="48540"/>
                </a:lnTo>
                <a:lnTo>
                  <a:pt x="421877" y="47757"/>
                </a:lnTo>
                <a:lnTo>
                  <a:pt x="422330" y="45277"/>
                </a:lnTo>
                <a:lnTo>
                  <a:pt x="422004" y="44811"/>
                </a:lnTo>
                <a:lnTo>
                  <a:pt x="421194" y="44837"/>
                </a:lnTo>
                <a:lnTo>
                  <a:pt x="418520" y="46853"/>
                </a:lnTo>
                <a:lnTo>
                  <a:pt x="416892" y="47407"/>
                </a:lnTo>
                <a:lnTo>
                  <a:pt x="414585" y="47756"/>
                </a:lnTo>
                <a:lnTo>
                  <a:pt x="413682" y="48581"/>
                </a:lnTo>
                <a:lnTo>
                  <a:pt x="412560" y="50352"/>
                </a:lnTo>
                <a:lnTo>
                  <a:pt x="411596" y="50937"/>
                </a:lnTo>
                <a:lnTo>
                  <a:pt x="410145" y="50874"/>
                </a:lnTo>
                <a:lnTo>
                  <a:pt x="405740" y="52494"/>
                </a:lnTo>
                <a:lnTo>
                  <a:pt x="404957" y="53249"/>
                </a:lnTo>
                <a:lnTo>
                  <a:pt x="404125" y="55143"/>
                </a:lnTo>
                <a:lnTo>
                  <a:pt x="403060" y="59047"/>
                </a:lnTo>
                <a:lnTo>
                  <a:pt x="402349" y="60050"/>
                </a:lnTo>
                <a:lnTo>
                  <a:pt x="400995" y="60795"/>
                </a:lnTo>
                <a:lnTo>
                  <a:pt x="400221" y="60697"/>
                </a:lnTo>
                <a:lnTo>
                  <a:pt x="399337" y="60116"/>
                </a:lnTo>
                <a:lnTo>
                  <a:pt x="398946" y="59263"/>
                </a:lnTo>
                <a:lnTo>
                  <a:pt x="398955" y="57470"/>
                </a:lnTo>
                <a:lnTo>
                  <a:pt x="398369" y="56622"/>
                </a:lnTo>
                <a:lnTo>
                  <a:pt x="397683" y="56269"/>
                </a:lnTo>
                <a:lnTo>
                  <a:pt x="396005" y="56071"/>
                </a:lnTo>
                <a:lnTo>
                  <a:pt x="393781" y="57279"/>
                </a:lnTo>
                <a:lnTo>
                  <a:pt x="392075" y="57829"/>
                </a:lnTo>
                <a:lnTo>
                  <a:pt x="389211" y="57764"/>
                </a:lnTo>
                <a:lnTo>
                  <a:pt x="388137" y="62266"/>
                </a:lnTo>
                <a:lnTo>
                  <a:pt x="384527" y="64235"/>
                </a:lnTo>
                <a:lnTo>
                  <a:pt x="382626" y="67107"/>
                </a:lnTo>
                <a:lnTo>
                  <a:pt x="382542" y="68373"/>
                </a:lnTo>
                <a:lnTo>
                  <a:pt x="382884" y="69079"/>
                </a:lnTo>
                <a:lnTo>
                  <a:pt x="383911" y="69718"/>
                </a:lnTo>
                <a:lnTo>
                  <a:pt x="384285" y="70358"/>
                </a:lnTo>
                <a:lnTo>
                  <a:pt x="384557" y="72132"/>
                </a:lnTo>
                <a:lnTo>
                  <a:pt x="383533" y="75174"/>
                </a:lnTo>
                <a:lnTo>
                  <a:pt x="383294" y="76711"/>
                </a:lnTo>
                <a:lnTo>
                  <a:pt x="382706" y="77572"/>
                </a:lnTo>
                <a:lnTo>
                  <a:pt x="380149" y="76478"/>
                </a:lnTo>
                <a:lnTo>
                  <a:pt x="376859" y="75668"/>
                </a:lnTo>
                <a:lnTo>
                  <a:pt x="375103" y="74045"/>
                </a:lnTo>
                <a:lnTo>
                  <a:pt x="373415" y="74141"/>
                </a:lnTo>
                <a:lnTo>
                  <a:pt x="372629" y="75052"/>
                </a:lnTo>
                <a:lnTo>
                  <a:pt x="372250" y="76536"/>
                </a:lnTo>
                <a:lnTo>
                  <a:pt x="370841" y="79398"/>
                </a:lnTo>
                <a:lnTo>
                  <a:pt x="369582" y="80968"/>
                </a:lnTo>
                <a:lnTo>
                  <a:pt x="368102" y="82021"/>
                </a:lnTo>
                <a:lnTo>
                  <a:pt x="366237" y="81440"/>
                </a:lnTo>
                <a:lnTo>
                  <a:pt x="365582" y="81615"/>
                </a:lnTo>
                <a:lnTo>
                  <a:pt x="364620" y="82788"/>
                </a:lnTo>
                <a:lnTo>
                  <a:pt x="364273" y="84917"/>
                </a:lnTo>
                <a:lnTo>
                  <a:pt x="363708" y="85985"/>
                </a:lnTo>
                <a:lnTo>
                  <a:pt x="361329" y="86671"/>
                </a:lnTo>
                <a:lnTo>
                  <a:pt x="358212" y="85088"/>
                </a:lnTo>
                <a:lnTo>
                  <a:pt x="356203" y="85095"/>
                </a:lnTo>
                <a:lnTo>
                  <a:pt x="355596" y="85722"/>
                </a:lnTo>
                <a:lnTo>
                  <a:pt x="354630" y="88526"/>
                </a:lnTo>
                <a:lnTo>
                  <a:pt x="354622" y="89315"/>
                </a:lnTo>
                <a:lnTo>
                  <a:pt x="355304" y="90279"/>
                </a:lnTo>
                <a:lnTo>
                  <a:pt x="355785" y="91757"/>
                </a:lnTo>
                <a:lnTo>
                  <a:pt x="356720" y="92705"/>
                </a:lnTo>
                <a:lnTo>
                  <a:pt x="357473" y="96501"/>
                </a:lnTo>
                <a:lnTo>
                  <a:pt x="358461" y="97933"/>
                </a:lnTo>
                <a:lnTo>
                  <a:pt x="360318" y="99001"/>
                </a:lnTo>
                <a:lnTo>
                  <a:pt x="361859" y="100360"/>
                </a:lnTo>
                <a:lnTo>
                  <a:pt x="364001" y="103240"/>
                </a:lnTo>
                <a:lnTo>
                  <a:pt x="366030" y="104408"/>
                </a:lnTo>
                <a:lnTo>
                  <a:pt x="366973" y="106052"/>
                </a:lnTo>
                <a:lnTo>
                  <a:pt x="367388" y="107715"/>
                </a:lnTo>
                <a:lnTo>
                  <a:pt x="367195" y="108854"/>
                </a:lnTo>
                <a:lnTo>
                  <a:pt x="365910" y="110636"/>
                </a:lnTo>
                <a:lnTo>
                  <a:pt x="365831" y="111185"/>
                </a:lnTo>
                <a:lnTo>
                  <a:pt x="365762" y="113118"/>
                </a:lnTo>
                <a:lnTo>
                  <a:pt x="366674" y="115427"/>
                </a:lnTo>
                <a:lnTo>
                  <a:pt x="366543" y="117481"/>
                </a:lnTo>
                <a:lnTo>
                  <a:pt x="365082" y="118375"/>
                </a:lnTo>
                <a:lnTo>
                  <a:pt x="364388" y="118215"/>
                </a:lnTo>
                <a:lnTo>
                  <a:pt x="364116" y="117399"/>
                </a:lnTo>
                <a:lnTo>
                  <a:pt x="365115" y="116390"/>
                </a:lnTo>
                <a:lnTo>
                  <a:pt x="365125" y="115540"/>
                </a:lnTo>
                <a:lnTo>
                  <a:pt x="364554" y="115073"/>
                </a:lnTo>
                <a:lnTo>
                  <a:pt x="363540" y="115364"/>
                </a:lnTo>
                <a:lnTo>
                  <a:pt x="363234" y="116116"/>
                </a:lnTo>
                <a:lnTo>
                  <a:pt x="360535" y="118721"/>
                </a:lnTo>
                <a:lnTo>
                  <a:pt x="360036" y="120838"/>
                </a:lnTo>
                <a:lnTo>
                  <a:pt x="358595" y="122072"/>
                </a:lnTo>
                <a:lnTo>
                  <a:pt x="358437" y="123151"/>
                </a:lnTo>
                <a:lnTo>
                  <a:pt x="361030" y="126255"/>
                </a:lnTo>
                <a:lnTo>
                  <a:pt x="363441" y="127472"/>
                </a:lnTo>
                <a:lnTo>
                  <a:pt x="364840" y="129036"/>
                </a:lnTo>
                <a:lnTo>
                  <a:pt x="367354" y="129047"/>
                </a:lnTo>
                <a:lnTo>
                  <a:pt x="369601" y="130060"/>
                </a:lnTo>
                <a:lnTo>
                  <a:pt x="369829" y="130570"/>
                </a:lnTo>
                <a:lnTo>
                  <a:pt x="369270" y="132057"/>
                </a:lnTo>
                <a:lnTo>
                  <a:pt x="368742" y="132580"/>
                </a:lnTo>
                <a:lnTo>
                  <a:pt x="368250" y="132612"/>
                </a:lnTo>
                <a:lnTo>
                  <a:pt x="366965" y="132080"/>
                </a:lnTo>
                <a:lnTo>
                  <a:pt x="361997" y="131136"/>
                </a:lnTo>
                <a:lnTo>
                  <a:pt x="360430" y="130223"/>
                </a:lnTo>
                <a:lnTo>
                  <a:pt x="359237" y="130040"/>
                </a:lnTo>
                <a:lnTo>
                  <a:pt x="358092" y="130469"/>
                </a:lnTo>
                <a:lnTo>
                  <a:pt x="356310" y="132467"/>
                </a:lnTo>
                <a:lnTo>
                  <a:pt x="354261" y="133969"/>
                </a:lnTo>
                <a:lnTo>
                  <a:pt x="353154" y="133161"/>
                </a:lnTo>
                <a:lnTo>
                  <a:pt x="349414" y="131418"/>
                </a:lnTo>
                <a:lnTo>
                  <a:pt x="348359" y="130552"/>
                </a:lnTo>
                <a:lnTo>
                  <a:pt x="347040" y="130314"/>
                </a:lnTo>
                <a:lnTo>
                  <a:pt x="345731" y="129403"/>
                </a:lnTo>
                <a:lnTo>
                  <a:pt x="345094" y="129539"/>
                </a:lnTo>
                <a:lnTo>
                  <a:pt x="343865" y="130416"/>
                </a:lnTo>
                <a:lnTo>
                  <a:pt x="341179" y="129621"/>
                </a:lnTo>
                <a:lnTo>
                  <a:pt x="340126" y="130373"/>
                </a:lnTo>
                <a:lnTo>
                  <a:pt x="339380" y="132082"/>
                </a:lnTo>
                <a:lnTo>
                  <a:pt x="337971" y="133459"/>
                </a:lnTo>
                <a:lnTo>
                  <a:pt x="338028" y="136157"/>
                </a:lnTo>
                <a:lnTo>
                  <a:pt x="337781" y="137915"/>
                </a:lnTo>
                <a:lnTo>
                  <a:pt x="337343" y="138618"/>
                </a:lnTo>
                <a:lnTo>
                  <a:pt x="336837" y="138698"/>
                </a:lnTo>
                <a:lnTo>
                  <a:pt x="336108" y="138313"/>
                </a:lnTo>
                <a:lnTo>
                  <a:pt x="335598" y="136587"/>
                </a:lnTo>
                <a:lnTo>
                  <a:pt x="334988" y="135790"/>
                </a:lnTo>
                <a:lnTo>
                  <a:pt x="332555" y="135264"/>
                </a:lnTo>
                <a:lnTo>
                  <a:pt x="331780" y="135419"/>
                </a:lnTo>
                <a:lnTo>
                  <a:pt x="330943" y="136454"/>
                </a:lnTo>
                <a:lnTo>
                  <a:pt x="329222" y="136221"/>
                </a:lnTo>
                <a:lnTo>
                  <a:pt x="328123" y="135378"/>
                </a:lnTo>
                <a:lnTo>
                  <a:pt x="327293" y="135293"/>
                </a:lnTo>
                <a:lnTo>
                  <a:pt x="326520" y="135942"/>
                </a:lnTo>
                <a:lnTo>
                  <a:pt x="325256" y="137747"/>
                </a:lnTo>
                <a:lnTo>
                  <a:pt x="323911" y="137790"/>
                </a:lnTo>
                <a:lnTo>
                  <a:pt x="323440" y="138081"/>
                </a:lnTo>
                <a:lnTo>
                  <a:pt x="322990" y="138830"/>
                </a:lnTo>
                <a:lnTo>
                  <a:pt x="321943" y="142398"/>
                </a:lnTo>
                <a:lnTo>
                  <a:pt x="319489" y="146199"/>
                </a:lnTo>
                <a:lnTo>
                  <a:pt x="319612" y="147905"/>
                </a:lnTo>
                <a:lnTo>
                  <a:pt x="321341" y="150234"/>
                </a:lnTo>
                <a:lnTo>
                  <a:pt x="320907" y="153420"/>
                </a:lnTo>
                <a:lnTo>
                  <a:pt x="319740" y="153851"/>
                </a:lnTo>
                <a:lnTo>
                  <a:pt x="316277" y="154216"/>
                </a:lnTo>
                <a:lnTo>
                  <a:pt x="313551" y="156987"/>
                </a:lnTo>
                <a:lnTo>
                  <a:pt x="310829" y="157811"/>
                </a:lnTo>
                <a:lnTo>
                  <a:pt x="310468" y="158175"/>
                </a:lnTo>
                <a:lnTo>
                  <a:pt x="309588" y="160759"/>
                </a:lnTo>
                <a:lnTo>
                  <a:pt x="307929" y="163069"/>
                </a:lnTo>
                <a:lnTo>
                  <a:pt x="306494" y="162787"/>
                </a:lnTo>
                <a:lnTo>
                  <a:pt x="305692" y="161821"/>
                </a:lnTo>
                <a:lnTo>
                  <a:pt x="304627" y="161967"/>
                </a:lnTo>
                <a:lnTo>
                  <a:pt x="302864" y="163538"/>
                </a:lnTo>
                <a:lnTo>
                  <a:pt x="302558" y="164594"/>
                </a:lnTo>
                <a:lnTo>
                  <a:pt x="302940" y="166150"/>
                </a:lnTo>
                <a:lnTo>
                  <a:pt x="301753" y="167891"/>
                </a:lnTo>
                <a:lnTo>
                  <a:pt x="300993" y="168551"/>
                </a:lnTo>
                <a:lnTo>
                  <a:pt x="299778" y="168952"/>
                </a:lnTo>
                <a:lnTo>
                  <a:pt x="296738" y="168583"/>
                </a:lnTo>
                <a:lnTo>
                  <a:pt x="296061" y="168871"/>
                </a:lnTo>
                <a:lnTo>
                  <a:pt x="294398" y="173612"/>
                </a:lnTo>
                <a:lnTo>
                  <a:pt x="296175" y="177905"/>
                </a:lnTo>
                <a:lnTo>
                  <a:pt x="296223" y="178889"/>
                </a:lnTo>
                <a:lnTo>
                  <a:pt x="295140" y="179896"/>
                </a:lnTo>
                <a:lnTo>
                  <a:pt x="292367" y="181152"/>
                </a:lnTo>
                <a:lnTo>
                  <a:pt x="290813" y="182837"/>
                </a:lnTo>
                <a:lnTo>
                  <a:pt x="293003" y="185083"/>
                </a:lnTo>
                <a:lnTo>
                  <a:pt x="297239" y="185456"/>
                </a:lnTo>
                <a:lnTo>
                  <a:pt x="297564" y="185886"/>
                </a:lnTo>
                <a:lnTo>
                  <a:pt x="297555" y="186927"/>
                </a:lnTo>
                <a:lnTo>
                  <a:pt x="297093" y="188166"/>
                </a:lnTo>
                <a:lnTo>
                  <a:pt x="292560" y="192305"/>
                </a:lnTo>
                <a:lnTo>
                  <a:pt x="289449" y="193540"/>
                </a:lnTo>
                <a:lnTo>
                  <a:pt x="287339" y="195625"/>
                </a:lnTo>
                <a:lnTo>
                  <a:pt x="285775" y="195242"/>
                </a:lnTo>
                <a:lnTo>
                  <a:pt x="284813" y="193930"/>
                </a:lnTo>
                <a:lnTo>
                  <a:pt x="283526" y="192835"/>
                </a:lnTo>
                <a:lnTo>
                  <a:pt x="281880" y="189821"/>
                </a:lnTo>
                <a:lnTo>
                  <a:pt x="281946" y="189006"/>
                </a:lnTo>
                <a:lnTo>
                  <a:pt x="283290" y="186639"/>
                </a:lnTo>
                <a:lnTo>
                  <a:pt x="282810" y="184263"/>
                </a:lnTo>
                <a:lnTo>
                  <a:pt x="283016" y="181585"/>
                </a:lnTo>
                <a:lnTo>
                  <a:pt x="282484" y="179617"/>
                </a:lnTo>
                <a:lnTo>
                  <a:pt x="281988" y="178828"/>
                </a:lnTo>
                <a:lnTo>
                  <a:pt x="280446" y="177441"/>
                </a:lnTo>
                <a:lnTo>
                  <a:pt x="278557" y="176799"/>
                </a:lnTo>
                <a:lnTo>
                  <a:pt x="278261" y="175888"/>
                </a:lnTo>
                <a:lnTo>
                  <a:pt x="278592" y="174641"/>
                </a:lnTo>
                <a:lnTo>
                  <a:pt x="276259" y="174181"/>
                </a:lnTo>
                <a:lnTo>
                  <a:pt x="272711" y="175635"/>
                </a:lnTo>
                <a:lnTo>
                  <a:pt x="271568" y="172187"/>
                </a:lnTo>
                <a:lnTo>
                  <a:pt x="270188" y="170550"/>
                </a:lnTo>
                <a:lnTo>
                  <a:pt x="268894" y="169966"/>
                </a:lnTo>
                <a:lnTo>
                  <a:pt x="267423" y="170378"/>
                </a:lnTo>
                <a:lnTo>
                  <a:pt x="266386" y="171247"/>
                </a:lnTo>
                <a:lnTo>
                  <a:pt x="264854" y="170986"/>
                </a:lnTo>
                <a:lnTo>
                  <a:pt x="264026" y="171135"/>
                </a:lnTo>
                <a:lnTo>
                  <a:pt x="263903" y="172029"/>
                </a:lnTo>
                <a:lnTo>
                  <a:pt x="264429" y="173533"/>
                </a:lnTo>
                <a:lnTo>
                  <a:pt x="263228" y="174188"/>
                </a:lnTo>
                <a:lnTo>
                  <a:pt x="260019" y="174504"/>
                </a:lnTo>
                <a:lnTo>
                  <a:pt x="257595" y="173669"/>
                </a:lnTo>
                <a:lnTo>
                  <a:pt x="256676" y="173122"/>
                </a:lnTo>
                <a:lnTo>
                  <a:pt x="255385" y="170563"/>
                </a:lnTo>
                <a:lnTo>
                  <a:pt x="255211" y="169286"/>
                </a:lnTo>
                <a:lnTo>
                  <a:pt x="255750" y="168148"/>
                </a:lnTo>
                <a:lnTo>
                  <a:pt x="255503" y="167215"/>
                </a:lnTo>
                <a:lnTo>
                  <a:pt x="253806" y="164991"/>
                </a:lnTo>
                <a:lnTo>
                  <a:pt x="253459" y="162796"/>
                </a:lnTo>
                <a:lnTo>
                  <a:pt x="252545" y="162724"/>
                </a:lnTo>
                <a:lnTo>
                  <a:pt x="250384" y="163851"/>
                </a:lnTo>
                <a:lnTo>
                  <a:pt x="248667" y="165786"/>
                </a:lnTo>
                <a:lnTo>
                  <a:pt x="247609" y="166020"/>
                </a:lnTo>
                <a:lnTo>
                  <a:pt x="245842" y="165736"/>
                </a:lnTo>
                <a:lnTo>
                  <a:pt x="244692" y="165914"/>
                </a:lnTo>
                <a:lnTo>
                  <a:pt x="241701" y="168151"/>
                </a:lnTo>
                <a:lnTo>
                  <a:pt x="239234" y="168837"/>
                </a:lnTo>
                <a:lnTo>
                  <a:pt x="237175" y="170533"/>
                </a:lnTo>
                <a:lnTo>
                  <a:pt x="236705" y="170710"/>
                </a:lnTo>
                <a:lnTo>
                  <a:pt x="235554" y="170547"/>
                </a:lnTo>
                <a:lnTo>
                  <a:pt x="232451" y="173461"/>
                </a:lnTo>
                <a:lnTo>
                  <a:pt x="228258" y="173711"/>
                </a:lnTo>
                <a:lnTo>
                  <a:pt x="227170" y="174360"/>
                </a:lnTo>
                <a:lnTo>
                  <a:pt x="226595" y="175356"/>
                </a:lnTo>
                <a:lnTo>
                  <a:pt x="227061" y="176481"/>
                </a:lnTo>
                <a:lnTo>
                  <a:pt x="227241" y="178037"/>
                </a:lnTo>
                <a:lnTo>
                  <a:pt x="226731" y="179987"/>
                </a:lnTo>
                <a:lnTo>
                  <a:pt x="226984" y="183378"/>
                </a:lnTo>
                <a:lnTo>
                  <a:pt x="225814" y="185570"/>
                </a:lnTo>
                <a:lnTo>
                  <a:pt x="224614" y="186562"/>
                </a:lnTo>
                <a:lnTo>
                  <a:pt x="223397" y="186727"/>
                </a:lnTo>
                <a:lnTo>
                  <a:pt x="220685" y="185083"/>
                </a:lnTo>
                <a:lnTo>
                  <a:pt x="219281" y="183108"/>
                </a:lnTo>
                <a:lnTo>
                  <a:pt x="219178" y="181911"/>
                </a:lnTo>
                <a:lnTo>
                  <a:pt x="218916" y="181561"/>
                </a:lnTo>
                <a:lnTo>
                  <a:pt x="218370" y="181394"/>
                </a:lnTo>
                <a:lnTo>
                  <a:pt x="216825" y="181780"/>
                </a:lnTo>
                <a:lnTo>
                  <a:pt x="215482" y="180000"/>
                </a:lnTo>
                <a:lnTo>
                  <a:pt x="214299" y="179936"/>
                </a:lnTo>
                <a:lnTo>
                  <a:pt x="213154" y="179024"/>
                </a:lnTo>
                <a:lnTo>
                  <a:pt x="212158" y="179030"/>
                </a:lnTo>
                <a:lnTo>
                  <a:pt x="211126" y="179682"/>
                </a:lnTo>
                <a:lnTo>
                  <a:pt x="208991" y="183249"/>
                </a:lnTo>
                <a:lnTo>
                  <a:pt x="206160" y="184956"/>
                </a:lnTo>
                <a:lnTo>
                  <a:pt x="203019" y="185779"/>
                </a:lnTo>
                <a:lnTo>
                  <a:pt x="198910" y="186411"/>
                </a:lnTo>
                <a:lnTo>
                  <a:pt x="195800" y="186207"/>
                </a:lnTo>
                <a:lnTo>
                  <a:pt x="194635" y="185825"/>
                </a:lnTo>
                <a:lnTo>
                  <a:pt x="193433" y="185921"/>
                </a:lnTo>
                <a:lnTo>
                  <a:pt x="192381" y="187113"/>
                </a:lnTo>
                <a:lnTo>
                  <a:pt x="192120" y="188616"/>
                </a:lnTo>
                <a:lnTo>
                  <a:pt x="191425" y="189339"/>
                </a:lnTo>
                <a:lnTo>
                  <a:pt x="190752" y="189149"/>
                </a:lnTo>
                <a:lnTo>
                  <a:pt x="189517" y="189370"/>
                </a:lnTo>
                <a:lnTo>
                  <a:pt x="186524" y="190479"/>
                </a:lnTo>
                <a:lnTo>
                  <a:pt x="183745" y="190202"/>
                </a:lnTo>
                <a:lnTo>
                  <a:pt x="181782" y="191440"/>
                </a:lnTo>
                <a:lnTo>
                  <a:pt x="178712" y="192642"/>
                </a:lnTo>
                <a:lnTo>
                  <a:pt x="176153" y="195232"/>
                </a:lnTo>
                <a:lnTo>
                  <a:pt x="173499" y="196750"/>
                </a:lnTo>
                <a:lnTo>
                  <a:pt x="170832" y="200807"/>
                </a:lnTo>
                <a:lnTo>
                  <a:pt x="170168" y="203260"/>
                </a:lnTo>
                <a:lnTo>
                  <a:pt x="169409" y="204790"/>
                </a:lnTo>
                <a:lnTo>
                  <a:pt x="168900" y="204880"/>
                </a:lnTo>
                <a:lnTo>
                  <a:pt x="168162" y="204308"/>
                </a:lnTo>
                <a:lnTo>
                  <a:pt x="165107" y="205268"/>
                </a:lnTo>
                <a:lnTo>
                  <a:pt x="162815" y="204763"/>
                </a:lnTo>
                <a:lnTo>
                  <a:pt x="158330" y="205315"/>
                </a:lnTo>
                <a:lnTo>
                  <a:pt x="157374" y="206245"/>
                </a:lnTo>
                <a:lnTo>
                  <a:pt x="155827" y="210189"/>
                </a:lnTo>
                <a:lnTo>
                  <a:pt x="154642" y="210964"/>
                </a:lnTo>
                <a:lnTo>
                  <a:pt x="153022" y="211522"/>
                </a:lnTo>
                <a:lnTo>
                  <a:pt x="152043" y="212507"/>
                </a:lnTo>
                <a:lnTo>
                  <a:pt x="152008" y="213095"/>
                </a:lnTo>
                <a:lnTo>
                  <a:pt x="152677" y="214281"/>
                </a:lnTo>
                <a:lnTo>
                  <a:pt x="155282" y="216477"/>
                </a:lnTo>
                <a:lnTo>
                  <a:pt x="155230" y="217452"/>
                </a:lnTo>
                <a:lnTo>
                  <a:pt x="154650" y="218380"/>
                </a:lnTo>
                <a:lnTo>
                  <a:pt x="153896" y="219053"/>
                </a:lnTo>
                <a:lnTo>
                  <a:pt x="150235" y="220892"/>
                </a:lnTo>
                <a:lnTo>
                  <a:pt x="146577" y="221909"/>
                </a:lnTo>
                <a:lnTo>
                  <a:pt x="145053" y="222759"/>
                </a:lnTo>
                <a:lnTo>
                  <a:pt x="144254" y="223651"/>
                </a:lnTo>
                <a:lnTo>
                  <a:pt x="142883" y="226614"/>
                </a:lnTo>
                <a:lnTo>
                  <a:pt x="140670" y="228431"/>
                </a:lnTo>
                <a:lnTo>
                  <a:pt x="139572" y="228962"/>
                </a:lnTo>
                <a:lnTo>
                  <a:pt x="138705" y="230038"/>
                </a:lnTo>
                <a:lnTo>
                  <a:pt x="137010" y="230316"/>
                </a:lnTo>
                <a:lnTo>
                  <a:pt x="135008" y="229339"/>
                </a:lnTo>
                <a:lnTo>
                  <a:pt x="134124" y="229655"/>
                </a:lnTo>
                <a:lnTo>
                  <a:pt x="133679" y="230373"/>
                </a:lnTo>
                <a:lnTo>
                  <a:pt x="133975" y="233095"/>
                </a:lnTo>
                <a:lnTo>
                  <a:pt x="133645" y="234471"/>
                </a:lnTo>
                <a:lnTo>
                  <a:pt x="131323" y="236362"/>
                </a:lnTo>
                <a:lnTo>
                  <a:pt x="130283" y="238190"/>
                </a:lnTo>
                <a:lnTo>
                  <a:pt x="127813" y="239445"/>
                </a:lnTo>
                <a:lnTo>
                  <a:pt x="126759" y="240786"/>
                </a:lnTo>
                <a:lnTo>
                  <a:pt x="126701" y="241647"/>
                </a:lnTo>
                <a:lnTo>
                  <a:pt x="127507" y="242273"/>
                </a:lnTo>
                <a:lnTo>
                  <a:pt x="128739" y="244014"/>
                </a:lnTo>
                <a:lnTo>
                  <a:pt x="129400" y="245156"/>
                </a:lnTo>
                <a:lnTo>
                  <a:pt x="129560" y="246125"/>
                </a:lnTo>
                <a:lnTo>
                  <a:pt x="129129" y="247030"/>
                </a:lnTo>
                <a:lnTo>
                  <a:pt x="124337" y="253023"/>
                </a:lnTo>
                <a:lnTo>
                  <a:pt x="123794" y="256363"/>
                </a:lnTo>
                <a:lnTo>
                  <a:pt x="123169" y="256859"/>
                </a:lnTo>
                <a:lnTo>
                  <a:pt x="121288" y="257247"/>
                </a:lnTo>
                <a:lnTo>
                  <a:pt x="117810" y="256722"/>
                </a:lnTo>
                <a:lnTo>
                  <a:pt x="116042" y="257741"/>
                </a:lnTo>
                <a:lnTo>
                  <a:pt x="105043" y="291430"/>
                </a:lnTo>
                <a:lnTo>
                  <a:pt x="98655" y="290650"/>
                </a:lnTo>
                <a:lnTo>
                  <a:pt x="95017" y="295936"/>
                </a:lnTo>
                <a:lnTo>
                  <a:pt x="89142" y="295056"/>
                </a:lnTo>
                <a:lnTo>
                  <a:pt x="92434" y="302672"/>
                </a:lnTo>
                <a:lnTo>
                  <a:pt x="100387" y="305529"/>
                </a:lnTo>
                <a:lnTo>
                  <a:pt x="91621" y="332153"/>
                </a:lnTo>
                <a:lnTo>
                  <a:pt x="90709" y="331798"/>
                </a:lnTo>
                <a:lnTo>
                  <a:pt x="84852" y="339498"/>
                </a:lnTo>
                <a:lnTo>
                  <a:pt x="88357" y="342054"/>
                </a:lnTo>
                <a:lnTo>
                  <a:pt x="81467" y="362948"/>
                </a:lnTo>
                <a:lnTo>
                  <a:pt x="93898" y="367049"/>
                </a:lnTo>
                <a:lnTo>
                  <a:pt x="53113" y="448943"/>
                </a:lnTo>
                <a:lnTo>
                  <a:pt x="0" y="558624"/>
                </a:lnTo>
                <a:lnTo>
                  <a:pt x="932" y="559158"/>
                </a:lnTo>
                <a:lnTo>
                  <a:pt x="1140" y="559761"/>
                </a:lnTo>
                <a:lnTo>
                  <a:pt x="344" y="567631"/>
                </a:lnTo>
                <a:lnTo>
                  <a:pt x="1286" y="569528"/>
                </a:lnTo>
                <a:lnTo>
                  <a:pt x="3481" y="570942"/>
                </a:lnTo>
                <a:lnTo>
                  <a:pt x="4854" y="572175"/>
                </a:lnTo>
                <a:lnTo>
                  <a:pt x="6816" y="577305"/>
                </a:lnTo>
                <a:lnTo>
                  <a:pt x="9173" y="581167"/>
                </a:lnTo>
                <a:lnTo>
                  <a:pt x="10542" y="584096"/>
                </a:lnTo>
                <a:lnTo>
                  <a:pt x="12884" y="586339"/>
                </a:lnTo>
                <a:lnTo>
                  <a:pt x="14626" y="587242"/>
                </a:lnTo>
                <a:lnTo>
                  <a:pt x="15250" y="588934"/>
                </a:lnTo>
                <a:lnTo>
                  <a:pt x="16628" y="589012"/>
                </a:lnTo>
                <a:lnTo>
                  <a:pt x="17685" y="588252"/>
                </a:lnTo>
                <a:lnTo>
                  <a:pt x="18602" y="588181"/>
                </a:lnTo>
                <a:lnTo>
                  <a:pt x="23287" y="588623"/>
                </a:lnTo>
                <a:lnTo>
                  <a:pt x="25029" y="589217"/>
                </a:lnTo>
                <a:lnTo>
                  <a:pt x="25966" y="590745"/>
                </a:lnTo>
                <a:lnTo>
                  <a:pt x="25688" y="592487"/>
                </a:lnTo>
                <a:lnTo>
                  <a:pt x="25830" y="593107"/>
                </a:lnTo>
                <a:lnTo>
                  <a:pt x="27109" y="594069"/>
                </a:lnTo>
                <a:lnTo>
                  <a:pt x="29381" y="594797"/>
                </a:lnTo>
                <a:lnTo>
                  <a:pt x="31962" y="594248"/>
                </a:lnTo>
                <a:lnTo>
                  <a:pt x="33195" y="594747"/>
                </a:lnTo>
                <a:lnTo>
                  <a:pt x="33806" y="595572"/>
                </a:lnTo>
                <a:lnTo>
                  <a:pt x="34523" y="598123"/>
                </a:lnTo>
                <a:lnTo>
                  <a:pt x="36025" y="601014"/>
                </a:lnTo>
                <a:lnTo>
                  <a:pt x="39321" y="604545"/>
                </a:lnTo>
                <a:lnTo>
                  <a:pt x="41271" y="606199"/>
                </a:lnTo>
                <a:lnTo>
                  <a:pt x="43262" y="607439"/>
                </a:lnTo>
                <a:lnTo>
                  <a:pt x="49462" y="607478"/>
                </a:lnTo>
                <a:lnTo>
                  <a:pt x="50169" y="606642"/>
                </a:lnTo>
                <a:lnTo>
                  <a:pt x="50228" y="605630"/>
                </a:lnTo>
                <a:lnTo>
                  <a:pt x="50711" y="605113"/>
                </a:lnTo>
                <a:lnTo>
                  <a:pt x="51804" y="605191"/>
                </a:lnTo>
                <a:lnTo>
                  <a:pt x="52759" y="605714"/>
                </a:lnTo>
                <a:lnTo>
                  <a:pt x="53219" y="607083"/>
                </a:lnTo>
                <a:lnTo>
                  <a:pt x="52346" y="613387"/>
                </a:lnTo>
                <a:lnTo>
                  <a:pt x="53439" y="616997"/>
                </a:lnTo>
                <a:lnTo>
                  <a:pt x="53722" y="618961"/>
                </a:lnTo>
                <a:lnTo>
                  <a:pt x="54240" y="619749"/>
                </a:lnTo>
                <a:lnTo>
                  <a:pt x="57747" y="621123"/>
                </a:lnTo>
                <a:lnTo>
                  <a:pt x="59072" y="621327"/>
                </a:lnTo>
                <a:lnTo>
                  <a:pt x="60530" y="622282"/>
                </a:lnTo>
                <a:lnTo>
                  <a:pt x="62403" y="622958"/>
                </a:lnTo>
                <a:lnTo>
                  <a:pt x="66804" y="622481"/>
                </a:lnTo>
                <a:lnTo>
                  <a:pt x="67884" y="623120"/>
                </a:lnTo>
                <a:lnTo>
                  <a:pt x="70701" y="623321"/>
                </a:lnTo>
                <a:lnTo>
                  <a:pt x="73205" y="623881"/>
                </a:lnTo>
                <a:lnTo>
                  <a:pt x="74050" y="624327"/>
                </a:lnTo>
                <a:lnTo>
                  <a:pt x="75645" y="626774"/>
                </a:lnTo>
                <a:lnTo>
                  <a:pt x="76356" y="628920"/>
                </a:lnTo>
                <a:lnTo>
                  <a:pt x="76220" y="629556"/>
                </a:lnTo>
                <a:lnTo>
                  <a:pt x="75026" y="630493"/>
                </a:lnTo>
                <a:lnTo>
                  <a:pt x="74765" y="630993"/>
                </a:lnTo>
                <a:lnTo>
                  <a:pt x="74353" y="633261"/>
                </a:lnTo>
                <a:lnTo>
                  <a:pt x="74621" y="634351"/>
                </a:lnTo>
                <a:lnTo>
                  <a:pt x="75540" y="636037"/>
                </a:lnTo>
                <a:lnTo>
                  <a:pt x="77305" y="637476"/>
                </a:lnTo>
                <a:lnTo>
                  <a:pt x="77896" y="640197"/>
                </a:lnTo>
                <a:lnTo>
                  <a:pt x="79259" y="640797"/>
                </a:lnTo>
                <a:lnTo>
                  <a:pt x="80382" y="642149"/>
                </a:lnTo>
                <a:lnTo>
                  <a:pt x="81308" y="642706"/>
                </a:lnTo>
                <a:lnTo>
                  <a:pt x="80929" y="646493"/>
                </a:lnTo>
                <a:lnTo>
                  <a:pt x="81128" y="647013"/>
                </a:lnTo>
                <a:lnTo>
                  <a:pt x="82224" y="648101"/>
                </a:lnTo>
                <a:lnTo>
                  <a:pt x="86026" y="649510"/>
                </a:lnTo>
                <a:lnTo>
                  <a:pt x="86665" y="650235"/>
                </a:lnTo>
                <a:lnTo>
                  <a:pt x="88162" y="654893"/>
                </a:lnTo>
                <a:lnTo>
                  <a:pt x="88350" y="657634"/>
                </a:lnTo>
                <a:lnTo>
                  <a:pt x="90577" y="659732"/>
                </a:lnTo>
                <a:lnTo>
                  <a:pt x="90637" y="662063"/>
                </a:lnTo>
                <a:lnTo>
                  <a:pt x="91341" y="664023"/>
                </a:lnTo>
                <a:lnTo>
                  <a:pt x="91876" y="664475"/>
                </a:lnTo>
                <a:lnTo>
                  <a:pt x="93064" y="664598"/>
                </a:lnTo>
                <a:lnTo>
                  <a:pt x="94707" y="662914"/>
                </a:lnTo>
                <a:lnTo>
                  <a:pt x="95510" y="662907"/>
                </a:lnTo>
                <a:lnTo>
                  <a:pt x="96346" y="664093"/>
                </a:lnTo>
                <a:lnTo>
                  <a:pt x="96964" y="666130"/>
                </a:lnTo>
                <a:lnTo>
                  <a:pt x="98378" y="666905"/>
                </a:lnTo>
                <a:lnTo>
                  <a:pt x="98941" y="667616"/>
                </a:lnTo>
                <a:lnTo>
                  <a:pt x="99864" y="667547"/>
                </a:lnTo>
                <a:lnTo>
                  <a:pt x="100289" y="667781"/>
                </a:lnTo>
                <a:lnTo>
                  <a:pt x="100539" y="668751"/>
                </a:lnTo>
                <a:lnTo>
                  <a:pt x="100455" y="670173"/>
                </a:lnTo>
                <a:lnTo>
                  <a:pt x="99025" y="671696"/>
                </a:lnTo>
                <a:lnTo>
                  <a:pt x="98978" y="672675"/>
                </a:lnTo>
                <a:lnTo>
                  <a:pt x="101714" y="675688"/>
                </a:lnTo>
                <a:lnTo>
                  <a:pt x="103842" y="676809"/>
                </a:lnTo>
                <a:lnTo>
                  <a:pt x="104519" y="678882"/>
                </a:lnTo>
                <a:lnTo>
                  <a:pt x="105505" y="679997"/>
                </a:lnTo>
                <a:lnTo>
                  <a:pt x="108218" y="680688"/>
                </a:lnTo>
                <a:lnTo>
                  <a:pt x="109077" y="680439"/>
                </a:lnTo>
                <a:lnTo>
                  <a:pt x="110650" y="679231"/>
                </a:lnTo>
                <a:lnTo>
                  <a:pt x="111628" y="678818"/>
                </a:lnTo>
                <a:lnTo>
                  <a:pt x="112657" y="678866"/>
                </a:lnTo>
                <a:lnTo>
                  <a:pt x="113471" y="679336"/>
                </a:lnTo>
                <a:lnTo>
                  <a:pt x="115523" y="685079"/>
                </a:lnTo>
                <a:lnTo>
                  <a:pt x="115432" y="686347"/>
                </a:lnTo>
                <a:lnTo>
                  <a:pt x="114705" y="688946"/>
                </a:lnTo>
                <a:lnTo>
                  <a:pt x="113545" y="690533"/>
                </a:lnTo>
                <a:lnTo>
                  <a:pt x="113980" y="693842"/>
                </a:lnTo>
                <a:lnTo>
                  <a:pt x="114706" y="694082"/>
                </a:lnTo>
                <a:lnTo>
                  <a:pt x="116116" y="692886"/>
                </a:lnTo>
                <a:lnTo>
                  <a:pt x="118243" y="692859"/>
                </a:lnTo>
                <a:lnTo>
                  <a:pt x="119498" y="693352"/>
                </a:lnTo>
                <a:lnTo>
                  <a:pt x="121013" y="694794"/>
                </a:lnTo>
                <a:lnTo>
                  <a:pt x="123525" y="695999"/>
                </a:lnTo>
                <a:lnTo>
                  <a:pt x="124486" y="699466"/>
                </a:lnTo>
                <a:lnTo>
                  <a:pt x="125960" y="701823"/>
                </a:lnTo>
                <a:lnTo>
                  <a:pt x="126333" y="702895"/>
                </a:lnTo>
                <a:lnTo>
                  <a:pt x="128313" y="705011"/>
                </a:lnTo>
                <a:lnTo>
                  <a:pt x="130670" y="705793"/>
                </a:lnTo>
                <a:lnTo>
                  <a:pt x="131768" y="707455"/>
                </a:lnTo>
                <a:lnTo>
                  <a:pt x="133575" y="709326"/>
                </a:lnTo>
                <a:lnTo>
                  <a:pt x="134134" y="710648"/>
                </a:lnTo>
                <a:lnTo>
                  <a:pt x="132790" y="711334"/>
                </a:lnTo>
                <a:lnTo>
                  <a:pt x="132716" y="712492"/>
                </a:lnTo>
                <a:lnTo>
                  <a:pt x="133923" y="713540"/>
                </a:lnTo>
                <a:lnTo>
                  <a:pt x="135072" y="715256"/>
                </a:lnTo>
                <a:lnTo>
                  <a:pt x="137791" y="717252"/>
                </a:lnTo>
                <a:lnTo>
                  <a:pt x="138735" y="720005"/>
                </a:lnTo>
                <a:lnTo>
                  <a:pt x="140932" y="721095"/>
                </a:lnTo>
                <a:lnTo>
                  <a:pt x="142086" y="721310"/>
                </a:lnTo>
                <a:lnTo>
                  <a:pt x="144602" y="721061"/>
                </a:lnTo>
                <a:lnTo>
                  <a:pt x="145622" y="720276"/>
                </a:lnTo>
                <a:lnTo>
                  <a:pt x="146280" y="720369"/>
                </a:lnTo>
                <a:lnTo>
                  <a:pt x="146960" y="721261"/>
                </a:lnTo>
                <a:lnTo>
                  <a:pt x="147592" y="722983"/>
                </a:lnTo>
                <a:lnTo>
                  <a:pt x="149453" y="724028"/>
                </a:lnTo>
                <a:lnTo>
                  <a:pt x="150589" y="725361"/>
                </a:lnTo>
                <a:lnTo>
                  <a:pt x="152035" y="727818"/>
                </a:lnTo>
                <a:lnTo>
                  <a:pt x="153399" y="728850"/>
                </a:lnTo>
                <a:lnTo>
                  <a:pt x="154165" y="731704"/>
                </a:lnTo>
                <a:lnTo>
                  <a:pt x="157693" y="735085"/>
                </a:lnTo>
                <a:lnTo>
                  <a:pt x="158682" y="735200"/>
                </a:lnTo>
                <a:lnTo>
                  <a:pt x="160728" y="734329"/>
                </a:lnTo>
                <a:lnTo>
                  <a:pt x="161112" y="733801"/>
                </a:lnTo>
                <a:lnTo>
                  <a:pt x="161514" y="732169"/>
                </a:lnTo>
                <a:lnTo>
                  <a:pt x="162394" y="731538"/>
                </a:lnTo>
                <a:lnTo>
                  <a:pt x="163443" y="731670"/>
                </a:lnTo>
                <a:lnTo>
                  <a:pt x="165141" y="732837"/>
                </a:lnTo>
                <a:lnTo>
                  <a:pt x="166274" y="732718"/>
                </a:lnTo>
                <a:lnTo>
                  <a:pt x="167335" y="731670"/>
                </a:lnTo>
                <a:lnTo>
                  <a:pt x="169172" y="731891"/>
                </a:lnTo>
                <a:lnTo>
                  <a:pt x="173190" y="734596"/>
                </a:lnTo>
                <a:lnTo>
                  <a:pt x="174252" y="734423"/>
                </a:lnTo>
                <a:lnTo>
                  <a:pt x="176271" y="735508"/>
                </a:lnTo>
                <a:lnTo>
                  <a:pt x="176586" y="735950"/>
                </a:lnTo>
                <a:lnTo>
                  <a:pt x="176485" y="736812"/>
                </a:lnTo>
                <a:lnTo>
                  <a:pt x="176798" y="737282"/>
                </a:lnTo>
                <a:lnTo>
                  <a:pt x="182066" y="741541"/>
                </a:lnTo>
                <a:lnTo>
                  <a:pt x="184257" y="744465"/>
                </a:lnTo>
                <a:lnTo>
                  <a:pt x="184423" y="746072"/>
                </a:lnTo>
                <a:lnTo>
                  <a:pt x="185471" y="746543"/>
                </a:lnTo>
                <a:lnTo>
                  <a:pt x="187040" y="745964"/>
                </a:lnTo>
                <a:lnTo>
                  <a:pt x="187654" y="745451"/>
                </a:lnTo>
                <a:lnTo>
                  <a:pt x="190290" y="744683"/>
                </a:lnTo>
                <a:lnTo>
                  <a:pt x="192482" y="743195"/>
                </a:lnTo>
                <a:lnTo>
                  <a:pt x="193929" y="742615"/>
                </a:lnTo>
                <a:lnTo>
                  <a:pt x="195368" y="742484"/>
                </a:lnTo>
                <a:lnTo>
                  <a:pt x="198984" y="743202"/>
                </a:lnTo>
                <a:lnTo>
                  <a:pt x="199984" y="743158"/>
                </a:lnTo>
                <a:lnTo>
                  <a:pt x="201889" y="741888"/>
                </a:lnTo>
                <a:lnTo>
                  <a:pt x="204634" y="738413"/>
                </a:lnTo>
                <a:lnTo>
                  <a:pt x="205718" y="738285"/>
                </a:lnTo>
                <a:lnTo>
                  <a:pt x="206763" y="739064"/>
                </a:lnTo>
                <a:lnTo>
                  <a:pt x="207706" y="741517"/>
                </a:lnTo>
                <a:lnTo>
                  <a:pt x="208989" y="743758"/>
                </a:lnTo>
                <a:lnTo>
                  <a:pt x="210264" y="744809"/>
                </a:lnTo>
                <a:lnTo>
                  <a:pt x="209938" y="746348"/>
                </a:lnTo>
                <a:lnTo>
                  <a:pt x="207651" y="749634"/>
                </a:lnTo>
                <a:lnTo>
                  <a:pt x="207757" y="750249"/>
                </a:lnTo>
                <a:lnTo>
                  <a:pt x="208353" y="750826"/>
                </a:lnTo>
                <a:lnTo>
                  <a:pt x="209241" y="751238"/>
                </a:lnTo>
                <a:lnTo>
                  <a:pt x="210990" y="751494"/>
                </a:lnTo>
                <a:lnTo>
                  <a:pt x="212956" y="751213"/>
                </a:lnTo>
                <a:lnTo>
                  <a:pt x="215010" y="750231"/>
                </a:lnTo>
                <a:lnTo>
                  <a:pt x="217930" y="748071"/>
                </a:lnTo>
                <a:lnTo>
                  <a:pt x="218577" y="747931"/>
                </a:lnTo>
                <a:lnTo>
                  <a:pt x="220180" y="749287"/>
                </a:lnTo>
                <a:lnTo>
                  <a:pt x="220192" y="749962"/>
                </a:lnTo>
                <a:lnTo>
                  <a:pt x="219284" y="751704"/>
                </a:lnTo>
                <a:lnTo>
                  <a:pt x="219207" y="752915"/>
                </a:lnTo>
                <a:lnTo>
                  <a:pt x="221405" y="754832"/>
                </a:lnTo>
                <a:lnTo>
                  <a:pt x="222611" y="755523"/>
                </a:lnTo>
                <a:lnTo>
                  <a:pt x="225244" y="756097"/>
                </a:lnTo>
                <a:lnTo>
                  <a:pt x="230702" y="756172"/>
                </a:lnTo>
                <a:lnTo>
                  <a:pt x="231856" y="757147"/>
                </a:lnTo>
                <a:lnTo>
                  <a:pt x="233066" y="757358"/>
                </a:lnTo>
                <a:lnTo>
                  <a:pt x="234275" y="756898"/>
                </a:lnTo>
                <a:lnTo>
                  <a:pt x="235181" y="756074"/>
                </a:lnTo>
                <a:lnTo>
                  <a:pt x="235526" y="754987"/>
                </a:lnTo>
                <a:lnTo>
                  <a:pt x="235611" y="751318"/>
                </a:lnTo>
                <a:lnTo>
                  <a:pt x="235918" y="749871"/>
                </a:lnTo>
                <a:lnTo>
                  <a:pt x="236305" y="749156"/>
                </a:lnTo>
                <a:lnTo>
                  <a:pt x="237971" y="747633"/>
                </a:lnTo>
                <a:lnTo>
                  <a:pt x="239180" y="747199"/>
                </a:lnTo>
                <a:lnTo>
                  <a:pt x="242258" y="747292"/>
                </a:lnTo>
                <a:lnTo>
                  <a:pt x="244705" y="746829"/>
                </a:lnTo>
                <a:lnTo>
                  <a:pt x="246823" y="747090"/>
                </a:lnTo>
                <a:lnTo>
                  <a:pt x="247590" y="746295"/>
                </a:lnTo>
                <a:lnTo>
                  <a:pt x="248441" y="744054"/>
                </a:lnTo>
                <a:lnTo>
                  <a:pt x="249190" y="743194"/>
                </a:lnTo>
                <a:lnTo>
                  <a:pt x="251138" y="742799"/>
                </a:lnTo>
                <a:lnTo>
                  <a:pt x="253586" y="743114"/>
                </a:lnTo>
                <a:lnTo>
                  <a:pt x="254204" y="742762"/>
                </a:lnTo>
                <a:lnTo>
                  <a:pt x="254583" y="741662"/>
                </a:lnTo>
                <a:lnTo>
                  <a:pt x="254412" y="740200"/>
                </a:lnTo>
                <a:lnTo>
                  <a:pt x="251659" y="735583"/>
                </a:lnTo>
                <a:lnTo>
                  <a:pt x="251182" y="733557"/>
                </a:lnTo>
                <a:lnTo>
                  <a:pt x="251330" y="732775"/>
                </a:lnTo>
                <a:lnTo>
                  <a:pt x="252450" y="731067"/>
                </a:lnTo>
                <a:lnTo>
                  <a:pt x="253524" y="730091"/>
                </a:lnTo>
                <a:lnTo>
                  <a:pt x="255119" y="729507"/>
                </a:lnTo>
                <a:lnTo>
                  <a:pt x="256426" y="730021"/>
                </a:lnTo>
                <a:lnTo>
                  <a:pt x="259762" y="734099"/>
                </a:lnTo>
                <a:lnTo>
                  <a:pt x="260228" y="735437"/>
                </a:lnTo>
                <a:lnTo>
                  <a:pt x="259531" y="736893"/>
                </a:lnTo>
                <a:lnTo>
                  <a:pt x="259572" y="737326"/>
                </a:lnTo>
                <a:lnTo>
                  <a:pt x="260016" y="737777"/>
                </a:lnTo>
                <a:lnTo>
                  <a:pt x="260880" y="738060"/>
                </a:lnTo>
                <a:lnTo>
                  <a:pt x="261994" y="737805"/>
                </a:lnTo>
                <a:lnTo>
                  <a:pt x="262608" y="737054"/>
                </a:lnTo>
                <a:lnTo>
                  <a:pt x="262526" y="734246"/>
                </a:lnTo>
                <a:lnTo>
                  <a:pt x="263088" y="732732"/>
                </a:lnTo>
                <a:lnTo>
                  <a:pt x="264994" y="730891"/>
                </a:lnTo>
                <a:lnTo>
                  <a:pt x="268627" y="729249"/>
                </a:lnTo>
                <a:lnTo>
                  <a:pt x="272275" y="729077"/>
                </a:lnTo>
                <a:lnTo>
                  <a:pt x="277310" y="728236"/>
                </a:lnTo>
                <a:lnTo>
                  <a:pt x="281054" y="726512"/>
                </a:lnTo>
                <a:lnTo>
                  <a:pt x="283955" y="726704"/>
                </a:lnTo>
                <a:lnTo>
                  <a:pt x="288571" y="725446"/>
                </a:lnTo>
                <a:lnTo>
                  <a:pt x="290367" y="726406"/>
                </a:lnTo>
                <a:lnTo>
                  <a:pt x="291934" y="729103"/>
                </a:lnTo>
                <a:lnTo>
                  <a:pt x="294540" y="730149"/>
                </a:lnTo>
                <a:lnTo>
                  <a:pt x="295865" y="730097"/>
                </a:lnTo>
                <a:lnTo>
                  <a:pt x="296559" y="729856"/>
                </a:lnTo>
                <a:lnTo>
                  <a:pt x="297078" y="729297"/>
                </a:lnTo>
                <a:lnTo>
                  <a:pt x="297031" y="725782"/>
                </a:lnTo>
                <a:lnTo>
                  <a:pt x="296209" y="724417"/>
                </a:lnTo>
                <a:lnTo>
                  <a:pt x="295087" y="724287"/>
                </a:lnTo>
                <a:lnTo>
                  <a:pt x="294295" y="723808"/>
                </a:lnTo>
                <a:lnTo>
                  <a:pt x="294004" y="723334"/>
                </a:lnTo>
                <a:lnTo>
                  <a:pt x="294025" y="722416"/>
                </a:lnTo>
                <a:lnTo>
                  <a:pt x="294983" y="720975"/>
                </a:lnTo>
                <a:lnTo>
                  <a:pt x="296623" y="719641"/>
                </a:lnTo>
                <a:lnTo>
                  <a:pt x="297669" y="719327"/>
                </a:lnTo>
                <a:lnTo>
                  <a:pt x="299444" y="719349"/>
                </a:lnTo>
                <a:lnTo>
                  <a:pt x="302199" y="720869"/>
                </a:lnTo>
                <a:lnTo>
                  <a:pt x="304581" y="723303"/>
                </a:lnTo>
                <a:lnTo>
                  <a:pt x="304893" y="725060"/>
                </a:lnTo>
                <a:lnTo>
                  <a:pt x="304447" y="727916"/>
                </a:lnTo>
                <a:lnTo>
                  <a:pt x="305014" y="728610"/>
                </a:lnTo>
                <a:lnTo>
                  <a:pt x="306437" y="729026"/>
                </a:lnTo>
                <a:lnTo>
                  <a:pt x="308529" y="728688"/>
                </a:lnTo>
                <a:lnTo>
                  <a:pt x="310362" y="729444"/>
                </a:lnTo>
                <a:lnTo>
                  <a:pt x="314707" y="730276"/>
                </a:lnTo>
                <a:lnTo>
                  <a:pt x="315819" y="730990"/>
                </a:lnTo>
                <a:lnTo>
                  <a:pt x="316122" y="732206"/>
                </a:lnTo>
                <a:lnTo>
                  <a:pt x="316097" y="735437"/>
                </a:lnTo>
                <a:lnTo>
                  <a:pt x="316784" y="736435"/>
                </a:lnTo>
                <a:lnTo>
                  <a:pt x="318561" y="737732"/>
                </a:lnTo>
                <a:lnTo>
                  <a:pt x="318542" y="738349"/>
                </a:lnTo>
                <a:lnTo>
                  <a:pt x="317919" y="739126"/>
                </a:lnTo>
                <a:lnTo>
                  <a:pt x="318466" y="739922"/>
                </a:lnTo>
                <a:lnTo>
                  <a:pt x="320250" y="740361"/>
                </a:lnTo>
                <a:lnTo>
                  <a:pt x="323268" y="738940"/>
                </a:lnTo>
                <a:lnTo>
                  <a:pt x="324473" y="738677"/>
                </a:lnTo>
                <a:lnTo>
                  <a:pt x="328986" y="740884"/>
                </a:lnTo>
                <a:lnTo>
                  <a:pt x="330957" y="741173"/>
                </a:lnTo>
                <a:lnTo>
                  <a:pt x="331892" y="740783"/>
                </a:lnTo>
                <a:lnTo>
                  <a:pt x="333631" y="738705"/>
                </a:lnTo>
                <a:lnTo>
                  <a:pt x="336559" y="738716"/>
                </a:lnTo>
                <a:lnTo>
                  <a:pt x="337559" y="738034"/>
                </a:lnTo>
                <a:lnTo>
                  <a:pt x="338562" y="736860"/>
                </a:lnTo>
                <a:lnTo>
                  <a:pt x="341281" y="735919"/>
                </a:lnTo>
                <a:lnTo>
                  <a:pt x="343164" y="735788"/>
                </a:lnTo>
                <a:lnTo>
                  <a:pt x="346415" y="736588"/>
                </a:lnTo>
                <a:lnTo>
                  <a:pt x="348273" y="738329"/>
                </a:lnTo>
                <a:lnTo>
                  <a:pt x="351240" y="740487"/>
                </a:lnTo>
                <a:lnTo>
                  <a:pt x="352617" y="740949"/>
                </a:lnTo>
                <a:lnTo>
                  <a:pt x="352964" y="741389"/>
                </a:lnTo>
                <a:lnTo>
                  <a:pt x="353040" y="742562"/>
                </a:lnTo>
                <a:lnTo>
                  <a:pt x="352269" y="745044"/>
                </a:lnTo>
                <a:lnTo>
                  <a:pt x="351414" y="746589"/>
                </a:lnTo>
                <a:lnTo>
                  <a:pt x="351420" y="747689"/>
                </a:lnTo>
                <a:lnTo>
                  <a:pt x="351817" y="748191"/>
                </a:lnTo>
                <a:lnTo>
                  <a:pt x="355250" y="748666"/>
                </a:lnTo>
                <a:lnTo>
                  <a:pt x="356268" y="749503"/>
                </a:lnTo>
                <a:lnTo>
                  <a:pt x="358092" y="750331"/>
                </a:lnTo>
                <a:lnTo>
                  <a:pt x="362859" y="754548"/>
                </a:lnTo>
                <a:lnTo>
                  <a:pt x="363957" y="755001"/>
                </a:lnTo>
                <a:lnTo>
                  <a:pt x="366853" y="755573"/>
                </a:lnTo>
                <a:lnTo>
                  <a:pt x="369410" y="754843"/>
                </a:lnTo>
                <a:lnTo>
                  <a:pt x="372176" y="755170"/>
                </a:lnTo>
                <a:lnTo>
                  <a:pt x="375690" y="754805"/>
                </a:lnTo>
                <a:lnTo>
                  <a:pt x="376881" y="756946"/>
                </a:lnTo>
                <a:lnTo>
                  <a:pt x="375415" y="757936"/>
                </a:lnTo>
                <a:lnTo>
                  <a:pt x="374920" y="758873"/>
                </a:lnTo>
                <a:lnTo>
                  <a:pt x="374955" y="760395"/>
                </a:lnTo>
                <a:lnTo>
                  <a:pt x="375623" y="760929"/>
                </a:lnTo>
                <a:lnTo>
                  <a:pt x="377303" y="760916"/>
                </a:lnTo>
                <a:lnTo>
                  <a:pt x="379596" y="760296"/>
                </a:lnTo>
                <a:lnTo>
                  <a:pt x="380831" y="759412"/>
                </a:lnTo>
                <a:lnTo>
                  <a:pt x="382369" y="756634"/>
                </a:lnTo>
                <a:lnTo>
                  <a:pt x="383297" y="756071"/>
                </a:lnTo>
                <a:lnTo>
                  <a:pt x="383623" y="756217"/>
                </a:lnTo>
                <a:lnTo>
                  <a:pt x="384130" y="758172"/>
                </a:lnTo>
                <a:lnTo>
                  <a:pt x="384919" y="759621"/>
                </a:lnTo>
                <a:lnTo>
                  <a:pt x="386156" y="760025"/>
                </a:lnTo>
                <a:lnTo>
                  <a:pt x="387787" y="759863"/>
                </a:lnTo>
                <a:lnTo>
                  <a:pt x="388797" y="759325"/>
                </a:lnTo>
                <a:lnTo>
                  <a:pt x="391604" y="756038"/>
                </a:lnTo>
                <a:lnTo>
                  <a:pt x="393415" y="755744"/>
                </a:lnTo>
                <a:lnTo>
                  <a:pt x="395877" y="756095"/>
                </a:lnTo>
                <a:lnTo>
                  <a:pt x="397621" y="754569"/>
                </a:lnTo>
                <a:lnTo>
                  <a:pt x="398748" y="754127"/>
                </a:lnTo>
                <a:lnTo>
                  <a:pt x="399995" y="752804"/>
                </a:lnTo>
                <a:lnTo>
                  <a:pt x="404842" y="751185"/>
                </a:lnTo>
                <a:lnTo>
                  <a:pt x="406289" y="751847"/>
                </a:lnTo>
                <a:lnTo>
                  <a:pt x="408540" y="755128"/>
                </a:lnTo>
                <a:lnTo>
                  <a:pt x="410220" y="757037"/>
                </a:lnTo>
                <a:lnTo>
                  <a:pt x="411066" y="759566"/>
                </a:lnTo>
                <a:lnTo>
                  <a:pt x="412712" y="760018"/>
                </a:lnTo>
                <a:lnTo>
                  <a:pt x="414239" y="759934"/>
                </a:lnTo>
                <a:lnTo>
                  <a:pt x="415756" y="759422"/>
                </a:lnTo>
                <a:lnTo>
                  <a:pt x="416335" y="758831"/>
                </a:lnTo>
                <a:lnTo>
                  <a:pt x="416550" y="757996"/>
                </a:lnTo>
                <a:lnTo>
                  <a:pt x="416345" y="756319"/>
                </a:lnTo>
                <a:lnTo>
                  <a:pt x="416856" y="755321"/>
                </a:lnTo>
                <a:lnTo>
                  <a:pt x="418081" y="755319"/>
                </a:lnTo>
                <a:lnTo>
                  <a:pt x="419694" y="756808"/>
                </a:lnTo>
                <a:lnTo>
                  <a:pt x="420818" y="757189"/>
                </a:lnTo>
                <a:lnTo>
                  <a:pt x="423308" y="756518"/>
                </a:lnTo>
                <a:lnTo>
                  <a:pt x="425047" y="756731"/>
                </a:lnTo>
                <a:lnTo>
                  <a:pt x="426028" y="756579"/>
                </a:lnTo>
                <a:lnTo>
                  <a:pt x="428408" y="755404"/>
                </a:lnTo>
                <a:lnTo>
                  <a:pt x="428511" y="754322"/>
                </a:lnTo>
                <a:lnTo>
                  <a:pt x="425479" y="749431"/>
                </a:lnTo>
                <a:lnTo>
                  <a:pt x="425362" y="748829"/>
                </a:lnTo>
                <a:lnTo>
                  <a:pt x="425991" y="747798"/>
                </a:lnTo>
                <a:lnTo>
                  <a:pt x="427123" y="747516"/>
                </a:lnTo>
                <a:lnTo>
                  <a:pt x="428506" y="745691"/>
                </a:lnTo>
                <a:lnTo>
                  <a:pt x="433752" y="743962"/>
                </a:lnTo>
                <a:lnTo>
                  <a:pt x="437251" y="743418"/>
                </a:lnTo>
                <a:lnTo>
                  <a:pt x="438071" y="743650"/>
                </a:lnTo>
                <a:lnTo>
                  <a:pt x="438811" y="745269"/>
                </a:lnTo>
                <a:lnTo>
                  <a:pt x="439377" y="745716"/>
                </a:lnTo>
                <a:lnTo>
                  <a:pt x="441717" y="745436"/>
                </a:lnTo>
                <a:lnTo>
                  <a:pt x="442682" y="744707"/>
                </a:lnTo>
                <a:lnTo>
                  <a:pt x="444221" y="742253"/>
                </a:lnTo>
                <a:lnTo>
                  <a:pt x="444071" y="741081"/>
                </a:lnTo>
                <a:lnTo>
                  <a:pt x="443698" y="740624"/>
                </a:lnTo>
                <a:lnTo>
                  <a:pt x="441608" y="740471"/>
                </a:lnTo>
                <a:lnTo>
                  <a:pt x="440262" y="737148"/>
                </a:lnTo>
                <a:lnTo>
                  <a:pt x="438232" y="736448"/>
                </a:lnTo>
                <a:lnTo>
                  <a:pt x="437426" y="735571"/>
                </a:lnTo>
                <a:lnTo>
                  <a:pt x="437071" y="734666"/>
                </a:lnTo>
                <a:lnTo>
                  <a:pt x="437820" y="732984"/>
                </a:lnTo>
                <a:lnTo>
                  <a:pt x="438379" y="732517"/>
                </a:lnTo>
                <a:lnTo>
                  <a:pt x="439579" y="732367"/>
                </a:lnTo>
                <a:lnTo>
                  <a:pt x="441169" y="732620"/>
                </a:lnTo>
                <a:lnTo>
                  <a:pt x="441972" y="732045"/>
                </a:lnTo>
                <a:lnTo>
                  <a:pt x="443207" y="732666"/>
                </a:lnTo>
                <a:lnTo>
                  <a:pt x="444493" y="732607"/>
                </a:lnTo>
                <a:lnTo>
                  <a:pt x="448202" y="731317"/>
                </a:lnTo>
                <a:lnTo>
                  <a:pt x="451555" y="731084"/>
                </a:lnTo>
                <a:lnTo>
                  <a:pt x="452165" y="731566"/>
                </a:lnTo>
                <a:lnTo>
                  <a:pt x="451800" y="733229"/>
                </a:lnTo>
                <a:lnTo>
                  <a:pt x="452460" y="734860"/>
                </a:lnTo>
                <a:lnTo>
                  <a:pt x="453253" y="736007"/>
                </a:lnTo>
                <a:lnTo>
                  <a:pt x="454832" y="736937"/>
                </a:lnTo>
                <a:lnTo>
                  <a:pt x="456083" y="736038"/>
                </a:lnTo>
                <a:lnTo>
                  <a:pt x="457445" y="733688"/>
                </a:lnTo>
                <a:lnTo>
                  <a:pt x="459339" y="733185"/>
                </a:lnTo>
                <a:lnTo>
                  <a:pt x="460240" y="732098"/>
                </a:lnTo>
                <a:lnTo>
                  <a:pt x="459769" y="730472"/>
                </a:lnTo>
                <a:lnTo>
                  <a:pt x="458542" y="728824"/>
                </a:lnTo>
                <a:lnTo>
                  <a:pt x="458727" y="728169"/>
                </a:lnTo>
                <a:lnTo>
                  <a:pt x="459107" y="727862"/>
                </a:lnTo>
                <a:lnTo>
                  <a:pt x="460596" y="727812"/>
                </a:lnTo>
                <a:lnTo>
                  <a:pt x="464136" y="728761"/>
                </a:lnTo>
                <a:lnTo>
                  <a:pt x="465574" y="728440"/>
                </a:lnTo>
                <a:lnTo>
                  <a:pt x="466627" y="729923"/>
                </a:lnTo>
                <a:lnTo>
                  <a:pt x="468259" y="730858"/>
                </a:lnTo>
                <a:lnTo>
                  <a:pt x="471586" y="727652"/>
                </a:lnTo>
                <a:lnTo>
                  <a:pt x="471570" y="726359"/>
                </a:lnTo>
                <a:lnTo>
                  <a:pt x="472244" y="725034"/>
                </a:lnTo>
                <a:lnTo>
                  <a:pt x="472326" y="724171"/>
                </a:lnTo>
                <a:lnTo>
                  <a:pt x="472812" y="723802"/>
                </a:lnTo>
                <a:lnTo>
                  <a:pt x="473235" y="723931"/>
                </a:lnTo>
                <a:lnTo>
                  <a:pt x="473816" y="724833"/>
                </a:lnTo>
                <a:lnTo>
                  <a:pt x="473627" y="727341"/>
                </a:lnTo>
                <a:lnTo>
                  <a:pt x="473840" y="727941"/>
                </a:lnTo>
                <a:lnTo>
                  <a:pt x="474124" y="728296"/>
                </a:lnTo>
                <a:lnTo>
                  <a:pt x="475243" y="728382"/>
                </a:lnTo>
                <a:lnTo>
                  <a:pt x="475485" y="728175"/>
                </a:lnTo>
                <a:lnTo>
                  <a:pt x="475502" y="726196"/>
                </a:lnTo>
                <a:lnTo>
                  <a:pt x="476210" y="725090"/>
                </a:lnTo>
                <a:lnTo>
                  <a:pt x="476187" y="723477"/>
                </a:lnTo>
                <a:lnTo>
                  <a:pt x="477250" y="722702"/>
                </a:lnTo>
                <a:lnTo>
                  <a:pt x="478131" y="722742"/>
                </a:lnTo>
                <a:lnTo>
                  <a:pt x="478254" y="722953"/>
                </a:lnTo>
                <a:lnTo>
                  <a:pt x="478651" y="723923"/>
                </a:lnTo>
                <a:lnTo>
                  <a:pt x="478624" y="725546"/>
                </a:lnTo>
                <a:lnTo>
                  <a:pt x="479059" y="726923"/>
                </a:lnTo>
                <a:lnTo>
                  <a:pt x="480873" y="727200"/>
                </a:lnTo>
                <a:lnTo>
                  <a:pt x="481584" y="727714"/>
                </a:lnTo>
                <a:lnTo>
                  <a:pt x="482952" y="726977"/>
                </a:lnTo>
                <a:lnTo>
                  <a:pt x="484375" y="727175"/>
                </a:lnTo>
                <a:lnTo>
                  <a:pt x="485470" y="728582"/>
                </a:lnTo>
                <a:lnTo>
                  <a:pt x="486481" y="728974"/>
                </a:lnTo>
                <a:lnTo>
                  <a:pt x="486826" y="728857"/>
                </a:lnTo>
                <a:lnTo>
                  <a:pt x="487202" y="728339"/>
                </a:lnTo>
                <a:lnTo>
                  <a:pt x="487325" y="726971"/>
                </a:lnTo>
                <a:lnTo>
                  <a:pt x="486909" y="725630"/>
                </a:lnTo>
                <a:lnTo>
                  <a:pt x="488248" y="724903"/>
                </a:lnTo>
                <a:lnTo>
                  <a:pt x="491210" y="724430"/>
                </a:lnTo>
                <a:lnTo>
                  <a:pt x="491910" y="723629"/>
                </a:lnTo>
                <a:lnTo>
                  <a:pt x="491569" y="722638"/>
                </a:lnTo>
                <a:lnTo>
                  <a:pt x="490753" y="722099"/>
                </a:lnTo>
                <a:lnTo>
                  <a:pt x="489750" y="720823"/>
                </a:lnTo>
                <a:lnTo>
                  <a:pt x="487178" y="719782"/>
                </a:lnTo>
                <a:lnTo>
                  <a:pt x="486679" y="719322"/>
                </a:lnTo>
                <a:lnTo>
                  <a:pt x="486309" y="718102"/>
                </a:lnTo>
                <a:lnTo>
                  <a:pt x="487540" y="715929"/>
                </a:lnTo>
                <a:lnTo>
                  <a:pt x="488265" y="715493"/>
                </a:lnTo>
                <a:lnTo>
                  <a:pt x="489283" y="715488"/>
                </a:lnTo>
                <a:lnTo>
                  <a:pt x="491302" y="716619"/>
                </a:lnTo>
                <a:lnTo>
                  <a:pt x="493948" y="717435"/>
                </a:lnTo>
                <a:lnTo>
                  <a:pt x="495319" y="717197"/>
                </a:lnTo>
                <a:lnTo>
                  <a:pt x="496633" y="716070"/>
                </a:lnTo>
                <a:lnTo>
                  <a:pt x="498829" y="714967"/>
                </a:lnTo>
                <a:lnTo>
                  <a:pt x="498792" y="714285"/>
                </a:lnTo>
                <a:lnTo>
                  <a:pt x="497706" y="712711"/>
                </a:lnTo>
                <a:lnTo>
                  <a:pt x="494239" y="713698"/>
                </a:lnTo>
                <a:lnTo>
                  <a:pt x="493102" y="713358"/>
                </a:lnTo>
                <a:lnTo>
                  <a:pt x="491556" y="712129"/>
                </a:lnTo>
                <a:lnTo>
                  <a:pt x="491490" y="711088"/>
                </a:lnTo>
                <a:lnTo>
                  <a:pt x="492867" y="710734"/>
                </a:lnTo>
                <a:lnTo>
                  <a:pt x="493330" y="710076"/>
                </a:lnTo>
                <a:lnTo>
                  <a:pt x="494119" y="708456"/>
                </a:lnTo>
                <a:lnTo>
                  <a:pt x="494116" y="707456"/>
                </a:lnTo>
                <a:lnTo>
                  <a:pt x="495062" y="707299"/>
                </a:lnTo>
                <a:lnTo>
                  <a:pt x="496299" y="708057"/>
                </a:lnTo>
                <a:lnTo>
                  <a:pt x="498566" y="708474"/>
                </a:lnTo>
                <a:lnTo>
                  <a:pt x="499772" y="708941"/>
                </a:lnTo>
                <a:lnTo>
                  <a:pt x="500334" y="709637"/>
                </a:lnTo>
                <a:lnTo>
                  <a:pt x="501003" y="709190"/>
                </a:lnTo>
                <a:lnTo>
                  <a:pt x="501410" y="708227"/>
                </a:lnTo>
                <a:lnTo>
                  <a:pt x="504822" y="706623"/>
                </a:lnTo>
                <a:lnTo>
                  <a:pt x="504589" y="705211"/>
                </a:lnTo>
                <a:lnTo>
                  <a:pt x="504795" y="704342"/>
                </a:lnTo>
                <a:lnTo>
                  <a:pt x="503681" y="702385"/>
                </a:lnTo>
                <a:lnTo>
                  <a:pt x="503878" y="700625"/>
                </a:lnTo>
                <a:lnTo>
                  <a:pt x="503016" y="699917"/>
                </a:lnTo>
                <a:lnTo>
                  <a:pt x="501688" y="700033"/>
                </a:lnTo>
                <a:lnTo>
                  <a:pt x="501088" y="700701"/>
                </a:lnTo>
                <a:lnTo>
                  <a:pt x="500820" y="703094"/>
                </a:lnTo>
                <a:lnTo>
                  <a:pt x="499732" y="703083"/>
                </a:lnTo>
                <a:lnTo>
                  <a:pt x="499131" y="702365"/>
                </a:lnTo>
                <a:lnTo>
                  <a:pt x="498315" y="699353"/>
                </a:lnTo>
                <a:lnTo>
                  <a:pt x="499058" y="697465"/>
                </a:lnTo>
                <a:lnTo>
                  <a:pt x="498985" y="696222"/>
                </a:lnTo>
                <a:lnTo>
                  <a:pt x="497666" y="695648"/>
                </a:lnTo>
                <a:lnTo>
                  <a:pt x="496852" y="695643"/>
                </a:lnTo>
                <a:lnTo>
                  <a:pt x="496136" y="694957"/>
                </a:lnTo>
                <a:lnTo>
                  <a:pt x="496515" y="694305"/>
                </a:lnTo>
                <a:lnTo>
                  <a:pt x="498452" y="693353"/>
                </a:lnTo>
                <a:lnTo>
                  <a:pt x="500862" y="69407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221258" y="3723111"/>
            <a:ext cx="339857" cy="342426"/>
          </a:xfrm>
          <a:custGeom>
            <a:avLst/>
            <a:gdLst/>
            <a:ahLst/>
            <a:cxnLst/>
            <a:rect l="l" t="t" r="r" b="b"/>
            <a:pathLst>
              <a:path w="339857" h="342426">
                <a:moveTo>
                  <a:pt x="183997" y="335119"/>
                </a:moveTo>
                <a:lnTo>
                  <a:pt x="184706" y="335005"/>
                </a:lnTo>
                <a:lnTo>
                  <a:pt x="183929" y="333002"/>
                </a:lnTo>
                <a:lnTo>
                  <a:pt x="187066" y="333402"/>
                </a:lnTo>
                <a:lnTo>
                  <a:pt x="187365" y="331738"/>
                </a:lnTo>
                <a:lnTo>
                  <a:pt x="190959" y="331462"/>
                </a:lnTo>
                <a:lnTo>
                  <a:pt x="190743" y="333875"/>
                </a:lnTo>
                <a:lnTo>
                  <a:pt x="195169" y="334475"/>
                </a:lnTo>
                <a:lnTo>
                  <a:pt x="198057" y="327257"/>
                </a:lnTo>
                <a:lnTo>
                  <a:pt x="197775" y="323270"/>
                </a:lnTo>
                <a:lnTo>
                  <a:pt x="197221" y="323099"/>
                </a:lnTo>
                <a:lnTo>
                  <a:pt x="197106" y="321642"/>
                </a:lnTo>
                <a:lnTo>
                  <a:pt x="197666" y="321647"/>
                </a:lnTo>
                <a:lnTo>
                  <a:pt x="197414" y="318004"/>
                </a:lnTo>
                <a:lnTo>
                  <a:pt x="200871" y="316771"/>
                </a:lnTo>
                <a:lnTo>
                  <a:pt x="201567" y="316770"/>
                </a:lnTo>
                <a:lnTo>
                  <a:pt x="201461" y="315552"/>
                </a:lnTo>
                <a:lnTo>
                  <a:pt x="202583" y="315357"/>
                </a:lnTo>
                <a:lnTo>
                  <a:pt x="202460" y="314407"/>
                </a:lnTo>
                <a:lnTo>
                  <a:pt x="212551" y="312619"/>
                </a:lnTo>
                <a:lnTo>
                  <a:pt x="210647" y="303977"/>
                </a:lnTo>
                <a:lnTo>
                  <a:pt x="208760" y="304061"/>
                </a:lnTo>
                <a:lnTo>
                  <a:pt x="212100" y="292258"/>
                </a:lnTo>
                <a:lnTo>
                  <a:pt x="214638" y="292570"/>
                </a:lnTo>
                <a:lnTo>
                  <a:pt x="215850" y="292328"/>
                </a:lnTo>
                <a:lnTo>
                  <a:pt x="219581" y="292401"/>
                </a:lnTo>
                <a:lnTo>
                  <a:pt x="219557" y="289490"/>
                </a:lnTo>
                <a:lnTo>
                  <a:pt x="227650" y="289042"/>
                </a:lnTo>
                <a:lnTo>
                  <a:pt x="225979" y="285586"/>
                </a:lnTo>
                <a:lnTo>
                  <a:pt x="226288" y="285518"/>
                </a:lnTo>
                <a:lnTo>
                  <a:pt x="226529" y="285824"/>
                </a:lnTo>
                <a:lnTo>
                  <a:pt x="227092" y="284116"/>
                </a:lnTo>
                <a:lnTo>
                  <a:pt x="227395" y="283927"/>
                </a:lnTo>
                <a:lnTo>
                  <a:pt x="227958" y="284322"/>
                </a:lnTo>
                <a:lnTo>
                  <a:pt x="229310" y="283107"/>
                </a:lnTo>
                <a:lnTo>
                  <a:pt x="230822" y="283148"/>
                </a:lnTo>
                <a:lnTo>
                  <a:pt x="230647" y="281738"/>
                </a:lnTo>
                <a:lnTo>
                  <a:pt x="231115" y="281251"/>
                </a:lnTo>
                <a:lnTo>
                  <a:pt x="230550" y="280433"/>
                </a:lnTo>
                <a:lnTo>
                  <a:pt x="234375" y="280756"/>
                </a:lnTo>
                <a:lnTo>
                  <a:pt x="235340" y="278360"/>
                </a:lnTo>
                <a:lnTo>
                  <a:pt x="234658" y="275849"/>
                </a:lnTo>
                <a:lnTo>
                  <a:pt x="234252" y="275384"/>
                </a:lnTo>
                <a:lnTo>
                  <a:pt x="234174" y="268896"/>
                </a:lnTo>
                <a:lnTo>
                  <a:pt x="234940" y="263909"/>
                </a:lnTo>
                <a:lnTo>
                  <a:pt x="235896" y="263691"/>
                </a:lnTo>
                <a:lnTo>
                  <a:pt x="236619" y="264171"/>
                </a:lnTo>
                <a:lnTo>
                  <a:pt x="237373" y="263761"/>
                </a:lnTo>
                <a:lnTo>
                  <a:pt x="237143" y="264256"/>
                </a:lnTo>
                <a:lnTo>
                  <a:pt x="237648" y="264927"/>
                </a:lnTo>
                <a:lnTo>
                  <a:pt x="242741" y="266845"/>
                </a:lnTo>
                <a:lnTo>
                  <a:pt x="241861" y="268503"/>
                </a:lnTo>
                <a:lnTo>
                  <a:pt x="243246" y="268902"/>
                </a:lnTo>
                <a:lnTo>
                  <a:pt x="243798" y="267243"/>
                </a:lnTo>
                <a:lnTo>
                  <a:pt x="244917" y="267665"/>
                </a:lnTo>
                <a:lnTo>
                  <a:pt x="244493" y="271184"/>
                </a:lnTo>
                <a:lnTo>
                  <a:pt x="253543" y="273182"/>
                </a:lnTo>
                <a:lnTo>
                  <a:pt x="252509" y="268820"/>
                </a:lnTo>
                <a:lnTo>
                  <a:pt x="254412" y="265633"/>
                </a:lnTo>
                <a:lnTo>
                  <a:pt x="255803" y="266355"/>
                </a:lnTo>
                <a:lnTo>
                  <a:pt x="255881" y="265759"/>
                </a:lnTo>
                <a:lnTo>
                  <a:pt x="256427" y="265918"/>
                </a:lnTo>
                <a:lnTo>
                  <a:pt x="257878" y="265433"/>
                </a:lnTo>
                <a:lnTo>
                  <a:pt x="262474" y="266981"/>
                </a:lnTo>
                <a:lnTo>
                  <a:pt x="275269" y="268395"/>
                </a:lnTo>
                <a:lnTo>
                  <a:pt x="275943" y="259539"/>
                </a:lnTo>
                <a:lnTo>
                  <a:pt x="278554" y="255644"/>
                </a:lnTo>
                <a:lnTo>
                  <a:pt x="279624" y="255426"/>
                </a:lnTo>
                <a:lnTo>
                  <a:pt x="279243" y="253306"/>
                </a:lnTo>
                <a:lnTo>
                  <a:pt x="280374" y="251120"/>
                </a:lnTo>
                <a:lnTo>
                  <a:pt x="282117" y="250722"/>
                </a:lnTo>
                <a:lnTo>
                  <a:pt x="281976" y="250170"/>
                </a:lnTo>
                <a:lnTo>
                  <a:pt x="283072" y="250406"/>
                </a:lnTo>
                <a:lnTo>
                  <a:pt x="287740" y="247833"/>
                </a:lnTo>
                <a:lnTo>
                  <a:pt x="292798" y="246273"/>
                </a:lnTo>
                <a:lnTo>
                  <a:pt x="291147" y="240195"/>
                </a:lnTo>
                <a:lnTo>
                  <a:pt x="289298" y="235109"/>
                </a:lnTo>
                <a:lnTo>
                  <a:pt x="285725" y="235922"/>
                </a:lnTo>
                <a:lnTo>
                  <a:pt x="283823" y="228385"/>
                </a:lnTo>
                <a:lnTo>
                  <a:pt x="279261" y="230186"/>
                </a:lnTo>
                <a:lnTo>
                  <a:pt x="274901" y="230746"/>
                </a:lnTo>
                <a:lnTo>
                  <a:pt x="272429" y="231381"/>
                </a:lnTo>
                <a:lnTo>
                  <a:pt x="267300" y="234378"/>
                </a:lnTo>
                <a:lnTo>
                  <a:pt x="261031" y="230270"/>
                </a:lnTo>
                <a:lnTo>
                  <a:pt x="261107" y="228513"/>
                </a:lnTo>
                <a:lnTo>
                  <a:pt x="253369" y="224559"/>
                </a:lnTo>
                <a:lnTo>
                  <a:pt x="252879" y="216137"/>
                </a:lnTo>
                <a:lnTo>
                  <a:pt x="246037" y="213775"/>
                </a:lnTo>
                <a:lnTo>
                  <a:pt x="237293" y="211177"/>
                </a:lnTo>
                <a:lnTo>
                  <a:pt x="238292" y="201091"/>
                </a:lnTo>
                <a:lnTo>
                  <a:pt x="237023" y="202285"/>
                </a:lnTo>
                <a:lnTo>
                  <a:pt x="236253" y="195726"/>
                </a:lnTo>
                <a:lnTo>
                  <a:pt x="231077" y="192091"/>
                </a:lnTo>
                <a:lnTo>
                  <a:pt x="232334" y="187840"/>
                </a:lnTo>
                <a:lnTo>
                  <a:pt x="233779" y="187004"/>
                </a:lnTo>
                <a:lnTo>
                  <a:pt x="233157" y="185142"/>
                </a:lnTo>
                <a:lnTo>
                  <a:pt x="235726" y="183646"/>
                </a:lnTo>
                <a:lnTo>
                  <a:pt x="233648" y="180244"/>
                </a:lnTo>
                <a:lnTo>
                  <a:pt x="235868" y="179316"/>
                </a:lnTo>
                <a:lnTo>
                  <a:pt x="238426" y="179988"/>
                </a:lnTo>
                <a:lnTo>
                  <a:pt x="239868" y="177415"/>
                </a:lnTo>
                <a:lnTo>
                  <a:pt x="246717" y="179906"/>
                </a:lnTo>
                <a:lnTo>
                  <a:pt x="248352" y="171655"/>
                </a:lnTo>
                <a:lnTo>
                  <a:pt x="249166" y="169101"/>
                </a:lnTo>
                <a:lnTo>
                  <a:pt x="256483" y="163319"/>
                </a:lnTo>
                <a:lnTo>
                  <a:pt x="259968" y="164107"/>
                </a:lnTo>
                <a:lnTo>
                  <a:pt x="269859" y="167586"/>
                </a:lnTo>
                <a:lnTo>
                  <a:pt x="277888" y="167882"/>
                </a:lnTo>
                <a:lnTo>
                  <a:pt x="277994" y="166581"/>
                </a:lnTo>
                <a:lnTo>
                  <a:pt x="278778" y="166481"/>
                </a:lnTo>
                <a:lnTo>
                  <a:pt x="280532" y="172383"/>
                </a:lnTo>
                <a:lnTo>
                  <a:pt x="284034" y="170780"/>
                </a:lnTo>
                <a:lnTo>
                  <a:pt x="290748" y="171079"/>
                </a:lnTo>
                <a:lnTo>
                  <a:pt x="296259" y="170613"/>
                </a:lnTo>
                <a:lnTo>
                  <a:pt x="296649" y="171730"/>
                </a:lnTo>
                <a:lnTo>
                  <a:pt x="299925" y="165627"/>
                </a:lnTo>
                <a:lnTo>
                  <a:pt x="299980" y="165051"/>
                </a:lnTo>
                <a:lnTo>
                  <a:pt x="299644" y="165046"/>
                </a:lnTo>
                <a:lnTo>
                  <a:pt x="299527" y="164730"/>
                </a:lnTo>
                <a:lnTo>
                  <a:pt x="299325" y="156226"/>
                </a:lnTo>
                <a:lnTo>
                  <a:pt x="301272" y="147734"/>
                </a:lnTo>
                <a:lnTo>
                  <a:pt x="300413" y="147323"/>
                </a:lnTo>
                <a:lnTo>
                  <a:pt x="300964" y="146024"/>
                </a:lnTo>
                <a:lnTo>
                  <a:pt x="309681" y="149642"/>
                </a:lnTo>
                <a:lnTo>
                  <a:pt x="312163" y="139954"/>
                </a:lnTo>
                <a:lnTo>
                  <a:pt x="311033" y="137434"/>
                </a:lnTo>
                <a:lnTo>
                  <a:pt x="310151" y="137193"/>
                </a:lnTo>
                <a:lnTo>
                  <a:pt x="313846" y="128057"/>
                </a:lnTo>
                <a:lnTo>
                  <a:pt x="318165" y="122101"/>
                </a:lnTo>
                <a:lnTo>
                  <a:pt x="312990" y="119178"/>
                </a:lnTo>
                <a:lnTo>
                  <a:pt x="316516" y="108830"/>
                </a:lnTo>
                <a:lnTo>
                  <a:pt x="333254" y="103593"/>
                </a:lnTo>
                <a:lnTo>
                  <a:pt x="331935" y="101668"/>
                </a:lnTo>
                <a:lnTo>
                  <a:pt x="333604" y="101329"/>
                </a:lnTo>
                <a:lnTo>
                  <a:pt x="333342" y="99445"/>
                </a:lnTo>
                <a:lnTo>
                  <a:pt x="329192" y="98689"/>
                </a:lnTo>
                <a:lnTo>
                  <a:pt x="330430" y="91727"/>
                </a:lnTo>
                <a:lnTo>
                  <a:pt x="329861" y="90266"/>
                </a:lnTo>
                <a:lnTo>
                  <a:pt x="328603" y="88334"/>
                </a:lnTo>
                <a:lnTo>
                  <a:pt x="334571" y="86450"/>
                </a:lnTo>
                <a:lnTo>
                  <a:pt x="337787" y="85879"/>
                </a:lnTo>
                <a:lnTo>
                  <a:pt x="339857" y="83883"/>
                </a:lnTo>
                <a:lnTo>
                  <a:pt x="338693" y="82475"/>
                </a:lnTo>
                <a:lnTo>
                  <a:pt x="336997" y="75548"/>
                </a:lnTo>
                <a:lnTo>
                  <a:pt x="336528" y="75835"/>
                </a:lnTo>
                <a:lnTo>
                  <a:pt x="336740" y="76484"/>
                </a:lnTo>
                <a:lnTo>
                  <a:pt x="333087" y="81612"/>
                </a:lnTo>
                <a:lnTo>
                  <a:pt x="331317" y="80205"/>
                </a:lnTo>
                <a:lnTo>
                  <a:pt x="331208" y="79577"/>
                </a:lnTo>
                <a:lnTo>
                  <a:pt x="330280" y="80310"/>
                </a:lnTo>
                <a:lnTo>
                  <a:pt x="329199" y="80321"/>
                </a:lnTo>
                <a:lnTo>
                  <a:pt x="325421" y="78631"/>
                </a:lnTo>
                <a:lnTo>
                  <a:pt x="326228" y="81450"/>
                </a:lnTo>
                <a:lnTo>
                  <a:pt x="324732" y="82423"/>
                </a:lnTo>
                <a:lnTo>
                  <a:pt x="324034" y="83235"/>
                </a:lnTo>
                <a:lnTo>
                  <a:pt x="321672" y="84082"/>
                </a:lnTo>
                <a:lnTo>
                  <a:pt x="320816" y="83478"/>
                </a:lnTo>
                <a:lnTo>
                  <a:pt x="320601" y="83597"/>
                </a:lnTo>
                <a:lnTo>
                  <a:pt x="323948" y="90206"/>
                </a:lnTo>
                <a:lnTo>
                  <a:pt x="313203" y="94680"/>
                </a:lnTo>
                <a:lnTo>
                  <a:pt x="308089" y="86510"/>
                </a:lnTo>
                <a:lnTo>
                  <a:pt x="307453" y="80088"/>
                </a:lnTo>
                <a:lnTo>
                  <a:pt x="298187" y="88243"/>
                </a:lnTo>
                <a:lnTo>
                  <a:pt x="301219" y="80346"/>
                </a:lnTo>
                <a:lnTo>
                  <a:pt x="300511" y="79879"/>
                </a:lnTo>
                <a:lnTo>
                  <a:pt x="297548" y="75391"/>
                </a:lnTo>
                <a:lnTo>
                  <a:pt x="292239" y="79126"/>
                </a:lnTo>
                <a:lnTo>
                  <a:pt x="287821" y="82699"/>
                </a:lnTo>
                <a:lnTo>
                  <a:pt x="289586" y="88717"/>
                </a:lnTo>
                <a:lnTo>
                  <a:pt x="295598" y="87644"/>
                </a:lnTo>
                <a:lnTo>
                  <a:pt x="297750" y="100767"/>
                </a:lnTo>
                <a:lnTo>
                  <a:pt x="298524" y="100937"/>
                </a:lnTo>
                <a:lnTo>
                  <a:pt x="300041" y="102155"/>
                </a:lnTo>
                <a:lnTo>
                  <a:pt x="299468" y="105278"/>
                </a:lnTo>
                <a:lnTo>
                  <a:pt x="295440" y="104017"/>
                </a:lnTo>
                <a:lnTo>
                  <a:pt x="294713" y="104400"/>
                </a:lnTo>
                <a:lnTo>
                  <a:pt x="293722" y="102674"/>
                </a:lnTo>
                <a:lnTo>
                  <a:pt x="293874" y="101109"/>
                </a:lnTo>
                <a:lnTo>
                  <a:pt x="289608" y="102028"/>
                </a:lnTo>
                <a:lnTo>
                  <a:pt x="289242" y="105083"/>
                </a:lnTo>
                <a:lnTo>
                  <a:pt x="291466" y="105128"/>
                </a:lnTo>
                <a:lnTo>
                  <a:pt x="295443" y="109761"/>
                </a:lnTo>
                <a:lnTo>
                  <a:pt x="290588" y="111994"/>
                </a:lnTo>
                <a:lnTo>
                  <a:pt x="288724" y="110768"/>
                </a:lnTo>
                <a:lnTo>
                  <a:pt x="285958" y="113221"/>
                </a:lnTo>
                <a:lnTo>
                  <a:pt x="283650" y="113041"/>
                </a:lnTo>
                <a:lnTo>
                  <a:pt x="281938" y="112374"/>
                </a:lnTo>
                <a:lnTo>
                  <a:pt x="281721" y="112774"/>
                </a:lnTo>
                <a:lnTo>
                  <a:pt x="281243" y="112703"/>
                </a:lnTo>
                <a:lnTo>
                  <a:pt x="281160" y="113265"/>
                </a:lnTo>
                <a:lnTo>
                  <a:pt x="279814" y="113650"/>
                </a:lnTo>
                <a:lnTo>
                  <a:pt x="279923" y="111641"/>
                </a:lnTo>
                <a:lnTo>
                  <a:pt x="279143" y="111342"/>
                </a:lnTo>
                <a:lnTo>
                  <a:pt x="280314" y="108354"/>
                </a:lnTo>
                <a:lnTo>
                  <a:pt x="281789" y="102489"/>
                </a:lnTo>
                <a:lnTo>
                  <a:pt x="277029" y="99812"/>
                </a:lnTo>
                <a:lnTo>
                  <a:pt x="274576" y="99321"/>
                </a:lnTo>
                <a:lnTo>
                  <a:pt x="274178" y="101673"/>
                </a:lnTo>
                <a:lnTo>
                  <a:pt x="271627" y="108949"/>
                </a:lnTo>
                <a:lnTo>
                  <a:pt x="267365" y="107374"/>
                </a:lnTo>
                <a:lnTo>
                  <a:pt x="265525" y="105333"/>
                </a:lnTo>
                <a:lnTo>
                  <a:pt x="265911" y="104168"/>
                </a:lnTo>
                <a:lnTo>
                  <a:pt x="260828" y="90826"/>
                </a:lnTo>
                <a:lnTo>
                  <a:pt x="261674" y="90049"/>
                </a:lnTo>
                <a:lnTo>
                  <a:pt x="261362" y="90067"/>
                </a:lnTo>
                <a:lnTo>
                  <a:pt x="259738" y="84931"/>
                </a:lnTo>
                <a:lnTo>
                  <a:pt x="258489" y="79544"/>
                </a:lnTo>
                <a:lnTo>
                  <a:pt x="258384" y="77996"/>
                </a:lnTo>
                <a:lnTo>
                  <a:pt x="259829" y="77445"/>
                </a:lnTo>
                <a:lnTo>
                  <a:pt x="259706" y="71437"/>
                </a:lnTo>
                <a:lnTo>
                  <a:pt x="257913" y="67987"/>
                </a:lnTo>
                <a:lnTo>
                  <a:pt x="256967" y="67419"/>
                </a:lnTo>
                <a:lnTo>
                  <a:pt x="257939" y="66569"/>
                </a:lnTo>
                <a:lnTo>
                  <a:pt x="259453" y="65890"/>
                </a:lnTo>
                <a:lnTo>
                  <a:pt x="258805" y="63627"/>
                </a:lnTo>
                <a:lnTo>
                  <a:pt x="258102" y="56691"/>
                </a:lnTo>
                <a:lnTo>
                  <a:pt x="261527" y="53494"/>
                </a:lnTo>
                <a:lnTo>
                  <a:pt x="259103" y="41901"/>
                </a:lnTo>
                <a:lnTo>
                  <a:pt x="260950" y="41556"/>
                </a:lnTo>
                <a:lnTo>
                  <a:pt x="262373" y="40873"/>
                </a:lnTo>
                <a:lnTo>
                  <a:pt x="269100" y="36418"/>
                </a:lnTo>
                <a:lnTo>
                  <a:pt x="271998" y="34895"/>
                </a:lnTo>
                <a:lnTo>
                  <a:pt x="278530" y="32892"/>
                </a:lnTo>
                <a:lnTo>
                  <a:pt x="279641" y="34045"/>
                </a:lnTo>
                <a:lnTo>
                  <a:pt x="278534" y="30312"/>
                </a:lnTo>
                <a:lnTo>
                  <a:pt x="284299" y="21355"/>
                </a:lnTo>
                <a:lnTo>
                  <a:pt x="286871" y="23306"/>
                </a:lnTo>
                <a:lnTo>
                  <a:pt x="287830" y="22930"/>
                </a:lnTo>
                <a:lnTo>
                  <a:pt x="286555" y="14321"/>
                </a:lnTo>
                <a:lnTo>
                  <a:pt x="286744" y="14319"/>
                </a:lnTo>
                <a:lnTo>
                  <a:pt x="283673" y="7748"/>
                </a:lnTo>
                <a:lnTo>
                  <a:pt x="283975" y="7732"/>
                </a:lnTo>
                <a:lnTo>
                  <a:pt x="281725" y="0"/>
                </a:lnTo>
                <a:lnTo>
                  <a:pt x="275710" y="1009"/>
                </a:lnTo>
                <a:lnTo>
                  <a:pt x="268319" y="5024"/>
                </a:lnTo>
                <a:lnTo>
                  <a:pt x="265391" y="5752"/>
                </a:lnTo>
                <a:lnTo>
                  <a:pt x="259151" y="7193"/>
                </a:lnTo>
                <a:lnTo>
                  <a:pt x="262788" y="13475"/>
                </a:lnTo>
                <a:lnTo>
                  <a:pt x="262770" y="13987"/>
                </a:lnTo>
                <a:lnTo>
                  <a:pt x="265570" y="19228"/>
                </a:lnTo>
                <a:lnTo>
                  <a:pt x="269623" y="18848"/>
                </a:lnTo>
                <a:lnTo>
                  <a:pt x="269264" y="20033"/>
                </a:lnTo>
                <a:lnTo>
                  <a:pt x="269784" y="20662"/>
                </a:lnTo>
                <a:lnTo>
                  <a:pt x="268993" y="21924"/>
                </a:lnTo>
                <a:lnTo>
                  <a:pt x="268924" y="23436"/>
                </a:lnTo>
                <a:lnTo>
                  <a:pt x="267771" y="24619"/>
                </a:lnTo>
                <a:lnTo>
                  <a:pt x="268090" y="25841"/>
                </a:lnTo>
                <a:lnTo>
                  <a:pt x="266873" y="26571"/>
                </a:lnTo>
                <a:lnTo>
                  <a:pt x="266117" y="23300"/>
                </a:lnTo>
                <a:lnTo>
                  <a:pt x="261199" y="31740"/>
                </a:lnTo>
                <a:lnTo>
                  <a:pt x="260970" y="31783"/>
                </a:lnTo>
                <a:lnTo>
                  <a:pt x="256501" y="26255"/>
                </a:lnTo>
                <a:lnTo>
                  <a:pt x="256541" y="26533"/>
                </a:lnTo>
                <a:lnTo>
                  <a:pt x="256230" y="26649"/>
                </a:lnTo>
                <a:lnTo>
                  <a:pt x="254859" y="25689"/>
                </a:lnTo>
                <a:lnTo>
                  <a:pt x="249482" y="25484"/>
                </a:lnTo>
                <a:lnTo>
                  <a:pt x="249569" y="26019"/>
                </a:lnTo>
                <a:lnTo>
                  <a:pt x="240709" y="26469"/>
                </a:lnTo>
                <a:lnTo>
                  <a:pt x="238552" y="28167"/>
                </a:lnTo>
                <a:lnTo>
                  <a:pt x="238691" y="36446"/>
                </a:lnTo>
                <a:lnTo>
                  <a:pt x="227562" y="36314"/>
                </a:lnTo>
                <a:lnTo>
                  <a:pt x="226517" y="38614"/>
                </a:lnTo>
                <a:lnTo>
                  <a:pt x="217688" y="38067"/>
                </a:lnTo>
                <a:lnTo>
                  <a:pt x="217277" y="32506"/>
                </a:lnTo>
                <a:lnTo>
                  <a:pt x="203152" y="35521"/>
                </a:lnTo>
                <a:lnTo>
                  <a:pt x="202955" y="41038"/>
                </a:lnTo>
                <a:lnTo>
                  <a:pt x="201486" y="41335"/>
                </a:lnTo>
                <a:lnTo>
                  <a:pt x="201482" y="40789"/>
                </a:lnTo>
                <a:lnTo>
                  <a:pt x="200428" y="40714"/>
                </a:lnTo>
                <a:lnTo>
                  <a:pt x="200269" y="41578"/>
                </a:lnTo>
                <a:lnTo>
                  <a:pt x="190807" y="43467"/>
                </a:lnTo>
                <a:lnTo>
                  <a:pt x="186349" y="37509"/>
                </a:lnTo>
                <a:lnTo>
                  <a:pt x="182043" y="38299"/>
                </a:lnTo>
                <a:lnTo>
                  <a:pt x="181804" y="45399"/>
                </a:lnTo>
                <a:lnTo>
                  <a:pt x="170327" y="47513"/>
                </a:lnTo>
                <a:lnTo>
                  <a:pt x="169929" y="45233"/>
                </a:lnTo>
                <a:lnTo>
                  <a:pt x="165563" y="48496"/>
                </a:lnTo>
                <a:lnTo>
                  <a:pt x="160660" y="51238"/>
                </a:lnTo>
                <a:lnTo>
                  <a:pt x="158783" y="51502"/>
                </a:lnTo>
                <a:lnTo>
                  <a:pt x="151367" y="43201"/>
                </a:lnTo>
                <a:lnTo>
                  <a:pt x="146220" y="43715"/>
                </a:lnTo>
                <a:lnTo>
                  <a:pt x="141627" y="51914"/>
                </a:lnTo>
                <a:lnTo>
                  <a:pt x="143680" y="55723"/>
                </a:lnTo>
                <a:lnTo>
                  <a:pt x="144062" y="55918"/>
                </a:lnTo>
                <a:lnTo>
                  <a:pt x="145603" y="58215"/>
                </a:lnTo>
                <a:lnTo>
                  <a:pt x="149478" y="55553"/>
                </a:lnTo>
                <a:lnTo>
                  <a:pt x="156864" y="64567"/>
                </a:lnTo>
                <a:lnTo>
                  <a:pt x="152657" y="66317"/>
                </a:lnTo>
                <a:lnTo>
                  <a:pt x="151872" y="66985"/>
                </a:lnTo>
                <a:lnTo>
                  <a:pt x="149073" y="73368"/>
                </a:lnTo>
                <a:lnTo>
                  <a:pt x="154522" y="75954"/>
                </a:lnTo>
                <a:lnTo>
                  <a:pt x="159323" y="77077"/>
                </a:lnTo>
                <a:lnTo>
                  <a:pt x="158684" y="81587"/>
                </a:lnTo>
                <a:lnTo>
                  <a:pt x="155436" y="81256"/>
                </a:lnTo>
                <a:lnTo>
                  <a:pt x="147034" y="78018"/>
                </a:lnTo>
                <a:lnTo>
                  <a:pt x="142634" y="87389"/>
                </a:lnTo>
                <a:lnTo>
                  <a:pt x="145111" y="88474"/>
                </a:lnTo>
                <a:lnTo>
                  <a:pt x="146358" y="95165"/>
                </a:lnTo>
                <a:lnTo>
                  <a:pt x="143638" y="95470"/>
                </a:lnTo>
                <a:lnTo>
                  <a:pt x="143631" y="97485"/>
                </a:lnTo>
                <a:lnTo>
                  <a:pt x="142245" y="97108"/>
                </a:lnTo>
                <a:lnTo>
                  <a:pt x="142252" y="97871"/>
                </a:lnTo>
                <a:lnTo>
                  <a:pt x="141362" y="98959"/>
                </a:lnTo>
                <a:lnTo>
                  <a:pt x="141186" y="102345"/>
                </a:lnTo>
                <a:lnTo>
                  <a:pt x="141514" y="102668"/>
                </a:lnTo>
                <a:lnTo>
                  <a:pt x="142028" y="106640"/>
                </a:lnTo>
                <a:lnTo>
                  <a:pt x="140415" y="106880"/>
                </a:lnTo>
                <a:lnTo>
                  <a:pt x="145483" y="117759"/>
                </a:lnTo>
                <a:lnTo>
                  <a:pt x="144363" y="118746"/>
                </a:lnTo>
                <a:lnTo>
                  <a:pt x="142879" y="118860"/>
                </a:lnTo>
                <a:lnTo>
                  <a:pt x="141374" y="118612"/>
                </a:lnTo>
                <a:lnTo>
                  <a:pt x="140820" y="119163"/>
                </a:lnTo>
                <a:lnTo>
                  <a:pt x="140241" y="119179"/>
                </a:lnTo>
                <a:lnTo>
                  <a:pt x="140987" y="124386"/>
                </a:lnTo>
                <a:lnTo>
                  <a:pt x="141855" y="124243"/>
                </a:lnTo>
                <a:lnTo>
                  <a:pt x="142471" y="124461"/>
                </a:lnTo>
                <a:lnTo>
                  <a:pt x="142281" y="125364"/>
                </a:lnTo>
                <a:lnTo>
                  <a:pt x="142481" y="126755"/>
                </a:lnTo>
                <a:lnTo>
                  <a:pt x="141361" y="126989"/>
                </a:lnTo>
                <a:lnTo>
                  <a:pt x="141784" y="129949"/>
                </a:lnTo>
                <a:lnTo>
                  <a:pt x="138310" y="130544"/>
                </a:lnTo>
                <a:lnTo>
                  <a:pt x="135822" y="131314"/>
                </a:lnTo>
                <a:lnTo>
                  <a:pt x="138109" y="133800"/>
                </a:lnTo>
                <a:lnTo>
                  <a:pt x="131370" y="134366"/>
                </a:lnTo>
                <a:lnTo>
                  <a:pt x="130860" y="137955"/>
                </a:lnTo>
                <a:lnTo>
                  <a:pt x="128161" y="138279"/>
                </a:lnTo>
                <a:lnTo>
                  <a:pt x="128587" y="136363"/>
                </a:lnTo>
                <a:lnTo>
                  <a:pt x="128406" y="135204"/>
                </a:lnTo>
                <a:lnTo>
                  <a:pt x="128599" y="133885"/>
                </a:lnTo>
                <a:lnTo>
                  <a:pt x="128772" y="133246"/>
                </a:lnTo>
                <a:lnTo>
                  <a:pt x="129631" y="132219"/>
                </a:lnTo>
                <a:lnTo>
                  <a:pt x="129946" y="130906"/>
                </a:lnTo>
                <a:lnTo>
                  <a:pt x="124296" y="129955"/>
                </a:lnTo>
                <a:lnTo>
                  <a:pt x="122372" y="133800"/>
                </a:lnTo>
                <a:lnTo>
                  <a:pt x="122945" y="135174"/>
                </a:lnTo>
                <a:lnTo>
                  <a:pt x="121581" y="135608"/>
                </a:lnTo>
                <a:lnTo>
                  <a:pt x="119366" y="137691"/>
                </a:lnTo>
                <a:lnTo>
                  <a:pt x="112322" y="140247"/>
                </a:lnTo>
                <a:lnTo>
                  <a:pt x="104210" y="143809"/>
                </a:lnTo>
                <a:lnTo>
                  <a:pt x="104134" y="135347"/>
                </a:lnTo>
                <a:lnTo>
                  <a:pt x="102918" y="136278"/>
                </a:lnTo>
                <a:lnTo>
                  <a:pt x="101972" y="136231"/>
                </a:lnTo>
                <a:lnTo>
                  <a:pt x="97468" y="138596"/>
                </a:lnTo>
                <a:lnTo>
                  <a:pt x="94050" y="139850"/>
                </a:lnTo>
                <a:lnTo>
                  <a:pt x="90622" y="132998"/>
                </a:lnTo>
                <a:lnTo>
                  <a:pt x="88995" y="133973"/>
                </a:lnTo>
                <a:lnTo>
                  <a:pt x="88148" y="133608"/>
                </a:lnTo>
                <a:lnTo>
                  <a:pt x="88287" y="133457"/>
                </a:lnTo>
                <a:lnTo>
                  <a:pt x="87728" y="133030"/>
                </a:lnTo>
                <a:lnTo>
                  <a:pt x="88052" y="131981"/>
                </a:lnTo>
                <a:lnTo>
                  <a:pt x="87553" y="129071"/>
                </a:lnTo>
                <a:lnTo>
                  <a:pt x="86836" y="127710"/>
                </a:lnTo>
                <a:lnTo>
                  <a:pt x="86957" y="127456"/>
                </a:lnTo>
                <a:lnTo>
                  <a:pt x="87776" y="127993"/>
                </a:lnTo>
                <a:lnTo>
                  <a:pt x="87348" y="124507"/>
                </a:lnTo>
                <a:lnTo>
                  <a:pt x="80735" y="126667"/>
                </a:lnTo>
                <a:lnTo>
                  <a:pt x="79635" y="127490"/>
                </a:lnTo>
                <a:lnTo>
                  <a:pt x="79425" y="128791"/>
                </a:lnTo>
                <a:lnTo>
                  <a:pt x="75252" y="131805"/>
                </a:lnTo>
                <a:lnTo>
                  <a:pt x="72681" y="133039"/>
                </a:lnTo>
                <a:lnTo>
                  <a:pt x="70275" y="133605"/>
                </a:lnTo>
                <a:lnTo>
                  <a:pt x="70492" y="134610"/>
                </a:lnTo>
                <a:lnTo>
                  <a:pt x="69639" y="134811"/>
                </a:lnTo>
                <a:lnTo>
                  <a:pt x="68108" y="134687"/>
                </a:lnTo>
                <a:lnTo>
                  <a:pt x="67897" y="134264"/>
                </a:lnTo>
                <a:lnTo>
                  <a:pt x="64568" y="136149"/>
                </a:lnTo>
                <a:lnTo>
                  <a:pt x="62310" y="136276"/>
                </a:lnTo>
                <a:lnTo>
                  <a:pt x="61863" y="135934"/>
                </a:lnTo>
                <a:lnTo>
                  <a:pt x="59573" y="136620"/>
                </a:lnTo>
                <a:lnTo>
                  <a:pt x="55692" y="137294"/>
                </a:lnTo>
                <a:lnTo>
                  <a:pt x="56975" y="141235"/>
                </a:lnTo>
                <a:lnTo>
                  <a:pt x="54743" y="141211"/>
                </a:lnTo>
                <a:lnTo>
                  <a:pt x="55659" y="147561"/>
                </a:lnTo>
                <a:lnTo>
                  <a:pt x="53983" y="147266"/>
                </a:lnTo>
                <a:lnTo>
                  <a:pt x="54263" y="159033"/>
                </a:lnTo>
                <a:lnTo>
                  <a:pt x="52850" y="165552"/>
                </a:lnTo>
                <a:lnTo>
                  <a:pt x="50977" y="165122"/>
                </a:lnTo>
                <a:lnTo>
                  <a:pt x="50390" y="166690"/>
                </a:lnTo>
                <a:lnTo>
                  <a:pt x="50098" y="166671"/>
                </a:lnTo>
                <a:lnTo>
                  <a:pt x="50285" y="167522"/>
                </a:lnTo>
                <a:lnTo>
                  <a:pt x="49494" y="172326"/>
                </a:lnTo>
                <a:lnTo>
                  <a:pt x="48253" y="179370"/>
                </a:lnTo>
                <a:lnTo>
                  <a:pt x="47762" y="179315"/>
                </a:lnTo>
                <a:lnTo>
                  <a:pt x="47118" y="184698"/>
                </a:lnTo>
                <a:lnTo>
                  <a:pt x="37207" y="184087"/>
                </a:lnTo>
                <a:lnTo>
                  <a:pt x="36420" y="191489"/>
                </a:lnTo>
                <a:lnTo>
                  <a:pt x="24983" y="189287"/>
                </a:lnTo>
                <a:lnTo>
                  <a:pt x="27508" y="204708"/>
                </a:lnTo>
                <a:lnTo>
                  <a:pt x="30952" y="215594"/>
                </a:lnTo>
                <a:lnTo>
                  <a:pt x="25560" y="219774"/>
                </a:lnTo>
                <a:lnTo>
                  <a:pt x="21311" y="221527"/>
                </a:lnTo>
                <a:lnTo>
                  <a:pt x="14333" y="225927"/>
                </a:lnTo>
                <a:lnTo>
                  <a:pt x="6108" y="233267"/>
                </a:lnTo>
                <a:lnTo>
                  <a:pt x="12118" y="246020"/>
                </a:lnTo>
                <a:lnTo>
                  <a:pt x="11898" y="247501"/>
                </a:lnTo>
                <a:lnTo>
                  <a:pt x="12949" y="257766"/>
                </a:lnTo>
                <a:lnTo>
                  <a:pt x="9658" y="259460"/>
                </a:lnTo>
                <a:lnTo>
                  <a:pt x="4556" y="260385"/>
                </a:lnTo>
                <a:lnTo>
                  <a:pt x="5458" y="261455"/>
                </a:lnTo>
                <a:lnTo>
                  <a:pt x="3823" y="260491"/>
                </a:lnTo>
                <a:lnTo>
                  <a:pt x="0" y="261031"/>
                </a:lnTo>
                <a:lnTo>
                  <a:pt x="409" y="261252"/>
                </a:lnTo>
                <a:lnTo>
                  <a:pt x="1715" y="266243"/>
                </a:lnTo>
                <a:lnTo>
                  <a:pt x="3001" y="265852"/>
                </a:lnTo>
                <a:lnTo>
                  <a:pt x="4306" y="268538"/>
                </a:lnTo>
                <a:lnTo>
                  <a:pt x="4265" y="270727"/>
                </a:lnTo>
                <a:lnTo>
                  <a:pt x="12110" y="270244"/>
                </a:lnTo>
                <a:lnTo>
                  <a:pt x="13049" y="274818"/>
                </a:lnTo>
                <a:lnTo>
                  <a:pt x="12822" y="274915"/>
                </a:lnTo>
                <a:lnTo>
                  <a:pt x="13020" y="279335"/>
                </a:lnTo>
                <a:lnTo>
                  <a:pt x="14106" y="282764"/>
                </a:lnTo>
                <a:lnTo>
                  <a:pt x="15068" y="282390"/>
                </a:lnTo>
                <a:lnTo>
                  <a:pt x="15302" y="282716"/>
                </a:lnTo>
                <a:lnTo>
                  <a:pt x="15403" y="282339"/>
                </a:lnTo>
                <a:lnTo>
                  <a:pt x="15720" y="282470"/>
                </a:lnTo>
                <a:lnTo>
                  <a:pt x="16148" y="282057"/>
                </a:lnTo>
                <a:lnTo>
                  <a:pt x="16807" y="281985"/>
                </a:lnTo>
                <a:lnTo>
                  <a:pt x="16787" y="281757"/>
                </a:lnTo>
                <a:lnTo>
                  <a:pt x="17316" y="281899"/>
                </a:lnTo>
                <a:lnTo>
                  <a:pt x="17510" y="282294"/>
                </a:lnTo>
                <a:lnTo>
                  <a:pt x="17991" y="281950"/>
                </a:lnTo>
                <a:lnTo>
                  <a:pt x="18201" y="282112"/>
                </a:lnTo>
                <a:lnTo>
                  <a:pt x="18458" y="281751"/>
                </a:lnTo>
                <a:lnTo>
                  <a:pt x="18639" y="282196"/>
                </a:lnTo>
                <a:lnTo>
                  <a:pt x="19250" y="281738"/>
                </a:lnTo>
                <a:lnTo>
                  <a:pt x="19465" y="282085"/>
                </a:lnTo>
                <a:lnTo>
                  <a:pt x="20133" y="281496"/>
                </a:lnTo>
                <a:lnTo>
                  <a:pt x="20141" y="280909"/>
                </a:lnTo>
                <a:lnTo>
                  <a:pt x="20492" y="281023"/>
                </a:lnTo>
                <a:lnTo>
                  <a:pt x="20576" y="280640"/>
                </a:lnTo>
                <a:lnTo>
                  <a:pt x="20624" y="280901"/>
                </a:lnTo>
                <a:lnTo>
                  <a:pt x="21626" y="280765"/>
                </a:lnTo>
                <a:lnTo>
                  <a:pt x="21415" y="280231"/>
                </a:lnTo>
                <a:lnTo>
                  <a:pt x="21763" y="280091"/>
                </a:lnTo>
                <a:lnTo>
                  <a:pt x="22975" y="280292"/>
                </a:lnTo>
                <a:lnTo>
                  <a:pt x="23598" y="279923"/>
                </a:lnTo>
                <a:lnTo>
                  <a:pt x="23970" y="280283"/>
                </a:lnTo>
                <a:lnTo>
                  <a:pt x="31734" y="278773"/>
                </a:lnTo>
                <a:lnTo>
                  <a:pt x="29670" y="274370"/>
                </a:lnTo>
                <a:lnTo>
                  <a:pt x="30989" y="272079"/>
                </a:lnTo>
                <a:lnTo>
                  <a:pt x="30985" y="270861"/>
                </a:lnTo>
                <a:lnTo>
                  <a:pt x="35629" y="271384"/>
                </a:lnTo>
                <a:lnTo>
                  <a:pt x="38824" y="277271"/>
                </a:lnTo>
                <a:lnTo>
                  <a:pt x="37586" y="278460"/>
                </a:lnTo>
                <a:lnTo>
                  <a:pt x="45501" y="286067"/>
                </a:lnTo>
                <a:lnTo>
                  <a:pt x="47116" y="282744"/>
                </a:lnTo>
                <a:lnTo>
                  <a:pt x="50573" y="282555"/>
                </a:lnTo>
                <a:lnTo>
                  <a:pt x="59334" y="285826"/>
                </a:lnTo>
                <a:lnTo>
                  <a:pt x="70031" y="286301"/>
                </a:lnTo>
                <a:lnTo>
                  <a:pt x="70033" y="293259"/>
                </a:lnTo>
                <a:lnTo>
                  <a:pt x="70713" y="293360"/>
                </a:lnTo>
                <a:lnTo>
                  <a:pt x="70531" y="299410"/>
                </a:lnTo>
                <a:lnTo>
                  <a:pt x="75560" y="295090"/>
                </a:lnTo>
                <a:lnTo>
                  <a:pt x="75294" y="300881"/>
                </a:lnTo>
                <a:lnTo>
                  <a:pt x="73044" y="301054"/>
                </a:lnTo>
                <a:lnTo>
                  <a:pt x="71689" y="302333"/>
                </a:lnTo>
                <a:lnTo>
                  <a:pt x="72929" y="303264"/>
                </a:lnTo>
                <a:lnTo>
                  <a:pt x="73192" y="303778"/>
                </a:lnTo>
                <a:lnTo>
                  <a:pt x="74266" y="303607"/>
                </a:lnTo>
                <a:lnTo>
                  <a:pt x="74966" y="304254"/>
                </a:lnTo>
                <a:lnTo>
                  <a:pt x="75897" y="304421"/>
                </a:lnTo>
                <a:lnTo>
                  <a:pt x="76312" y="304019"/>
                </a:lnTo>
                <a:lnTo>
                  <a:pt x="76651" y="302778"/>
                </a:lnTo>
                <a:lnTo>
                  <a:pt x="79905" y="302823"/>
                </a:lnTo>
                <a:lnTo>
                  <a:pt x="80563" y="303099"/>
                </a:lnTo>
                <a:lnTo>
                  <a:pt x="80747" y="304077"/>
                </a:lnTo>
                <a:lnTo>
                  <a:pt x="80309" y="305340"/>
                </a:lnTo>
                <a:lnTo>
                  <a:pt x="80871" y="306504"/>
                </a:lnTo>
                <a:lnTo>
                  <a:pt x="79529" y="309234"/>
                </a:lnTo>
                <a:lnTo>
                  <a:pt x="79738" y="309944"/>
                </a:lnTo>
                <a:lnTo>
                  <a:pt x="80245" y="310402"/>
                </a:lnTo>
                <a:lnTo>
                  <a:pt x="81281" y="310249"/>
                </a:lnTo>
                <a:lnTo>
                  <a:pt x="82026" y="309773"/>
                </a:lnTo>
                <a:lnTo>
                  <a:pt x="85950" y="310854"/>
                </a:lnTo>
                <a:lnTo>
                  <a:pt x="87507" y="310552"/>
                </a:lnTo>
                <a:lnTo>
                  <a:pt x="89769" y="308715"/>
                </a:lnTo>
                <a:lnTo>
                  <a:pt x="92065" y="309205"/>
                </a:lnTo>
                <a:lnTo>
                  <a:pt x="96047" y="308618"/>
                </a:lnTo>
                <a:lnTo>
                  <a:pt x="96621" y="308741"/>
                </a:lnTo>
                <a:lnTo>
                  <a:pt x="97344" y="309113"/>
                </a:lnTo>
                <a:lnTo>
                  <a:pt x="98916" y="310668"/>
                </a:lnTo>
                <a:lnTo>
                  <a:pt x="100108" y="313987"/>
                </a:lnTo>
                <a:lnTo>
                  <a:pt x="101795" y="315775"/>
                </a:lnTo>
                <a:lnTo>
                  <a:pt x="103506" y="316274"/>
                </a:lnTo>
                <a:lnTo>
                  <a:pt x="104024" y="315296"/>
                </a:lnTo>
                <a:lnTo>
                  <a:pt x="103130" y="313145"/>
                </a:lnTo>
                <a:lnTo>
                  <a:pt x="103414" y="309773"/>
                </a:lnTo>
                <a:lnTo>
                  <a:pt x="103842" y="308602"/>
                </a:lnTo>
                <a:lnTo>
                  <a:pt x="105938" y="307099"/>
                </a:lnTo>
                <a:lnTo>
                  <a:pt x="107272" y="306904"/>
                </a:lnTo>
                <a:lnTo>
                  <a:pt x="110609" y="307259"/>
                </a:lnTo>
                <a:lnTo>
                  <a:pt x="112640" y="307057"/>
                </a:lnTo>
                <a:lnTo>
                  <a:pt x="114159" y="307412"/>
                </a:lnTo>
                <a:lnTo>
                  <a:pt x="117418" y="306456"/>
                </a:lnTo>
                <a:lnTo>
                  <a:pt x="118848" y="306760"/>
                </a:lnTo>
                <a:lnTo>
                  <a:pt x="120287" y="306661"/>
                </a:lnTo>
                <a:lnTo>
                  <a:pt x="121289" y="306980"/>
                </a:lnTo>
                <a:lnTo>
                  <a:pt x="122639" y="306725"/>
                </a:lnTo>
                <a:lnTo>
                  <a:pt x="123168" y="306316"/>
                </a:lnTo>
                <a:lnTo>
                  <a:pt x="123504" y="304490"/>
                </a:lnTo>
                <a:lnTo>
                  <a:pt x="124934" y="302919"/>
                </a:lnTo>
                <a:lnTo>
                  <a:pt x="125325" y="302048"/>
                </a:lnTo>
                <a:lnTo>
                  <a:pt x="125450" y="301400"/>
                </a:lnTo>
                <a:lnTo>
                  <a:pt x="124837" y="300725"/>
                </a:lnTo>
                <a:lnTo>
                  <a:pt x="125091" y="300081"/>
                </a:lnTo>
                <a:lnTo>
                  <a:pt x="127661" y="299200"/>
                </a:lnTo>
                <a:lnTo>
                  <a:pt x="128584" y="299347"/>
                </a:lnTo>
                <a:lnTo>
                  <a:pt x="130677" y="298883"/>
                </a:lnTo>
                <a:lnTo>
                  <a:pt x="132376" y="296821"/>
                </a:lnTo>
                <a:lnTo>
                  <a:pt x="133066" y="294375"/>
                </a:lnTo>
                <a:lnTo>
                  <a:pt x="133744" y="293422"/>
                </a:lnTo>
                <a:lnTo>
                  <a:pt x="135554" y="292919"/>
                </a:lnTo>
                <a:lnTo>
                  <a:pt x="137364" y="292874"/>
                </a:lnTo>
                <a:lnTo>
                  <a:pt x="138322" y="292450"/>
                </a:lnTo>
                <a:lnTo>
                  <a:pt x="138963" y="292545"/>
                </a:lnTo>
                <a:lnTo>
                  <a:pt x="139745" y="293086"/>
                </a:lnTo>
                <a:lnTo>
                  <a:pt x="140585" y="294684"/>
                </a:lnTo>
                <a:lnTo>
                  <a:pt x="141278" y="295201"/>
                </a:lnTo>
                <a:lnTo>
                  <a:pt x="143366" y="297801"/>
                </a:lnTo>
                <a:lnTo>
                  <a:pt x="143444" y="299665"/>
                </a:lnTo>
                <a:lnTo>
                  <a:pt x="141892" y="303764"/>
                </a:lnTo>
                <a:lnTo>
                  <a:pt x="142014" y="305121"/>
                </a:lnTo>
                <a:lnTo>
                  <a:pt x="143417" y="307765"/>
                </a:lnTo>
                <a:lnTo>
                  <a:pt x="144194" y="310621"/>
                </a:lnTo>
                <a:lnTo>
                  <a:pt x="144181" y="311715"/>
                </a:lnTo>
                <a:lnTo>
                  <a:pt x="146400" y="313034"/>
                </a:lnTo>
                <a:lnTo>
                  <a:pt x="147134" y="313857"/>
                </a:lnTo>
                <a:lnTo>
                  <a:pt x="147794" y="314042"/>
                </a:lnTo>
                <a:lnTo>
                  <a:pt x="147442" y="314791"/>
                </a:lnTo>
                <a:lnTo>
                  <a:pt x="145530" y="315719"/>
                </a:lnTo>
                <a:lnTo>
                  <a:pt x="145350" y="316472"/>
                </a:lnTo>
                <a:lnTo>
                  <a:pt x="146526" y="316938"/>
                </a:lnTo>
                <a:lnTo>
                  <a:pt x="148821" y="316809"/>
                </a:lnTo>
                <a:lnTo>
                  <a:pt x="149296" y="317310"/>
                </a:lnTo>
                <a:lnTo>
                  <a:pt x="150598" y="317850"/>
                </a:lnTo>
                <a:lnTo>
                  <a:pt x="151180" y="318482"/>
                </a:lnTo>
                <a:lnTo>
                  <a:pt x="151450" y="320583"/>
                </a:lnTo>
                <a:lnTo>
                  <a:pt x="153896" y="321950"/>
                </a:lnTo>
                <a:lnTo>
                  <a:pt x="153903" y="322448"/>
                </a:lnTo>
                <a:lnTo>
                  <a:pt x="154773" y="323019"/>
                </a:lnTo>
                <a:lnTo>
                  <a:pt x="155647" y="324184"/>
                </a:lnTo>
                <a:lnTo>
                  <a:pt x="157612" y="325302"/>
                </a:lnTo>
                <a:lnTo>
                  <a:pt x="162153" y="326694"/>
                </a:lnTo>
                <a:lnTo>
                  <a:pt x="163190" y="328904"/>
                </a:lnTo>
                <a:lnTo>
                  <a:pt x="163022" y="331492"/>
                </a:lnTo>
                <a:lnTo>
                  <a:pt x="162217" y="332253"/>
                </a:lnTo>
                <a:lnTo>
                  <a:pt x="162093" y="332802"/>
                </a:lnTo>
                <a:lnTo>
                  <a:pt x="162127" y="334110"/>
                </a:lnTo>
                <a:lnTo>
                  <a:pt x="162612" y="335272"/>
                </a:lnTo>
                <a:lnTo>
                  <a:pt x="163626" y="335618"/>
                </a:lnTo>
                <a:lnTo>
                  <a:pt x="164880" y="335042"/>
                </a:lnTo>
                <a:lnTo>
                  <a:pt x="166667" y="335509"/>
                </a:lnTo>
                <a:lnTo>
                  <a:pt x="167930" y="334560"/>
                </a:lnTo>
                <a:lnTo>
                  <a:pt x="168575" y="334475"/>
                </a:lnTo>
                <a:lnTo>
                  <a:pt x="169286" y="334651"/>
                </a:lnTo>
                <a:lnTo>
                  <a:pt x="170232" y="335729"/>
                </a:lnTo>
                <a:lnTo>
                  <a:pt x="170904" y="335789"/>
                </a:lnTo>
                <a:lnTo>
                  <a:pt x="171290" y="335479"/>
                </a:lnTo>
                <a:lnTo>
                  <a:pt x="171555" y="334502"/>
                </a:lnTo>
                <a:lnTo>
                  <a:pt x="171054" y="331487"/>
                </a:lnTo>
                <a:lnTo>
                  <a:pt x="168772" y="328228"/>
                </a:lnTo>
                <a:lnTo>
                  <a:pt x="169205" y="327425"/>
                </a:lnTo>
                <a:lnTo>
                  <a:pt x="169881" y="327142"/>
                </a:lnTo>
                <a:lnTo>
                  <a:pt x="171848" y="327291"/>
                </a:lnTo>
                <a:lnTo>
                  <a:pt x="172979" y="328722"/>
                </a:lnTo>
                <a:lnTo>
                  <a:pt x="173160" y="330380"/>
                </a:lnTo>
                <a:lnTo>
                  <a:pt x="174059" y="332742"/>
                </a:lnTo>
                <a:lnTo>
                  <a:pt x="173718" y="335527"/>
                </a:lnTo>
                <a:lnTo>
                  <a:pt x="173982" y="336113"/>
                </a:lnTo>
                <a:lnTo>
                  <a:pt x="175201" y="337010"/>
                </a:lnTo>
                <a:lnTo>
                  <a:pt x="176780" y="339993"/>
                </a:lnTo>
                <a:lnTo>
                  <a:pt x="179030" y="340173"/>
                </a:lnTo>
                <a:lnTo>
                  <a:pt x="180606" y="342426"/>
                </a:lnTo>
                <a:lnTo>
                  <a:pt x="181459" y="342312"/>
                </a:lnTo>
                <a:lnTo>
                  <a:pt x="183110" y="341112"/>
                </a:lnTo>
                <a:lnTo>
                  <a:pt x="182837" y="340468"/>
                </a:lnTo>
                <a:lnTo>
                  <a:pt x="181364" y="339129"/>
                </a:lnTo>
                <a:lnTo>
                  <a:pt x="181022" y="337394"/>
                </a:lnTo>
                <a:lnTo>
                  <a:pt x="181225" y="336367"/>
                </a:lnTo>
                <a:lnTo>
                  <a:pt x="182502" y="334416"/>
                </a:lnTo>
                <a:lnTo>
                  <a:pt x="183080" y="334491"/>
                </a:lnTo>
                <a:lnTo>
                  <a:pt x="183997" y="335119"/>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498481" y="4074428"/>
            <a:ext cx="707746" cy="797184"/>
          </a:xfrm>
          <a:custGeom>
            <a:avLst/>
            <a:gdLst/>
            <a:ahLst/>
            <a:cxnLst/>
            <a:rect l="l" t="t" r="r" b="b"/>
            <a:pathLst>
              <a:path w="707746" h="797184">
                <a:moveTo>
                  <a:pt x="198080" y="796922"/>
                </a:moveTo>
                <a:lnTo>
                  <a:pt x="198087" y="797184"/>
                </a:lnTo>
                <a:lnTo>
                  <a:pt x="198513" y="797101"/>
                </a:lnTo>
                <a:lnTo>
                  <a:pt x="199689" y="796116"/>
                </a:lnTo>
                <a:lnTo>
                  <a:pt x="200725" y="795806"/>
                </a:lnTo>
                <a:lnTo>
                  <a:pt x="201361" y="794948"/>
                </a:lnTo>
                <a:lnTo>
                  <a:pt x="203537" y="793183"/>
                </a:lnTo>
                <a:lnTo>
                  <a:pt x="204418" y="791292"/>
                </a:lnTo>
                <a:lnTo>
                  <a:pt x="204109" y="789975"/>
                </a:lnTo>
                <a:lnTo>
                  <a:pt x="205530" y="788713"/>
                </a:lnTo>
                <a:lnTo>
                  <a:pt x="205773" y="788028"/>
                </a:lnTo>
                <a:lnTo>
                  <a:pt x="206381" y="787568"/>
                </a:lnTo>
                <a:lnTo>
                  <a:pt x="206892" y="787575"/>
                </a:lnTo>
                <a:lnTo>
                  <a:pt x="207416" y="786133"/>
                </a:lnTo>
                <a:lnTo>
                  <a:pt x="208766" y="785543"/>
                </a:lnTo>
                <a:lnTo>
                  <a:pt x="208936" y="784987"/>
                </a:lnTo>
                <a:lnTo>
                  <a:pt x="209409" y="784715"/>
                </a:lnTo>
                <a:lnTo>
                  <a:pt x="209365" y="783997"/>
                </a:lnTo>
                <a:lnTo>
                  <a:pt x="210987" y="782661"/>
                </a:lnTo>
                <a:lnTo>
                  <a:pt x="211264" y="781250"/>
                </a:lnTo>
                <a:lnTo>
                  <a:pt x="212263" y="780618"/>
                </a:lnTo>
                <a:lnTo>
                  <a:pt x="212771" y="779746"/>
                </a:lnTo>
                <a:lnTo>
                  <a:pt x="212799" y="778995"/>
                </a:lnTo>
                <a:lnTo>
                  <a:pt x="213905" y="777268"/>
                </a:lnTo>
                <a:lnTo>
                  <a:pt x="216419" y="775247"/>
                </a:lnTo>
                <a:lnTo>
                  <a:pt x="217222" y="773542"/>
                </a:lnTo>
                <a:lnTo>
                  <a:pt x="217037" y="772616"/>
                </a:lnTo>
                <a:lnTo>
                  <a:pt x="217682" y="771830"/>
                </a:lnTo>
                <a:lnTo>
                  <a:pt x="217661" y="771198"/>
                </a:lnTo>
                <a:lnTo>
                  <a:pt x="218237" y="770388"/>
                </a:lnTo>
                <a:lnTo>
                  <a:pt x="219695" y="769145"/>
                </a:lnTo>
                <a:lnTo>
                  <a:pt x="219928" y="768468"/>
                </a:lnTo>
                <a:lnTo>
                  <a:pt x="221891" y="767125"/>
                </a:lnTo>
                <a:lnTo>
                  <a:pt x="222053" y="766621"/>
                </a:lnTo>
                <a:lnTo>
                  <a:pt x="222889" y="765908"/>
                </a:lnTo>
                <a:lnTo>
                  <a:pt x="222784" y="765519"/>
                </a:lnTo>
                <a:lnTo>
                  <a:pt x="223113" y="765034"/>
                </a:lnTo>
                <a:lnTo>
                  <a:pt x="223465" y="765010"/>
                </a:lnTo>
                <a:lnTo>
                  <a:pt x="223483" y="764675"/>
                </a:lnTo>
                <a:lnTo>
                  <a:pt x="224118" y="764452"/>
                </a:lnTo>
                <a:lnTo>
                  <a:pt x="224512" y="763741"/>
                </a:lnTo>
                <a:lnTo>
                  <a:pt x="225077" y="763426"/>
                </a:lnTo>
                <a:lnTo>
                  <a:pt x="225034" y="762790"/>
                </a:lnTo>
                <a:lnTo>
                  <a:pt x="225580" y="762191"/>
                </a:lnTo>
                <a:lnTo>
                  <a:pt x="225534" y="761771"/>
                </a:lnTo>
                <a:lnTo>
                  <a:pt x="226779" y="760737"/>
                </a:lnTo>
                <a:lnTo>
                  <a:pt x="227145" y="760200"/>
                </a:lnTo>
                <a:lnTo>
                  <a:pt x="227113" y="759738"/>
                </a:lnTo>
                <a:lnTo>
                  <a:pt x="228598" y="758805"/>
                </a:lnTo>
                <a:lnTo>
                  <a:pt x="228826" y="758282"/>
                </a:lnTo>
                <a:lnTo>
                  <a:pt x="229221" y="758221"/>
                </a:lnTo>
                <a:lnTo>
                  <a:pt x="229614" y="757462"/>
                </a:lnTo>
                <a:lnTo>
                  <a:pt x="229604" y="756619"/>
                </a:lnTo>
                <a:lnTo>
                  <a:pt x="230714" y="755668"/>
                </a:lnTo>
                <a:lnTo>
                  <a:pt x="232020" y="755113"/>
                </a:lnTo>
                <a:lnTo>
                  <a:pt x="233349" y="753372"/>
                </a:lnTo>
                <a:lnTo>
                  <a:pt x="233817" y="752327"/>
                </a:lnTo>
                <a:lnTo>
                  <a:pt x="233654" y="751869"/>
                </a:lnTo>
                <a:lnTo>
                  <a:pt x="235264" y="750548"/>
                </a:lnTo>
                <a:lnTo>
                  <a:pt x="235704" y="749245"/>
                </a:lnTo>
                <a:lnTo>
                  <a:pt x="235469" y="749021"/>
                </a:lnTo>
                <a:lnTo>
                  <a:pt x="235602" y="748590"/>
                </a:lnTo>
                <a:lnTo>
                  <a:pt x="236587" y="747868"/>
                </a:lnTo>
                <a:lnTo>
                  <a:pt x="236604" y="747269"/>
                </a:lnTo>
                <a:lnTo>
                  <a:pt x="237012" y="746933"/>
                </a:lnTo>
                <a:lnTo>
                  <a:pt x="236916" y="746166"/>
                </a:lnTo>
                <a:lnTo>
                  <a:pt x="238541" y="744229"/>
                </a:lnTo>
                <a:lnTo>
                  <a:pt x="238941" y="742849"/>
                </a:lnTo>
                <a:lnTo>
                  <a:pt x="240302" y="741574"/>
                </a:lnTo>
                <a:lnTo>
                  <a:pt x="241091" y="740191"/>
                </a:lnTo>
                <a:lnTo>
                  <a:pt x="242458" y="739034"/>
                </a:lnTo>
                <a:lnTo>
                  <a:pt x="243174" y="737782"/>
                </a:lnTo>
                <a:lnTo>
                  <a:pt x="243197" y="737111"/>
                </a:lnTo>
                <a:lnTo>
                  <a:pt x="245274" y="734711"/>
                </a:lnTo>
                <a:lnTo>
                  <a:pt x="245080" y="734139"/>
                </a:lnTo>
                <a:lnTo>
                  <a:pt x="245960" y="732703"/>
                </a:lnTo>
                <a:lnTo>
                  <a:pt x="248970" y="729698"/>
                </a:lnTo>
                <a:lnTo>
                  <a:pt x="248977" y="729000"/>
                </a:lnTo>
                <a:lnTo>
                  <a:pt x="249475" y="728250"/>
                </a:lnTo>
                <a:lnTo>
                  <a:pt x="250971" y="726990"/>
                </a:lnTo>
                <a:lnTo>
                  <a:pt x="252246" y="724628"/>
                </a:lnTo>
                <a:lnTo>
                  <a:pt x="254239" y="722621"/>
                </a:lnTo>
                <a:lnTo>
                  <a:pt x="254446" y="721631"/>
                </a:lnTo>
                <a:lnTo>
                  <a:pt x="255016" y="720475"/>
                </a:lnTo>
                <a:lnTo>
                  <a:pt x="255687" y="719848"/>
                </a:lnTo>
                <a:lnTo>
                  <a:pt x="255908" y="718965"/>
                </a:lnTo>
                <a:lnTo>
                  <a:pt x="258324" y="716322"/>
                </a:lnTo>
                <a:lnTo>
                  <a:pt x="258698" y="716206"/>
                </a:lnTo>
                <a:lnTo>
                  <a:pt x="259146" y="715487"/>
                </a:lnTo>
                <a:lnTo>
                  <a:pt x="259015" y="715125"/>
                </a:lnTo>
                <a:lnTo>
                  <a:pt x="259575" y="714404"/>
                </a:lnTo>
                <a:lnTo>
                  <a:pt x="260871" y="713510"/>
                </a:lnTo>
                <a:lnTo>
                  <a:pt x="260483" y="712876"/>
                </a:lnTo>
                <a:lnTo>
                  <a:pt x="261043" y="711120"/>
                </a:lnTo>
                <a:lnTo>
                  <a:pt x="263746" y="707695"/>
                </a:lnTo>
                <a:lnTo>
                  <a:pt x="264860" y="706844"/>
                </a:lnTo>
                <a:lnTo>
                  <a:pt x="267642" y="700996"/>
                </a:lnTo>
                <a:lnTo>
                  <a:pt x="268831" y="700082"/>
                </a:lnTo>
                <a:lnTo>
                  <a:pt x="269344" y="698879"/>
                </a:lnTo>
                <a:lnTo>
                  <a:pt x="271502" y="697314"/>
                </a:lnTo>
                <a:lnTo>
                  <a:pt x="271981" y="696357"/>
                </a:lnTo>
                <a:lnTo>
                  <a:pt x="271822" y="695791"/>
                </a:lnTo>
                <a:lnTo>
                  <a:pt x="272471" y="694452"/>
                </a:lnTo>
                <a:lnTo>
                  <a:pt x="274869" y="692338"/>
                </a:lnTo>
                <a:lnTo>
                  <a:pt x="274962" y="691386"/>
                </a:lnTo>
                <a:lnTo>
                  <a:pt x="276359" y="689517"/>
                </a:lnTo>
                <a:lnTo>
                  <a:pt x="276721" y="687612"/>
                </a:lnTo>
                <a:lnTo>
                  <a:pt x="278227" y="685285"/>
                </a:lnTo>
                <a:lnTo>
                  <a:pt x="280149" y="683323"/>
                </a:lnTo>
                <a:lnTo>
                  <a:pt x="280336" y="681753"/>
                </a:lnTo>
                <a:lnTo>
                  <a:pt x="281461" y="680213"/>
                </a:lnTo>
                <a:lnTo>
                  <a:pt x="281624" y="679502"/>
                </a:lnTo>
                <a:lnTo>
                  <a:pt x="282844" y="678345"/>
                </a:lnTo>
                <a:lnTo>
                  <a:pt x="283315" y="677335"/>
                </a:lnTo>
                <a:lnTo>
                  <a:pt x="283859" y="677004"/>
                </a:lnTo>
                <a:lnTo>
                  <a:pt x="283600" y="676034"/>
                </a:lnTo>
                <a:lnTo>
                  <a:pt x="283941" y="675168"/>
                </a:lnTo>
                <a:lnTo>
                  <a:pt x="285151" y="673852"/>
                </a:lnTo>
                <a:lnTo>
                  <a:pt x="286091" y="671821"/>
                </a:lnTo>
                <a:lnTo>
                  <a:pt x="287433" y="670690"/>
                </a:lnTo>
                <a:lnTo>
                  <a:pt x="287937" y="669248"/>
                </a:lnTo>
                <a:lnTo>
                  <a:pt x="288844" y="668342"/>
                </a:lnTo>
                <a:lnTo>
                  <a:pt x="289155" y="667003"/>
                </a:lnTo>
                <a:lnTo>
                  <a:pt x="290180" y="665693"/>
                </a:lnTo>
                <a:lnTo>
                  <a:pt x="291891" y="664223"/>
                </a:lnTo>
                <a:lnTo>
                  <a:pt x="292039" y="663400"/>
                </a:lnTo>
                <a:lnTo>
                  <a:pt x="292775" y="662382"/>
                </a:lnTo>
                <a:lnTo>
                  <a:pt x="295056" y="660210"/>
                </a:lnTo>
                <a:lnTo>
                  <a:pt x="295023" y="659056"/>
                </a:lnTo>
                <a:lnTo>
                  <a:pt x="296152" y="657142"/>
                </a:lnTo>
                <a:lnTo>
                  <a:pt x="297283" y="653909"/>
                </a:lnTo>
                <a:lnTo>
                  <a:pt x="298163" y="652487"/>
                </a:lnTo>
                <a:lnTo>
                  <a:pt x="299589" y="650931"/>
                </a:lnTo>
                <a:lnTo>
                  <a:pt x="299895" y="649398"/>
                </a:lnTo>
                <a:lnTo>
                  <a:pt x="299650" y="648884"/>
                </a:lnTo>
                <a:lnTo>
                  <a:pt x="300020" y="648032"/>
                </a:lnTo>
                <a:lnTo>
                  <a:pt x="301689" y="645744"/>
                </a:lnTo>
                <a:lnTo>
                  <a:pt x="303637" y="643828"/>
                </a:lnTo>
                <a:lnTo>
                  <a:pt x="303650" y="642868"/>
                </a:lnTo>
                <a:lnTo>
                  <a:pt x="304775" y="641348"/>
                </a:lnTo>
                <a:lnTo>
                  <a:pt x="305209" y="640104"/>
                </a:lnTo>
                <a:lnTo>
                  <a:pt x="306698" y="638442"/>
                </a:lnTo>
                <a:lnTo>
                  <a:pt x="306723" y="637473"/>
                </a:lnTo>
                <a:lnTo>
                  <a:pt x="307647" y="635554"/>
                </a:lnTo>
                <a:lnTo>
                  <a:pt x="307736" y="634802"/>
                </a:lnTo>
                <a:lnTo>
                  <a:pt x="309110" y="632659"/>
                </a:lnTo>
                <a:lnTo>
                  <a:pt x="310734" y="629113"/>
                </a:lnTo>
                <a:lnTo>
                  <a:pt x="313871" y="624014"/>
                </a:lnTo>
                <a:lnTo>
                  <a:pt x="315664" y="621901"/>
                </a:lnTo>
                <a:lnTo>
                  <a:pt x="318089" y="616372"/>
                </a:lnTo>
                <a:lnTo>
                  <a:pt x="318851" y="615270"/>
                </a:lnTo>
                <a:lnTo>
                  <a:pt x="318842" y="614654"/>
                </a:lnTo>
                <a:lnTo>
                  <a:pt x="322811" y="608170"/>
                </a:lnTo>
                <a:lnTo>
                  <a:pt x="325286" y="605107"/>
                </a:lnTo>
                <a:lnTo>
                  <a:pt x="329962" y="600907"/>
                </a:lnTo>
                <a:lnTo>
                  <a:pt x="333046" y="598602"/>
                </a:lnTo>
                <a:lnTo>
                  <a:pt x="334912" y="596352"/>
                </a:lnTo>
                <a:lnTo>
                  <a:pt x="337504" y="594450"/>
                </a:lnTo>
                <a:lnTo>
                  <a:pt x="341526" y="589563"/>
                </a:lnTo>
                <a:lnTo>
                  <a:pt x="345483" y="585558"/>
                </a:lnTo>
                <a:lnTo>
                  <a:pt x="346917" y="583524"/>
                </a:lnTo>
                <a:lnTo>
                  <a:pt x="349474" y="581047"/>
                </a:lnTo>
                <a:lnTo>
                  <a:pt x="353760" y="575723"/>
                </a:lnTo>
                <a:lnTo>
                  <a:pt x="354094" y="575067"/>
                </a:lnTo>
                <a:lnTo>
                  <a:pt x="354015" y="573688"/>
                </a:lnTo>
                <a:lnTo>
                  <a:pt x="354643" y="573080"/>
                </a:lnTo>
                <a:lnTo>
                  <a:pt x="353814" y="573214"/>
                </a:lnTo>
                <a:lnTo>
                  <a:pt x="353181" y="573896"/>
                </a:lnTo>
                <a:lnTo>
                  <a:pt x="351774" y="572914"/>
                </a:lnTo>
                <a:lnTo>
                  <a:pt x="350638" y="569573"/>
                </a:lnTo>
                <a:lnTo>
                  <a:pt x="350492" y="566927"/>
                </a:lnTo>
                <a:lnTo>
                  <a:pt x="350919" y="564641"/>
                </a:lnTo>
                <a:lnTo>
                  <a:pt x="352026" y="561260"/>
                </a:lnTo>
                <a:lnTo>
                  <a:pt x="355044" y="555056"/>
                </a:lnTo>
                <a:lnTo>
                  <a:pt x="360325" y="547151"/>
                </a:lnTo>
                <a:lnTo>
                  <a:pt x="361712" y="544092"/>
                </a:lnTo>
                <a:lnTo>
                  <a:pt x="364827" y="538951"/>
                </a:lnTo>
                <a:lnTo>
                  <a:pt x="365710" y="536928"/>
                </a:lnTo>
                <a:lnTo>
                  <a:pt x="366714" y="535715"/>
                </a:lnTo>
                <a:lnTo>
                  <a:pt x="368285" y="532361"/>
                </a:lnTo>
                <a:lnTo>
                  <a:pt x="373318" y="525868"/>
                </a:lnTo>
                <a:lnTo>
                  <a:pt x="375691" y="521886"/>
                </a:lnTo>
                <a:lnTo>
                  <a:pt x="377880" y="519237"/>
                </a:lnTo>
                <a:lnTo>
                  <a:pt x="378213" y="518311"/>
                </a:lnTo>
                <a:lnTo>
                  <a:pt x="381711" y="514895"/>
                </a:lnTo>
                <a:lnTo>
                  <a:pt x="383614" y="513488"/>
                </a:lnTo>
                <a:lnTo>
                  <a:pt x="384895" y="511971"/>
                </a:lnTo>
                <a:lnTo>
                  <a:pt x="384855" y="511456"/>
                </a:lnTo>
                <a:lnTo>
                  <a:pt x="385798" y="509716"/>
                </a:lnTo>
                <a:lnTo>
                  <a:pt x="385767" y="509236"/>
                </a:lnTo>
                <a:lnTo>
                  <a:pt x="387245" y="506637"/>
                </a:lnTo>
                <a:lnTo>
                  <a:pt x="390024" y="503378"/>
                </a:lnTo>
                <a:lnTo>
                  <a:pt x="391135" y="502661"/>
                </a:lnTo>
                <a:lnTo>
                  <a:pt x="392432" y="501272"/>
                </a:lnTo>
                <a:lnTo>
                  <a:pt x="394957" y="497926"/>
                </a:lnTo>
                <a:lnTo>
                  <a:pt x="396119" y="497031"/>
                </a:lnTo>
                <a:lnTo>
                  <a:pt x="396612" y="495815"/>
                </a:lnTo>
                <a:lnTo>
                  <a:pt x="397594" y="494958"/>
                </a:lnTo>
                <a:lnTo>
                  <a:pt x="397477" y="494658"/>
                </a:lnTo>
                <a:lnTo>
                  <a:pt x="397887" y="493992"/>
                </a:lnTo>
                <a:lnTo>
                  <a:pt x="400809" y="490903"/>
                </a:lnTo>
                <a:lnTo>
                  <a:pt x="402084" y="488751"/>
                </a:lnTo>
                <a:lnTo>
                  <a:pt x="404936" y="486409"/>
                </a:lnTo>
                <a:lnTo>
                  <a:pt x="405258" y="485817"/>
                </a:lnTo>
                <a:lnTo>
                  <a:pt x="405182" y="485183"/>
                </a:lnTo>
                <a:lnTo>
                  <a:pt x="406069" y="483817"/>
                </a:lnTo>
                <a:lnTo>
                  <a:pt x="407594" y="482577"/>
                </a:lnTo>
                <a:lnTo>
                  <a:pt x="409223" y="480722"/>
                </a:lnTo>
                <a:lnTo>
                  <a:pt x="415197" y="475827"/>
                </a:lnTo>
                <a:lnTo>
                  <a:pt x="415879" y="474508"/>
                </a:lnTo>
                <a:lnTo>
                  <a:pt x="418375" y="471849"/>
                </a:lnTo>
                <a:lnTo>
                  <a:pt x="420675" y="470363"/>
                </a:lnTo>
                <a:lnTo>
                  <a:pt x="421916" y="468646"/>
                </a:lnTo>
                <a:lnTo>
                  <a:pt x="423394" y="467631"/>
                </a:lnTo>
                <a:lnTo>
                  <a:pt x="424432" y="466020"/>
                </a:lnTo>
                <a:lnTo>
                  <a:pt x="424449" y="465174"/>
                </a:lnTo>
                <a:lnTo>
                  <a:pt x="426083" y="463210"/>
                </a:lnTo>
                <a:lnTo>
                  <a:pt x="429360" y="460433"/>
                </a:lnTo>
                <a:lnTo>
                  <a:pt x="431319" y="459475"/>
                </a:lnTo>
                <a:lnTo>
                  <a:pt x="431468" y="458815"/>
                </a:lnTo>
                <a:lnTo>
                  <a:pt x="432634" y="457168"/>
                </a:lnTo>
                <a:lnTo>
                  <a:pt x="434548" y="456333"/>
                </a:lnTo>
                <a:lnTo>
                  <a:pt x="435346" y="455340"/>
                </a:lnTo>
                <a:lnTo>
                  <a:pt x="438558" y="452829"/>
                </a:lnTo>
                <a:lnTo>
                  <a:pt x="441563" y="449856"/>
                </a:lnTo>
                <a:lnTo>
                  <a:pt x="444704" y="447527"/>
                </a:lnTo>
                <a:lnTo>
                  <a:pt x="447131" y="445248"/>
                </a:lnTo>
                <a:lnTo>
                  <a:pt x="452897" y="438820"/>
                </a:lnTo>
                <a:lnTo>
                  <a:pt x="459093" y="431072"/>
                </a:lnTo>
                <a:lnTo>
                  <a:pt x="462787" y="428035"/>
                </a:lnTo>
                <a:lnTo>
                  <a:pt x="466176" y="424330"/>
                </a:lnTo>
                <a:lnTo>
                  <a:pt x="472238" y="418932"/>
                </a:lnTo>
                <a:lnTo>
                  <a:pt x="475779" y="414533"/>
                </a:lnTo>
                <a:lnTo>
                  <a:pt x="480711" y="409477"/>
                </a:lnTo>
                <a:lnTo>
                  <a:pt x="484448" y="407477"/>
                </a:lnTo>
                <a:lnTo>
                  <a:pt x="487906" y="406160"/>
                </a:lnTo>
                <a:lnTo>
                  <a:pt x="490597" y="405539"/>
                </a:lnTo>
                <a:lnTo>
                  <a:pt x="491424" y="405050"/>
                </a:lnTo>
                <a:lnTo>
                  <a:pt x="495129" y="404878"/>
                </a:lnTo>
                <a:lnTo>
                  <a:pt x="502345" y="402400"/>
                </a:lnTo>
                <a:lnTo>
                  <a:pt x="508156" y="401106"/>
                </a:lnTo>
                <a:lnTo>
                  <a:pt x="511089" y="399751"/>
                </a:lnTo>
                <a:lnTo>
                  <a:pt x="512023" y="399061"/>
                </a:lnTo>
                <a:lnTo>
                  <a:pt x="515349" y="398317"/>
                </a:lnTo>
                <a:lnTo>
                  <a:pt x="522915" y="395306"/>
                </a:lnTo>
                <a:lnTo>
                  <a:pt x="524411" y="394407"/>
                </a:lnTo>
                <a:lnTo>
                  <a:pt x="527120" y="392204"/>
                </a:lnTo>
                <a:lnTo>
                  <a:pt x="527324" y="392374"/>
                </a:lnTo>
                <a:lnTo>
                  <a:pt x="533910" y="386340"/>
                </a:lnTo>
                <a:lnTo>
                  <a:pt x="537867" y="383354"/>
                </a:lnTo>
                <a:lnTo>
                  <a:pt x="539917" y="380656"/>
                </a:lnTo>
                <a:lnTo>
                  <a:pt x="544387" y="377440"/>
                </a:lnTo>
                <a:lnTo>
                  <a:pt x="550134" y="371497"/>
                </a:lnTo>
                <a:lnTo>
                  <a:pt x="556735" y="366353"/>
                </a:lnTo>
                <a:lnTo>
                  <a:pt x="562461" y="360215"/>
                </a:lnTo>
                <a:lnTo>
                  <a:pt x="566751" y="356892"/>
                </a:lnTo>
                <a:lnTo>
                  <a:pt x="570932" y="354550"/>
                </a:lnTo>
                <a:lnTo>
                  <a:pt x="573768" y="352400"/>
                </a:lnTo>
                <a:lnTo>
                  <a:pt x="575150" y="351275"/>
                </a:lnTo>
                <a:lnTo>
                  <a:pt x="576134" y="349658"/>
                </a:lnTo>
                <a:lnTo>
                  <a:pt x="577879" y="347677"/>
                </a:lnTo>
                <a:lnTo>
                  <a:pt x="582710" y="344456"/>
                </a:lnTo>
                <a:lnTo>
                  <a:pt x="586216" y="341402"/>
                </a:lnTo>
                <a:lnTo>
                  <a:pt x="590168" y="336749"/>
                </a:lnTo>
                <a:lnTo>
                  <a:pt x="593645" y="331683"/>
                </a:lnTo>
                <a:lnTo>
                  <a:pt x="594043" y="330248"/>
                </a:lnTo>
                <a:lnTo>
                  <a:pt x="596061" y="326067"/>
                </a:lnTo>
                <a:lnTo>
                  <a:pt x="596864" y="322531"/>
                </a:lnTo>
                <a:lnTo>
                  <a:pt x="606107" y="324869"/>
                </a:lnTo>
                <a:lnTo>
                  <a:pt x="607417" y="319066"/>
                </a:lnTo>
                <a:lnTo>
                  <a:pt x="608921" y="314518"/>
                </a:lnTo>
                <a:lnTo>
                  <a:pt x="609063" y="313095"/>
                </a:lnTo>
                <a:lnTo>
                  <a:pt x="608667" y="309880"/>
                </a:lnTo>
                <a:lnTo>
                  <a:pt x="609471" y="306523"/>
                </a:lnTo>
                <a:lnTo>
                  <a:pt x="611733" y="302480"/>
                </a:lnTo>
                <a:lnTo>
                  <a:pt x="618665" y="292096"/>
                </a:lnTo>
                <a:lnTo>
                  <a:pt x="627553" y="276990"/>
                </a:lnTo>
                <a:lnTo>
                  <a:pt x="631591" y="269320"/>
                </a:lnTo>
                <a:lnTo>
                  <a:pt x="634864" y="261059"/>
                </a:lnTo>
                <a:lnTo>
                  <a:pt x="635189" y="255400"/>
                </a:lnTo>
                <a:lnTo>
                  <a:pt x="635756" y="251717"/>
                </a:lnTo>
                <a:lnTo>
                  <a:pt x="639627" y="237259"/>
                </a:lnTo>
                <a:lnTo>
                  <a:pt x="641288" y="231973"/>
                </a:lnTo>
                <a:lnTo>
                  <a:pt x="643497" y="222983"/>
                </a:lnTo>
                <a:lnTo>
                  <a:pt x="643860" y="220774"/>
                </a:lnTo>
                <a:lnTo>
                  <a:pt x="643455" y="219862"/>
                </a:lnTo>
                <a:lnTo>
                  <a:pt x="643299" y="215701"/>
                </a:lnTo>
                <a:lnTo>
                  <a:pt x="645887" y="202512"/>
                </a:lnTo>
                <a:lnTo>
                  <a:pt x="647827" y="194769"/>
                </a:lnTo>
                <a:lnTo>
                  <a:pt x="651126" y="184615"/>
                </a:lnTo>
                <a:lnTo>
                  <a:pt x="654252" y="177466"/>
                </a:lnTo>
                <a:lnTo>
                  <a:pt x="654941" y="174769"/>
                </a:lnTo>
                <a:lnTo>
                  <a:pt x="655957" y="172398"/>
                </a:lnTo>
                <a:lnTo>
                  <a:pt x="655993" y="171349"/>
                </a:lnTo>
                <a:lnTo>
                  <a:pt x="657729" y="165985"/>
                </a:lnTo>
                <a:lnTo>
                  <a:pt x="659008" y="159806"/>
                </a:lnTo>
                <a:lnTo>
                  <a:pt x="661328" y="154719"/>
                </a:lnTo>
                <a:lnTo>
                  <a:pt x="663059" y="149909"/>
                </a:lnTo>
                <a:lnTo>
                  <a:pt x="663364" y="148087"/>
                </a:lnTo>
                <a:lnTo>
                  <a:pt x="662717" y="147459"/>
                </a:lnTo>
                <a:lnTo>
                  <a:pt x="662433" y="145896"/>
                </a:lnTo>
                <a:lnTo>
                  <a:pt x="663211" y="142206"/>
                </a:lnTo>
                <a:lnTo>
                  <a:pt x="667177" y="134204"/>
                </a:lnTo>
                <a:lnTo>
                  <a:pt x="669723" y="130629"/>
                </a:lnTo>
                <a:lnTo>
                  <a:pt x="671173" y="126263"/>
                </a:lnTo>
                <a:lnTo>
                  <a:pt x="673378" y="122295"/>
                </a:lnTo>
                <a:lnTo>
                  <a:pt x="673413" y="121582"/>
                </a:lnTo>
                <a:lnTo>
                  <a:pt x="675055" y="117117"/>
                </a:lnTo>
                <a:lnTo>
                  <a:pt x="677354" y="113104"/>
                </a:lnTo>
                <a:lnTo>
                  <a:pt x="677390" y="111663"/>
                </a:lnTo>
                <a:lnTo>
                  <a:pt x="677793" y="110399"/>
                </a:lnTo>
                <a:lnTo>
                  <a:pt x="680287" y="106083"/>
                </a:lnTo>
                <a:lnTo>
                  <a:pt x="681525" y="103283"/>
                </a:lnTo>
                <a:lnTo>
                  <a:pt x="681974" y="102158"/>
                </a:lnTo>
                <a:lnTo>
                  <a:pt x="681790" y="101184"/>
                </a:lnTo>
                <a:lnTo>
                  <a:pt x="682315" y="99423"/>
                </a:lnTo>
                <a:lnTo>
                  <a:pt x="685974" y="93222"/>
                </a:lnTo>
                <a:lnTo>
                  <a:pt x="686251" y="92499"/>
                </a:lnTo>
                <a:lnTo>
                  <a:pt x="686088" y="91576"/>
                </a:lnTo>
                <a:lnTo>
                  <a:pt x="686303" y="90712"/>
                </a:lnTo>
                <a:lnTo>
                  <a:pt x="689116" y="85394"/>
                </a:lnTo>
                <a:lnTo>
                  <a:pt x="688635" y="84602"/>
                </a:lnTo>
                <a:lnTo>
                  <a:pt x="689122" y="82254"/>
                </a:lnTo>
                <a:lnTo>
                  <a:pt x="693140" y="75981"/>
                </a:lnTo>
                <a:lnTo>
                  <a:pt x="693676" y="75670"/>
                </a:lnTo>
                <a:lnTo>
                  <a:pt x="693148" y="75114"/>
                </a:lnTo>
                <a:lnTo>
                  <a:pt x="693423" y="74264"/>
                </a:lnTo>
                <a:lnTo>
                  <a:pt x="695148" y="71145"/>
                </a:lnTo>
                <a:lnTo>
                  <a:pt x="696149" y="69889"/>
                </a:lnTo>
                <a:lnTo>
                  <a:pt x="695888" y="68334"/>
                </a:lnTo>
                <a:lnTo>
                  <a:pt x="697759" y="64115"/>
                </a:lnTo>
                <a:lnTo>
                  <a:pt x="698205" y="60625"/>
                </a:lnTo>
                <a:lnTo>
                  <a:pt x="700076" y="56755"/>
                </a:lnTo>
                <a:lnTo>
                  <a:pt x="700690" y="54000"/>
                </a:lnTo>
                <a:lnTo>
                  <a:pt x="701855" y="51495"/>
                </a:lnTo>
                <a:lnTo>
                  <a:pt x="701379" y="50727"/>
                </a:lnTo>
                <a:lnTo>
                  <a:pt x="701429" y="49688"/>
                </a:lnTo>
                <a:lnTo>
                  <a:pt x="702956" y="45888"/>
                </a:lnTo>
                <a:lnTo>
                  <a:pt x="703978" y="42450"/>
                </a:lnTo>
                <a:lnTo>
                  <a:pt x="703693" y="39014"/>
                </a:lnTo>
                <a:lnTo>
                  <a:pt x="704957" y="34867"/>
                </a:lnTo>
                <a:lnTo>
                  <a:pt x="706013" y="27507"/>
                </a:lnTo>
                <a:lnTo>
                  <a:pt x="707746" y="23079"/>
                </a:lnTo>
                <a:lnTo>
                  <a:pt x="698813" y="19747"/>
                </a:lnTo>
                <a:lnTo>
                  <a:pt x="698742" y="19933"/>
                </a:lnTo>
                <a:lnTo>
                  <a:pt x="698731" y="19741"/>
                </a:lnTo>
                <a:lnTo>
                  <a:pt x="698212" y="19725"/>
                </a:lnTo>
                <a:lnTo>
                  <a:pt x="692951" y="20502"/>
                </a:lnTo>
                <a:lnTo>
                  <a:pt x="684363" y="20011"/>
                </a:lnTo>
                <a:lnTo>
                  <a:pt x="678540" y="19265"/>
                </a:lnTo>
                <a:lnTo>
                  <a:pt x="670532" y="19658"/>
                </a:lnTo>
                <a:lnTo>
                  <a:pt x="663240" y="19240"/>
                </a:lnTo>
                <a:lnTo>
                  <a:pt x="643351" y="17182"/>
                </a:lnTo>
                <a:lnTo>
                  <a:pt x="606122" y="14608"/>
                </a:lnTo>
                <a:lnTo>
                  <a:pt x="606104" y="12902"/>
                </a:lnTo>
                <a:lnTo>
                  <a:pt x="605272" y="12928"/>
                </a:lnTo>
                <a:lnTo>
                  <a:pt x="604795" y="13744"/>
                </a:lnTo>
                <a:lnTo>
                  <a:pt x="603435" y="14406"/>
                </a:lnTo>
                <a:lnTo>
                  <a:pt x="602567" y="12874"/>
                </a:lnTo>
                <a:lnTo>
                  <a:pt x="601797" y="12144"/>
                </a:lnTo>
                <a:lnTo>
                  <a:pt x="601107" y="12133"/>
                </a:lnTo>
                <a:lnTo>
                  <a:pt x="599644" y="12731"/>
                </a:lnTo>
                <a:lnTo>
                  <a:pt x="597560" y="11885"/>
                </a:lnTo>
                <a:lnTo>
                  <a:pt x="596230" y="11836"/>
                </a:lnTo>
                <a:lnTo>
                  <a:pt x="595013" y="10958"/>
                </a:lnTo>
                <a:lnTo>
                  <a:pt x="594121" y="11060"/>
                </a:lnTo>
                <a:lnTo>
                  <a:pt x="592158" y="10496"/>
                </a:lnTo>
                <a:lnTo>
                  <a:pt x="591015" y="10651"/>
                </a:lnTo>
                <a:lnTo>
                  <a:pt x="590480" y="9629"/>
                </a:lnTo>
                <a:lnTo>
                  <a:pt x="589730" y="9027"/>
                </a:lnTo>
                <a:lnTo>
                  <a:pt x="587725" y="8599"/>
                </a:lnTo>
                <a:lnTo>
                  <a:pt x="584879" y="7243"/>
                </a:lnTo>
                <a:lnTo>
                  <a:pt x="584074" y="7532"/>
                </a:lnTo>
                <a:lnTo>
                  <a:pt x="582755" y="8550"/>
                </a:lnTo>
                <a:lnTo>
                  <a:pt x="582019" y="11263"/>
                </a:lnTo>
                <a:lnTo>
                  <a:pt x="580823" y="11531"/>
                </a:lnTo>
                <a:lnTo>
                  <a:pt x="578823" y="12620"/>
                </a:lnTo>
                <a:lnTo>
                  <a:pt x="578093" y="12602"/>
                </a:lnTo>
                <a:lnTo>
                  <a:pt x="575150" y="11706"/>
                </a:lnTo>
                <a:lnTo>
                  <a:pt x="573534" y="10922"/>
                </a:lnTo>
                <a:lnTo>
                  <a:pt x="571772" y="9414"/>
                </a:lnTo>
                <a:lnTo>
                  <a:pt x="571297" y="7895"/>
                </a:lnTo>
                <a:lnTo>
                  <a:pt x="568441" y="7578"/>
                </a:lnTo>
                <a:lnTo>
                  <a:pt x="567871" y="7291"/>
                </a:lnTo>
                <a:lnTo>
                  <a:pt x="566071" y="3770"/>
                </a:lnTo>
                <a:lnTo>
                  <a:pt x="565672" y="1501"/>
                </a:lnTo>
                <a:lnTo>
                  <a:pt x="564860" y="647"/>
                </a:lnTo>
                <a:lnTo>
                  <a:pt x="563643" y="512"/>
                </a:lnTo>
                <a:lnTo>
                  <a:pt x="559938" y="1213"/>
                </a:lnTo>
                <a:lnTo>
                  <a:pt x="558878" y="1541"/>
                </a:lnTo>
                <a:lnTo>
                  <a:pt x="557919" y="2511"/>
                </a:lnTo>
                <a:lnTo>
                  <a:pt x="556844" y="2674"/>
                </a:lnTo>
                <a:lnTo>
                  <a:pt x="555370" y="2303"/>
                </a:lnTo>
                <a:lnTo>
                  <a:pt x="554316" y="1339"/>
                </a:lnTo>
                <a:lnTo>
                  <a:pt x="553670" y="307"/>
                </a:lnTo>
                <a:lnTo>
                  <a:pt x="552479" y="0"/>
                </a:lnTo>
                <a:lnTo>
                  <a:pt x="550786" y="200"/>
                </a:lnTo>
                <a:lnTo>
                  <a:pt x="549666" y="659"/>
                </a:lnTo>
                <a:lnTo>
                  <a:pt x="550332" y="2549"/>
                </a:lnTo>
                <a:lnTo>
                  <a:pt x="545691" y="22198"/>
                </a:lnTo>
                <a:lnTo>
                  <a:pt x="546290" y="24897"/>
                </a:lnTo>
                <a:lnTo>
                  <a:pt x="542804" y="36755"/>
                </a:lnTo>
                <a:lnTo>
                  <a:pt x="543130" y="37735"/>
                </a:lnTo>
                <a:lnTo>
                  <a:pt x="542432" y="43888"/>
                </a:lnTo>
                <a:lnTo>
                  <a:pt x="540901" y="53812"/>
                </a:lnTo>
                <a:lnTo>
                  <a:pt x="539736" y="58595"/>
                </a:lnTo>
                <a:lnTo>
                  <a:pt x="540040" y="59656"/>
                </a:lnTo>
                <a:lnTo>
                  <a:pt x="539988" y="61319"/>
                </a:lnTo>
                <a:lnTo>
                  <a:pt x="539273" y="64686"/>
                </a:lnTo>
                <a:lnTo>
                  <a:pt x="538885" y="78897"/>
                </a:lnTo>
                <a:lnTo>
                  <a:pt x="537589" y="95634"/>
                </a:lnTo>
                <a:lnTo>
                  <a:pt x="537848" y="96942"/>
                </a:lnTo>
                <a:lnTo>
                  <a:pt x="455801" y="91453"/>
                </a:lnTo>
                <a:lnTo>
                  <a:pt x="419391" y="75559"/>
                </a:lnTo>
                <a:lnTo>
                  <a:pt x="406774" y="88969"/>
                </a:lnTo>
                <a:lnTo>
                  <a:pt x="399615" y="98386"/>
                </a:lnTo>
                <a:lnTo>
                  <a:pt x="395439" y="97028"/>
                </a:lnTo>
                <a:lnTo>
                  <a:pt x="388963" y="91521"/>
                </a:lnTo>
                <a:lnTo>
                  <a:pt x="389092" y="91032"/>
                </a:lnTo>
                <a:lnTo>
                  <a:pt x="388658" y="90358"/>
                </a:lnTo>
                <a:lnTo>
                  <a:pt x="386081" y="91327"/>
                </a:lnTo>
                <a:lnTo>
                  <a:pt x="385130" y="92707"/>
                </a:lnTo>
                <a:lnTo>
                  <a:pt x="382868" y="91670"/>
                </a:lnTo>
                <a:lnTo>
                  <a:pt x="380367" y="92465"/>
                </a:lnTo>
                <a:lnTo>
                  <a:pt x="379953" y="92807"/>
                </a:lnTo>
                <a:lnTo>
                  <a:pt x="379506" y="94072"/>
                </a:lnTo>
                <a:lnTo>
                  <a:pt x="379120" y="94314"/>
                </a:lnTo>
                <a:lnTo>
                  <a:pt x="378115" y="93915"/>
                </a:lnTo>
                <a:lnTo>
                  <a:pt x="377640" y="92798"/>
                </a:lnTo>
                <a:lnTo>
                  <a:pt x="376966" y="92867"/>
                </a:lnTo>
                <a:lnTo>
                  <a:pt x="375792" y="93860"/>
                </a:lnTo>
                <a:lnTo>
                  <a:pt x="375057" y="95492"/>
                </a:lnTo>
                <a:lnTo>
                  <a:pt x="373991" y="94366"/>
                </a:lnTo>
                <a:lnTo>
                  <a:pt x="373496" y="93201"/>
                </a:lnTo>
                <a:lnTo>
                  <a:pt x="373128" y="93120"/>
                </a:lnTo>
                <a:lnTo>
                  <a:pt x="372553" y="93619"/>
                </a:lnTo>
                <a:lnTo>
                  <a:pt x="372024" y="94975"/>
                </a:lnTo>
                <a:lnTo>
                  <a:pt x="369011" y="94554"/>
                </a:lnTo>
                <a:lnTo>
                  <a:pt x="368448" y="94859"/>
                </a:lnTo>
                <a:lnTo>
                  <a:pt x="367761" y="94595"/>
                </a:lnTo>
                <a:lnTo>
                  <a:pt x="366461" y="95531"/>
                </a:lnTo>
                <a:lnTo>
                  <a:pt x="365261" y="95936"/>
                </a:lnTo>
                <a:lnTo>
                  <a:pt x="364735" y="95580"/>
                </a:lnTo>
                <a:lnTo>
                  <a:pt x="364463" y="94895"/>
                </a:lnTo>
                <a:lnTo>
                  <a:pt x="364014" y="94707"/>
                </a:lnTo>
                <a:lnTo>
                  <a:pt x="362700" y="95852"/>
                </a:lnTo>
                <a:lnTo>
                  <a:pt x="361692" y="96183"/>
                </a:lnTo>
                <a:lnTo>
                  <a:pt x="361429" y="95610"/>
                </a:lnTo>
                <a:lnTo>
                  <a:pt x="361622" y="94646"/>
                </a:lnTo>
                <a:lnTo>
                  <a:pt x="361130" y="93983"/>
                </a:lnTo>
                <a:lnTo>
                  <a:pt x="361431" y="92054"/>
                </a:lnTo>
                <a:lnTo>
                  <a:pt x="360172" y="90823"/>
                </a:lnTo>
                <a:lnTo>
                  <a:pt x="358878" y="88833"/>
                </a:lnTo>
                <a:lnTo>
                  <a:pt x="359130" y="87907"/>
                </a:lnTo>
                <a:lnTo>
                  <a:pt x="358617" y="86476"/>
                </a:lnTo>
                <a:lnTo>
                  <a:pt x="359281" y="85198"/>
                </a:lnTo>
                <a:lnTo>
                  <a:pt x="359232" y="84173"/>
                </a:lnTo>
                <a:lnTo>
                  <a:pt x="358955" y="83984"/>
                </a:lnTo>
                <a:lnTo>
                  <a:pt x="357819" y="83996"/>
                </a:lnTo>
                <a:lnTo>
                  <a:pt x="357136" y="84477"/>
                </a:lnTo>
                <a:lnTo>
                  <a:pt x="356840" y="83942"/>
                </a:lnTo>
                <a:lnTo>
                  <a:pt x="356288" y="83928"/>
                </a:lnTo>
                <a:lnTo>
                  <a:pt x="355558" y="84381"/>
                </a:lnTo>
                <a:lnTo>
                  <a:pt x="352882" y="84754"/>
                </a:lnTo>
                <a:lnTo>
                  <a:pt x="352458" y="84335"/>
                </a:lnTo>
                <a:lnTo>
                  <a:pt x="352080" y="85006"/>
                </a:lnTo>
                <a:lnTo>
                  <a:pt x="350889" y="85312"/>
                </a:lnTo>
                <a:lnTo>
                  <a:pt x="349330" y="84914"/>
                </a:lnTo>
                <a:lnTo>
                  <a:pt x="348877" y="86217"/>
                </a:lnTo>
                <a:lnTo>
                  <a:pt x="348946" y="88544"/>
                </a:lnTo>
                <a:lnTo>
                  <a:pt x="348405" y="88932"/>
                </a:lnTo>
                <a:lnTo>
                  <a:pt x="348274" y="89901"/>
                </a:lnTo>
                <a:lnTo>
                  <a:pt x="347726" y="89430"/>
                </a:lnTo>
                <a:lnTo>
                  <a:pt x="347376" y="89456"/>
                </a:lnTo>
                <a:lnTo>
                  <a:pt x="347599" y="90672"/>
                </a:lnTo>
                <a:lnTo>
                  <a:pt x="347024" y="90857"/>
                </a:lnTo>
                <a:lnTo>
                  <a:pt x="346294" y="90600"/>
                </a:lnTo>
                <a:lnTo>
                  <a:pt x="345414" y="91081"/>
                </a:lnTo>
                <a:lnTo>
                  <a:pt x="345146" y="92343"/>
                </a:lnTo>
                <a:lnTo>
                  <a:pt x="344746" y="92346"/>
                </a:lnTo>
                <a:lnTo>
                  <a:pt x="344176" y="91774"/>
                </a:lnTo>
                <a:lnTo>
                  <a:pt x="342881" y="91702"/>
                </a:lnTo>
                <a:lnTo>
                  <a:pt x="341506" y="92417"/>
                </a:lnTo>
                <a:lnTo>
                  <a:pt x="341762" y="90835"/>
                </a:lnTo>
                <a:lnTo>
                  <a:pt x="342663" y="90672"/>
                </a:lnTo>
                <a:lnTo>
                  <a:pt x="342608" y="90400"/>
                </a:lnTo>
                <a:lnTo>
                  <a:pt x="341479" y="89610"/>
                </a:lnTo>
                <a:lnTo>
                  <a:pt x="341378" y="88965"/>
                </a:lnTo>
                <a:lnTo>
                  <a:pt x="340590" y="89675"/>
                </a:lnTo>
                <a:lnTo>
                  <a:pt x="339274" y="89384"/>
                </a:lnTo>
                <a:lnTo>
                  <a:pt x="339872" y="88169"/>
                </a:lnTo>
                <a:lnTo>
                  <a:pt x="338737" y="88515"/>
                </a:lnTo>
                <a:lnTo>
                  <a:pt x="338314" y="88033"/>
                </a:lnTo>
                <a:lnTo>
                  <a:pt x="339475" y="87362"/>
                </a:lnTo>
                <a:lnTo>
                  <a:pt x="339051" y="87156"/>
                </a:lnTo>
                <a:lnTo>
                  <a:pt x="338730" y="86554"/>
                </a:lnTo>
                <a:lnTo>
                  <a:pt x="337518" y="86934"/>
                </a:lnTo>
                <a:lnTo>
                  <a:pt x="337528" y="86126"/>
                </a:lnTo>
                <a:lnTo>
                  <a:pt x="336557" y="85327"/>
                </a:lnTo>
                <a:lnTo>
                  <a:pt x="336265" y="84231"/>
                </a:lnTo>
                <a:lnTo>
                  <a:pt x="335179" y="84555"/>
                </a:lnTo>
                <a:lnTo>
                  <a:pt x="334501" y="84448"/>
                </a:lnTo>
                <a:lnTo>
                  <a:pt x="334772" y="84940"/>
                </a:lnTo>
                <a:lnTo>
                  <a:pt x="335618" y="85414"/>
                </a:lnTo>
                <a:lnTo>
                  <a:pt x="335378" y="86385"/>
                </a:lnTo>
                <a:lnTo>
                  <a:pt x="333642" y="86284"/>
                </a:lnTo>
                <a:lnTo>
                  <a:pt x="333083" y="86653"/>
                </a:lnTo>
                <a:lnTo>
                  <a:pt x="332824" y="85235"/>
                </a:lnTo>
                <a:lnTo>
                  <a:pt x="332343" y="85263"/>
                </a:lnTo>
                <a:lnTo>
                  <a:pt x="331822" y="84321"/>
                </a:lnTo>
                <a:lnTo>
                  <a:pt x="331341" y="84116"/>
                </a:lnTo>
                <a:lnTo>
                  <a:pt x="331876" y="82962"/>
                </a:lnTo>
                <a:lnTo>
                  <a:pt x="331156" y="82348"/>
                </a:lnTo>
                <a:lnTo>
                  <a:pt x="330688" y="82365"/>
                </a:lnTo>
                <a:lnTo>
                  <a:pt x="329939" y="81207"/>
                </a:lnTo>
                <a:lnTo>
                  <a:pt x="328586" y="82534"/>
                </a:lnTo>
                <a:lnTo>
                  <a:pt x="328381" y="81971"/>
                </a:lnTo>
                <a:lnTo>
                  <a:pt x="328740" y="81501"/>
                </a:lnTo>
                <a:lnTo>
                  <a:pt x="328208" y="80314"/>
                </a:lnTo>
                <a:lnTo>
                  <a:pt x="327194" y="80375"/>
                </a:lnTo>
                <a:lnTo>
                  <a:pt x="326107" y="81115"/>
                </a:lnTo>
                <a:lnTo>
                  <a:pt x="325607" y="80369"/>
                </a:lnTo>
                <a:lnTo>
                  <a:pt x="325794" y="80004"/>
                </a:lnTo>
                <a:lnTo>
                  <a:pt x="325638" y="79230"/>
                </a:lnTo>
                <a:lnTo>
                  <a:pt x="324910" y="79445"/>
                </a:lnTo>
                <a:lnTo>
                  <a:pt x="324472" y="78717"/>
                </a:lnTo>
                <a:lnTo>
                  <a:pt x="324655" y="78197"/>
                </a:lnTo>
                <a:lnTo>
                  <a:pt x="324483" y="78058"/>
                </a:lnTo>
                <a:lnTo>
                  <a:pt x="323686" y="78451"/>
                </a:lnTo>
                <a:lnTo>
                  <a:pt x="322628" y="77864"/>
                </a:lnTo>
                <a:lnTo>
                  <a:pt x="314742" y="78331"/>
                </a:lnTo>
                <a:lnTo>
                  <a:pt x="301902" y="84373"/>
                </a:lnTo>
                <a:lnTo>
                  <a:pt x="296877" y="84979"/>
                </a:lnTo>
                <a:lnTo>
                  <a:pt x="295768" y="84507"/>
                </a:lnTo>
                <a:lnTo>
                  <a:pt x="294949" y="84523"/>
                </a:lnTo>
                <a:lnTo>
                  <a:pt x="294063" y="83688"/>
                </a:lnTo>
                <a:lnTo>
                  <a:pt x="291563" y="82319"/>
                </a:lnTo>
                <a:lnTo>
                  <a:pt x="286794" y="81550"/>
                </a:lnTo>
                <a:lnTo>
                  <a:pt x="282926" y="82713"/>
                </a:lnTo>
                <a:lnTo>
                  <a:pt x="281399" y="83546"/>
                </a:lnTo>
                <a:lnTo>
                  <a:pt x="281313" y="83933"/>
                </a:lnTo>
                <a:lnTo>
                  <a:pt x="280669" y="83682"/>
                </a:lnTo>
                <a:lnTo>
                  <a:pt x="280021" y="83933"/>
                </a:lnTo>
                <a:lnTo>
                  <a:pt x="279163" y="83580"/>
                </a:lnTo>
                <a:lnTo>
                  <a:pt x="278300" y="84044"/>
                </a:lnTo>
                <a:lnTo>
                  <a:pt x="275807" y="83523"/>
                </a:lnTo>
                <a:lnTo>
                  <a:pt x="274642" y="81416"/>
                </a:lnTo>
                <a:lnTo>
                  <a:pt x="275162" y="72822"/>
                </a:lnTo>
                <a:lnTo>
                  <a:pt x="270228" y="73326"/>
                </a:lnTo>
                <a:lnTo>
                  <a:pt x="265193" y="71859"/>
                </a:lnTo>
                <a:lnTo>
                  <a:pt x="265132" y="75647"/>
                </a:lnTo>
                <a:lnTo>
                  <a:pt x="264612" y="80283"/>
                </a:lnTo>
                <a:lnTo>
                  <a:pt x="258220" y="77660"/>
                </a:lnTo>
                <a:lnTo>
                  <a:pt x="256356" y="78014"/>
                </a:lnTo>
                <a:lnTo>
                  <a:pt x="253609" y="80820"/>
                </a:lnTo>
                <a:lnTo>
                  <a:pt x="250288" y="80090"/>
                </a:lnTo>
                <a:lnTo>
                  <a:pt x="250011" y="82707"/>
                </a:lnTo>
                <a:lnTo>
                  <a:pt x="249476" y="83524"/>
                </a:lnTo>
                <a:lnTo>
                  <a:pt x="249599" y="86909"/>
                </a:lnTo>
                <a:lnTo>
                  <a:pt x="249336" y="90385"/>
                </a:lnTo>
                <a:lnTo>
                  <a:pt x="243629" y="91108"/>
                </a:lnTo>
                <a:lnTo>
                  <a:pt x="241541" y="92319"/>
                </a:lnTo>
                <a:lnTo>
                  <a:pt x="240664" y="89336"/>
                </a:lnTo>
                <a:lnTo>
                  <a:pt x="235573" y="87143"/>
                </a:lnTo>
                <a:lnTo>
                  <a:pt x="234085" y="89685"/>
                </a:lnTo>
                <a:lnTo>
                  <a:pt x="231974" y="91374"/>
                </a:lnTo>
                <a:lnTo>
                  <a:pt x="229798" y="93033"/>
                </a:lnTo>
                <a:lnTo>
                  <a:pt x="228931" y="92923"/>
                </a:lnTo>
                <a:lnTo>
                  <a:pt x="227107" y="93808"/>
                </a:lnTo>
                <a:lnTo>
                  <a:pt x="227718" y="94739"/>
                </a:lnTo>
                <a:lnTo>
                  <a:pt x="227415" y="96121"/>
                </a:lnTo>
                <a:lnTo>
                  <a:pt x="225751" y="97780"/>
                </a:lnTo>
                <a:lnTo>
                  <a:pt x="220606" y="92400"/>
                </a:lnTo>
                <a:lnTo>
                  <a:pt x="216566" y="88761"/>
                </a:lnTo>
                <a:lnTo>
                  <a:pt x="215229" y="89014"/>
                </a:lnTo>
                <a:lnTo>
                  <a:pt x="213446" y="88109"/>
                </a:lnTo>
                <a:lnTo>
                  <a:pt x="210593" y="90605"/>
                </a:lnTo>
                <a:lnTo>
                  <a:pt x="209532" y="91912"/>
                </a:lnTo>
                <a:lnTo>
                  <a:pt x="208358" y="92331"/>
                </a:lnTo>
                <a:lnTo>
                  <a:pt x="206858" y="91771"/>
                </a:lnTo>
                <a:lnTo>
                  <a:pt x="205746" y="93207"/>
                </a:lnTo>
                <a:lnTo>
                  <a:pt x="204322" y="93729"/>
                </a:lnTo>
                <a:lnTo>
                  <a:pt x="200813" y="91801"/>
                </a:lnTo>
                <a:lnTo>
                  <a:pt x="198136" y="88738"/>
                </a:lnTo>
                <a:lnTo>
                  <a:pt x="194312" y="87004"/>
                </a:lnTo>
                <a:lnTo>
                  <a:pt x="187908" y="84708"/>
                </a:lnTo>
                <a:lnTo>
                  <a:pt x="186411" y="88340"/>
                </a:lnTo>
                <a:lnTo>
                  <a:pt x="184503" y="90544"/>
                </a:lnTo>
                <a:lnTo>
                  <a:pt x="183034" y="90420"/>
                </a:lnTo>
                <a:lnTo>
                  <a:pt x="182440" y="89672"/>
                </a:lnTo>
                <a:lnTo>
                  <a:pt x="182254" y="88676"/>
                </a:lnTo>
                <a:lnTo>
                  <a:pt x="178983" y="89969"/>
                </a:lnTo>
                <a:lnTo>
                  <a:pt x="175659" y="88778"/>
                </a:lnTo>
                <a:lnTo>
                  <a:pt x="174613" y="88781"/>
                </a:lnTo>
                <a:lnTo>
                  <a:pt x="173615" y="90898"/>
                </a:lnTo>
                <a:lnTo>
                  <a:pt x="173740" y="92157"/>
                </a:lnTo>
                <a:lnTo>
                  <a:pt x="173300" y="93454"/>
                </a:lnTo>
                <a:lnTo>
                  <a:pt x="171765" y="93997"/>
                </a:lnTo>
                <a:lnTo>
                  <a:pt x="171180" y="94835"/>
                </a:lnTo>
                <a:lnTo>
                  <a:pt x="171208" y="97847"/>
                </a:lnTo>
                <a:lnTo>
                  <a:pt x="169799" y="98409"/>
                </a:lnTo>
                <a:lnTo>
                  <a:pt x="169630" y="99042"/>
                </a:lnTo>
                <a:lnTo>
                  <a:pt x="169217" y="99350"/>
                </a:lnTo>
                <a:lnTo>
                  <a:pt x="169140" y="101336"/>
                </a:lnTo>
                <a:lnTo>
                  <a:pt x="168147" y="102109"/>
                </a:lnTo>
                <a:lnTo>
                  <a:pt x="167006" y="102221"/>
                </a:lnTo>
                <a:lnTo>
                  <a:pt x="166458" y="103433"/>
                </a:lnTo>
                <a:lnTo>
                  <a:pt x="165541" y="103681"/>
                </a:lnTo>
                <a:lnTo>
                  <a:pt x="162625" y="102514"/>
                </a:lnTo>
                <a:lnTo>
                  <a:pt x="160328" y="100616"/>
                </a:lnTo>
                <a:lnTo>
                  <a:pt x="160221" y="100258"/>
                </a:lnTo>
                <a:lnTo>
                  <a:pt x="156162" y="101635"/>
                </a:lnTo>
                <a:lnTo>
                  <a:pt x="152942" y="104190"/>
                </a:lnTo>
                <a:lnTo>
                  <a:pt x="151519" y="103528"/>
                </a:lnTo>
                <a:lnTo>
                  <a:pt x="150548" y="105437"/>
                </a:lnTo>
                <a:lnTo>
                  <a:pt x="152367" y="107123"/>
                </a:lnTo>
                <a:lnTo>
                  <a:pt x="155286" y="108693"/>
                </a:lnTo>
                <a:lnTo>
                  <a:pt x="154107" y="108915"/>
                </a:lnTo>
                <a:lnTo>
                  <a:pt x="153534" y="108694"/>
                </a:lnTo>
                <a:lnTo>
                  <a:pt x="151562" y="110573"/>
                </a:lnTo>
                <a:lnTo>
                  <a:pt x="151523" y="112757"/>
                </a:lnTo>
                <a:lnTo>
                  <a:pt x="151216" y="113406"/>
                </a:lnTo>
                <a:lnTo>
                  <a:pt x="151702" y="114355"/>
                </a:lnTo>
                <a:lnTo>
                  <a:pt x="153719" y="115558"/>
                </a:lnTo>
                <a:lnTo>
                  <a:pt x="155699" y="114753"/>
                </a:lnTo>
                <a:lnTo>
                  <a:pt x="156926" y="115483"/>
                </a:lnTo>
                <a:lnTo>
                  <a:pt x="157148" y="115945"/>
                </a:lnTo>
                <a:lnTo>
                  <a:pt x="159423" y="116362"/>
                </a:lnTo>
                <a:lnTo>
                  <a:pt x="159428" y="116817"/>
                </a:lnTo>
                <a:lnTo>
                  <a:pt x="160553" y="118237"/>
                </a:lnTo>
                <a:lnTo>
                  <a:pt x="160595" y="119121"/>
                </a:lnTo>
                <a:lnTo>
                  <a:pt x="161417" y="120146"/>
                </a:lnTo>
                <a:lnTo>
                  <a:pt x="161524" y="121483"/>
                </a:lnTo>
                <a:lnTo>
                  <a:pt x="162876" y="122710"/>
                </a:lnTo>
                <a:lnTo>
                  <a:pt x="163323" y="125405"/>
                </a:lnTo>
                <a:lnTo>
                  <a:pt x="162761" y="126441"/>
                </a:lnTo>
                <a:lnTo>
                  <a:pt x="162485" y="127994"/>
                </a:lnTo>
                <a:lnTo>
                  <a:pt x="163345" y="129836"/>
                </a:lnTo>
                <a:lnTo>
                  <a:pt x="162585" y="130301"/>
                </a:lnTo>
                <a:lnTo>
                  <a:pt x="161476" y="129427"/>
                </a:lnTo>
                <a:lnTo>
                  <a:pt x="160918" y="129501"/>
                </a:lnTo>
                <a:lnTo>
                  <a:pt x="158868" y="130547"/>
                </a:lnTo>
                <a:lnTo>
                  <a:pt x="158507" y="131002"/>
                </a:lnTo>
                <a:lnTo>
                  <a:pt x="157695" y="131171"/>
                </a:lnTo>
                <a:lnTo>
                  <a:pt x="157060" y="132784"/>
                </a:lnTo>
                <a:lnTo>
                  <a:pt x="155651" y="131173"/>
                </a:lnTo>
                <a:lnTo>
                  <a:pt x="154730" y="131420"/>
                </a:lnTo>
                <a:lnTo>
                  <a:pt x="154117" y="132524"/>
                </a:lnTo>
                <a:lnTo>
                  <a:pt x="154030" y="133406"/>
                </a:lnTo>
                <a:lnTo>
                  <a:pt x="153509" y="133201"/>
                </a:lnTo>
                <a:lnTo>
                  <a:pt x="152604" y="133562"/>
                </a:lnTo>
                <a:lnTo>
                  <a:pt x="151997" y="134848"/>
                </a:lnTo>
                <a:lnTo>
                  <a:pt x="152155" y="135071"/>
                </a:lnTo>
                <a:lnTo>
                  <a:pt x="151733" y="135560"/>
                </a:lnTo>
                <a:lnTo>
                  <a:pt x="151120" y="135983"/>
                </a:lnTo>
                <a:lnTo>
                  <a:pt x="150674" y="135720"/>
                </a:lnTo>
                <a:lnTo>
                  <a:pt x="149825" y="136246"/>
                </a:lnTo>
                <a:lnTo>
                  <a:pt x="150022" y="136423"/>
                </a:lnTo>
                <a:lnTo>
                  <a:pt x="148176" y="137563"/>
                </a:lnTo>
                <a:lnTo>
                  <a:pt x="145919" y="136856"/>
                </a:lnTo>
                <a:lnTo>
                  <a:pt x="144830" y="137038"/>
                </a:lnTo>
                <a:lnTo>
                  <a:pt x="143572" y="139207"/>
                </a:lnTo>
                <a:lnTo>
                  <a:pt x="144014" y="141043"/>
                </a:lnTo>
                <a:lnTo>
                  <a:pt x="143197" y="142369"/>
                </a:lnTo>
                <a:lnTo>
                  <a:pt x="143224" y="142932"/>
                </a:lnTo>
                <a:lnTo>
                  <a:pt x="144480" y="144317"/>
                </a:lnTo>
                <a:lnTo>
                  <a:pt x="145452" y="144844"/>
                </a:lnTo>
                <a:lnTo>
                  <a:pt x="145714" y="145192"/>
                </a:lnTo>
                <a:lnTo>
                  <a:pt x="145664" y="146117"/>
                </a:lnTo>
                <a:lnTo>
                  <a:pt x="147025" y="147901"/>
                </a:lnTo>
                <a:lnTo>
                  <a:pt x="147982" y="148463"/>
                </a:lnTo>
                <a:lnTo>
                  <a:pt x="149556" y="148634"/>
                </a:lnTo>
                <a:lnTo>
                  <a:pt x="149339" y="152063"/>
                </a:lnTo>
                <a:lnTo>
                  <a:pt x="149924" y="152922"/>
                </a:lnTo>
                <a:lnTo>
                  <a:pt x="149514" y="153166"/>
                </a:lnTo>
                <a:lnTo>
                  <a:pt x="149248" y="153905"/>
                </a:lnTo>
                <a:lnTo>
                  <a:pt x="149507" y="154684"/>
                </a:lnTo>
                <a:lnTo>
                  <a:pt x="149220" y="156340"/>
                </a:lnTo>
                <a:lnTo>
                  <a:pt x="148406" y="157813"/>
                </a:lnTo>
                <a:lnTo>
                  <a:pt x="148934" y="159803"/>
                </a:lnTo>
                <a:lnTo>
                  <a:pt x="147998" y="160582"/>
                </a:lnTo>
                <a:lnTo>
                  <a:pt x="148029" y="161587"/>
                </a:lnTo>
                <a:lnTo>
                  <a:pt x="149224" y="162585"/>
                </a:lnTo>
                <a:lnTo>
                  <a:pt x="148682" y="163245"/>
                </a:lnTo>
                <a:lnTo>
                  <a:pt x="148846" y="164144"/>
                </a:lnTo>
                <a:lnTo>
                  <a:pt x="149463" y="164285"/>
                </a:lnTo>
                <a:lnTo>
                  <a:pt x="150211" y="165665"/>
                </a:lnTo>
                <a:lnTo>
                  <a:pt x="149158" y="166593"/>
                </a:lnTo>
                <a:lnTo>
                  <a:pt x="149019" y="167152"/>
                </a:lnTo>
                <a:lnTo>
                  <a:pt x="151232" y="167474"/>
                </a:lnTo>
                <a:lnTo>
                  <a:pt x="151922" y="168318"/>
                </a:lnTo>
                <a:lnTo>
                  <a:pt x="152360" y="169683"/>
                </a:lnTo>
                <a:lnTo>
                  <a:pt x="151988" y="170410"/>
                </a:lnTo>
                <a:lnTo>
                  <a:pt x="150910" y="170519"/>
                </a:lnTo>
                <a:lnTo>
                  <a:pt x="150713" y="170310"/>
                </a:lnTo>
                <a:lnTo>
                  <a:pt x="149720" y="170820"/>
                </a:lnTo>
                <a:lnTo>
                  <a:pt x="149252" y="171460"/>
                </a:lnTo>
                <a:lnTo>
                  <a:pt x="148614" y="170974"/>
                </a:lnTo>
                <a:lnTo>
                  <a:pt x="147629" y="171541"/>
                </a:lnTo>
                <a:lnTo>
                  <a:pt x="147332" y="172142"/>
                </a:lnTo>
                <a:lnTo>
                  <a:pt x="146429" y="172544"/>
                </a:lnTo>
                <a:lnTo>
                  <a:pt x="146269" y="173428"/>
                </a:lnTo>
                <a:lnTo>
                  <a:pt x="145819" y="174011"/>
                </a:lnTo>
                <a:lnTo>
                  <a:pt x="145643" y="175342"/>
                </a:lnTo>
                <a:lnTo>
                  <a:pt x="146238" y="176214"/>
                </a:lnTo>
                <a:lnTo>
                  <a:pt x="147122" y="178700"/>
                </a:lnTo>
                <a:lnTo>
                  <a:pt x="146447" y="179282"/>
                </a:lnTo>
                <a:lnTo>
                  <a:pt x="144452" y="178953"/>
                </a:lnTo>
                <a:lnTo>
                  <a:pt x="144825" y="180091"/>
                </a:lnTo>
                <a:lnTo>
                  <a:pt x="144023" y="180654"/>
                </a:lnTo>
                <a:lnTo>
                  <a:pt x="144305" y="182664"/>
                </a:lnTo>
                <a:lnTo>
                  <a:pt x="144025" y="183630"/>
                </a:lnTo>
                <a:lnTo>
                  <a:pt x="143538" y="183696"/>
                </a:lnTo>
                <a:lnTo>
                  <a:pt x="143453" y="184538"/>
                </a:lnTo>
                <a:lnTo>
                  <a:pt x="144139" y="185079"/>
                </a:lnTo>
                <a:lnTo>
                  <a:pt x="144675" y="186067"/>
                </a:lnTo>
                <a:lnTo>
                  <a:pt x="143163" y="188114"/>
                </a:lnTo>
                <a:lnTo>
                  <a:pt x="142472" y="188457"/>
                </a:lnTo>
                <a:lnTo>
                  <a:pt x="141339" y="189975"/>
                </a:lnTo>
                <a:lnTo>
                  <a:pt x="140011" y="190732"/>
                </a:lnTo>
                <a:lnTo>
                  <a:pt x="138790" y="190233"/>
                </a:lnTo>
                <a:lnTo>
                  <a:pt x="138259" y="191037"/>
                </a:lnTo>
                <a:lnTo>
                  <a:pt x="138920" y="191294"/>
                </a:lnTo>
                <a:lnTo>
                  <a:pt x="139791" y="192389"/>
                </a:lnTo>
                <a:lnTo>
                  <a:pt x="138786" y="193757"/>
                </a:lnTo>
                <a:lnTo>
                  <a:pt x="139926" y="194652"/>
                </a:lnTo>
                <a:lnTo>
                  <a:pt x="141369" y="194973"/>
                </a:lnTo>
                <a:lnTo>
                  <a:pt x="142343" y="197741"/>
                </a:lnTo>
                <a:lnTo>
                  <a:pt x="141835" y="198115"/>
                </a:lnTo>
                <a:lnTo>
                  <a:pt x="141325" y="197732"/>
                </a:lnTo>
                <a:lnTo>
                  <a:pt x="140144" y="197823"/>
                </a:lnTo>
                <a:lnTo>
                  <a:pt x="139610" y="197595"/>
                </a:lnTo>
                <a:lnTo>
                  <a:pt x="137380" y="199289"/>
                </a:lnTo>
                <a:lnTo>
                  <a:pt x="134612" y="204476"/>
                </a:lnTo>
                <a:lnTo>
                  <a:pt x="135021" y="208511"/>
                </a:lnTo>
                <a:lnTo>
                  <a:pt x="130947" y="214298"/>
                </a:lnTo>
                <a:lnTo>
                  <a:pt x="133277" y="218637"/>
                </a:lnTo>
                <a:lnTo>
                  <a:pt x="137084" y="222817"/>
                </a:lnTo>
                <a:lnTo>
                  <a:pt x="136520" y="224470"/>
                </a:lnTo>
                <a:lnTo>
                  <a:pt x="137635" y="229723"/>
                </a:lnTo>
                <a:lnTo>
                  <a:pt x="136433" y="232011"/>
                </a:lnTo>
                <a:lnTo>
                  <a:pt x="137945" y="232784"/>
                </a:lnTo>
                <a:lnTo>
                  <a:pt x="137561" y="239492"/>
                </a:lnTo>
                <a:lnTo>
                  <a:pt x="131334" y="240833"/>
                </a:lnTo>
                <a:lnTo>
                  <a:pt x="128251" y="246286"/>
                </a:lnTo>
                <a:lnTo>
                  <a:pt x="130668" y="248289"/>
                </a:lnTo>
                <a:lnTo>
                  <a:pt x="129741" y="251353"/>
                </a:lnTo>
                <a:lnTo>
                  <a:pt x="119305" y="254156"/>
                </a:lnTo>
                <a:lnTo>
                  <a:pt x="118039" y="251973"/>
                </a:lnTo>
                <a:lnTo>
                  <a:pt x="111032" y="255146"/>
                </a:lnTo>
                <a:lnTo>
                  <a:pt x="106429" y="256234"/>
                </a:lnTo>
                <a:lnTo>
                  <a:pt x="105653" y="259737"/>
                </a:lnTo>
                <a:lnTo>
                  <a:pt x="102033" y="263340"/>
                </a:lnTo>
                <a:lnTo>
                  <a:pt x="98378" y="265223"/>
                </a:lnTo>
                <a:lnTo>
                  <a:pt x="98366" y="267325"/>
                </a:lnTo>
                <a:lnTo>
                  <a:pt x="96561" y="268615"/>
                </a:lnTo>
                <a:lnTo>
                  <a:pt x="93999" y="275490"/>
                </a:lnTo>
                <a:lnTo>
                  <a:pt x="87151" y="274430"/>
                </a:lnTo>
                <a:lnTo>
                  <a:pt x="84332" y="277376"/>
                </a:lnTo>
                <a:lnTo>
                  <a:pt x="81097" y="279303"/>
                </a:lnTo>
                <a:lnTo>
                  <a:pt x="77893" y="280694"/>
                </a:lnTo>
                <a:lnTo>
                  <a:pt x="78175" y="283983"/>
                </a:lnTo>
                <a:lnTo>
                  <a:pt x="72589" y="286405"/>
                </a:lnTo>
                <a:lnTo>
                  <a:pt x="69013" y="285101"/>
                </a:lnTo>
                <a:lnTo>
                  <a:pt x="67815" y="285404"/>
                </a:lnTo>
                <a:lnTo>
                  <a:pt x="65742" y="283637"/>
                </a:lnTo>
                <a:lnTo>
                  <a:pt x="62166" y="289478"/>
                </a:lnTo>
                <a:lnTo>
                  <a:pt x="55554" y="296359"/>
                </a:lnTo>
                <a:lnTo>
                  <a:pt x="59507" y="301346"/>
                </a:lnTo>
                <a:lnTo>
                  <a:pt x="55962" y="306159"/>
                </a:lnTo>
                <a:lnTo>
                  <a:pt x="53007" y="305592"/>
                </a:lnTo>
                <a:lnTo>
                  <a:pt x="51811" y="303122"/>
                </a:lnTo>
                <a:lnTo>
                  <a:pt x="50124" y="305360"/>
                </a:lnTo>
                <a:lnTo>
                  <a:pt x="45474" y="309783"/>
                </a:lnTo>
                <a:lnTo>
                  <a:pt x="39146" y="305476"/>
                </a:lnTo>
                <a:lnTo>
                  <a:pt x="18363" y="310263"/>
                </a:lnTo>
                <a:lnTo>
                  <a:pt x="16051" y="314486"/>
                </a:lnTo>
                <a:lnTo>
                  <a:pt x="16774" y="316068"/>
                </a:lnTo>
                <a:lnTo>
                  <a:pt x="15074" y="316422"/>
                </a:lnTo>
                <a:lnTo>
                  <a:pt x="13792" y="317472"/>
                </a:lnTo>
                <a:lnTo>
                  <a:pt x="13409" y="318898"/>
                </a:lnTo>
                <a:lnTo>
                  <a:pt x="13002" y="319218"/>
                </a:lnTo>
                <a:lnTo>
                  <a:pt x="12362" y="320870"/>
                </a:lnTo>
                <a:lnTo>
                  <a:pt x="12936" y="322289"/>
                </a:lnTo>
                <a:lnTo>
                  <a:pt x="12526" y="324599"/>
                </a:lnTo>
                <a:lnTo>
                  <a:pt x="11316" y="325111"/>
                </a:lnTo>
                <a:lnTo>
                  <a:pt x="11114" y="325698"/>
                </a:lnTo>
                <a:lnTo>
                  <a:pt x="10038" y="326251"/>
                </a:lnTo>
                <a:lnTo>
                  <a:pt x="9617" y="326948"/>
                </a:lnTo>
                <a:lnTo>
                  <a:pt x="8940" y="326898"/>
                </a:lnTo>
                <a:lnTo>
                  <a:pt x="7671" y="328388"/>
                </a:lnTo>
                <a:lnTo>
                  <a:pt x="6603" y="330190"/>
                </a:lnTo>
                <a:lnTo>
                  <a:pt x="5638" y="331245"/>
                </a:lnTo>
                <a:lnTo>
                  <a:pt x="4908" y="331255"/>
                </a:lnTo>
                <a:lnTo>
                  <a:pt x="4568" y="331913"/>
                </a:lnTo>
                <a:lnTo>
                  <a:pt x="4376" y="332644"/>
                </a:lnTo>
                <a:lnTo>
                  <a:pt x="4941" y="334286"/>
                </a:lnTo>
                <a:lnTo>
                  <a:pt x="3298" y="342174"/>
                </a:lnTo>
                <a:lnTo>
                  <a:pt x="3157" y="342471"/>
                </a:lnTo>
                <a:lnTo>
                  <a:pt x="1743" y="342830"/>
                </a:lnTo>
                <a:lnTo>
                  <a:pt x="0" y="346970"/>
                </a:lnTo>
                <a:lnTo>
                  <a:pt x="16" y="347304"/>
                </a:lnTo>
                <a:lnTo>
                  <a:pt x="1123" y="347754"/>
                </a:lnTo>
                <a:lnTo>
                  <a:pt x="2421" y="347877"/>
                </a:lnTo>
                <a:lnTo>
                  <a:pt x="3393" y="346238"/>
                </a:lnTo>
                <a:lnTo>
                  <a:pt x="5582" y="344962"/>
                </a:lnTo>
                <a:lnTo>
                  <a:pt x="5814" y="345244"/>
                </a:lnTo>
                <a:lnTo>
                  <a:pt x="6583" y="345299"/>
                </a:lnTo>
                <a:lnTo>
                  <a:pt x="7052" y="346029"/>
                </a:lnTo>
                <a:lnTo>
                  <a:pt x="7010" y="347105"/>
                </a:lnTo>
                <a:lnTo>
                  <a:pt x="7949" y="347276"/>
                </a:lnTo>
                <a:lnTo>
                  <a:pt x="9767" y="348157"/>
                </a:lnTo>
                <a:lnTo>
                  <a:pt x="11675" y="349709"/>
                </a:lnTo>
                <a:lnTo>
                  <a:pt x="11881" y="350592"/>
                </a:lnTo>
                <a:lnTo>
                  <a:pt x="11354" y="350630"/>
                </a:lnTo>
                <a:lnTo>
                  <a:pt x="10844" y="350190"/>
                </a:lnTo>
                <a:lnTo>
                  <a:pt x="10276" y="351391"/>
                </a:lnTo>
                <a:lnTo>
                  <a:pt x="9653" y="351397"/>
                </a:lnTo>
                <a:lnTo>
                  <a:pt x="12226" y="352668"/>
                </a:lnTo>
                <a:lnTo>
                  <a:pt x="12379" y="353871"/>
                </a:lnTo>
                <a:lnTo>
                  <a:pt x="10917" y="354252"/>
                </a:lnTo>
                <a:lnTo>
                  <a:pt x="10230" y="353881"/>
                </a:lnTo>
                <a:lnTo>
                  <a:pt x="9881" y="354239"/>
                </a:lnTo>
                <a:lnTo>
                  <a:pt x="9960" y="354750"/>
                </a:lnTo>
                <a:lnTo>
                  <a:pt x="9096" y="354762"/>
                </a:lnTo>
                <a:lnTo>
                  <a:pt x="7780" y="355305"/>
                </a:lnTo>
                <a:lnTo>
                  <a:pt x="8125" y="356145"/>
                </a:lnTo>
                <a:lnTo>
                  <a:pt x="9238" y="356800"/>
                </a:lnTo>
                <a:lnTo>
                  <a:pt x="9925" y="356834"/>
                </a:lnTo>
                <a:lnTo>
                  <a:pt x="10693" y="356485"/>
                </a:lnTo>
                <a:lnTo>
                  <a:pt x="10335" y="357477"/>
                </a:lnTo>
                <a:lnTo>
                  <a:pt x="11694" y="357819"/>
                </a:lnTo>
                <a:lnTo>
                  <a:pt x="11526" y="358199"/>
                </a:lnTo>
                <a:lnTo>
                  <a:pt x="12062" y="358493"/>
                </a:lnTo>
                <a:lnTo>
                  <a:pt x="11587" y="359482"/>
                </a:lnTo>
                <a:lnTo>
                  <a:pt x="11881" y="360824"/>
                </a:lnTo>
                <a:lnTo>
                  <a:pt x="11338" y="361217"/>
                </a:lnTo>
                <a:lnTo>
                  <a:pt x="11588" y="361841"/>
                </a:lnTo>
                <a:lnTo>
                  <a:pt x="12357" y="362434"/>
                </a:lnTo>
                <a:lnTo>
                  <a:pt x="12670" y="363250"/>
                </a:lnTo>
                <a:lnTo>
                  <a:pt x="12499" y="363574"/>
                </a:lnTo>
                <a:lnTo>
                  <a:pt x="11570" y="363292"/>
                </a:lnTo>
                <a:lnTo>
                  <a:pt x="11010" y="363499"/>
                </a:lnTo>
                <a:lnTo>
                  <a:pt x="11206" y="363820"/>
                </a:lnTo>
                <a:lnTo>
                  <a:pt x="10345" y="364353"/>
                </a:lnTo>
                <a:lnTo>
                  <a:pt x="10381" y="364877"/>
                </a:lnTo>
                <a:lnTo>
                  <a:pt x="11786" y="366179"/>
                </a:lnTo>
                <a:lnTo>
                  <a:pt x="12636" y="365999"/>
                </a:lnTo>
                <a:lnTo>
                  <a:pt x="13376" y="366362"/>
                </a:lnTo>
                <a:lnTo>
                  <a:pt x="14054" y="366235"/>
                </a:lnTo>
                <a:lnTo>
                  <a:pt x="13861" y="366475"/>
                </a:lnTo>
                <a:lnTo>
                  <a:pt x="14180" y="366713"/>
                </a:lnTo>
                <a:lnTo>
                  <a:pt x="13184" y="367727"/>
                </a:lnTo>
                <a:lnTo>
                  <a:pt x="13830" y="368577"/>
                </a:lnTo>
                <a:lnTo>
                  <a:pt x="14322" y="368797"/>
                </a:lnTo>
                <a:lnTo>
                  <a:pt x="14051" y="369231"/>
                </a:lnTo>
                <a:lnTo>
                  <a:pt x="14230" y="369730"/>
                </a:lnTo>
                <a:lnTo>
                  <a:pt x="15926" y="370591"/>
                </a:lnTo>
                <a:lnTo>
                  <a:pt x="15950" y="373022"/>
                </a:lnTo>
                <a:lnTo>
                  <a:pt x="15544" y="373578"/>
                </a:lnTo>
                <a:lnTo>
                  <a:pt x="16738" y="375103"/>
                </a:lnTo>
                <a:lnTo>
                  <a:pt x="17792" y="375351"/>
                </a:lnTo>
                <a:lnTo>
                  <a:pt x="18524" y="375096"/>
                </a:lnTo>
                <a:lnTo>
                  <a:pt x="19162" y="373387"/>
                </a:lnTo>
                <a:lnTo>
                  <a:pt x="20740" y="372944"/>
                </a:lnTo>
                <a:lnTo>
                  <a:pt x="21104" y="372024"/>
                </a:lnTo>
                <a:lnTo>
                  <a:pt x="22208" y="372017"/>
                </a:lnTo>
                <a:lnTo>
                  <a:pt x="22452" y="371469"/>
                </a:lnTo>
                <a:lnTo>
                  <a:pt x="21920" y="370675"/>
                </a:lnTo>
                <a:lnTo>
                  <a:pt x="22182" y="370094"/>
                </a:lnTo>
                <a:lnTo>
                  <a:pt x="21972" y="369832"/>
                </a:lnTo>
                <a:lnTo>
                  <a:pt x="22315" y="369727"/>
                </a:lnTo>
                <a:lnTo>
                  <a:pt x="22133" y="369546"/>
                </a:lnTo>
                <a:lnTo>
                  <a:pt x="22356" y="369372"/>
                </a:lnTo>
                <a:lnTo>
                  <a:pt x="23491" y="369122"/>
                </a:lnTo>
                <a:lnTo>
                  <a:pt x="25133" y="370346"/>
                </a:lnTo>
                <a:lnTo>
                  <a:pt x="25046" y="372297"/>
                </a:lnTo>
                <a:lnTo>
                  <a:pt x="26452" y="373736"/>
                </a:lnTo>
                <a:lnTo>
                  <a:pt x="26632" y="374203"/>
                </a:lnTo>
                <a:lnTo>
                  <a:pt x="26465" y="374839"/>
                </a:lnTo>
                <a:lnTo>
                  <a:pt x="26962" y="375588"/>
                </a:lnTo>
                <a:lnTo>
                  <a:pt x="28233" y="375466"/>
                </a:lnTo>
                <a:lnTo>
                  <a:pt x="29722" y="376349"/>
                </a:lnTo>
                <a:lnTo>
                  <a:pt x="30061" y="375939"/>
                </a:lnTo>
                <a:lnTo>
                  <a:pt x="30724" y="375865"/>
                </a:lnTo>
                <a:lnTo>
                  <a:pt x="31935" y="376449"/>
                </a:lnTo>
                <a:lnTo>
                  <a:pt x="33051" y="376408"/>
                </a:lnTo>
                <a:lnTo>
                  <a:pt x="32110" y="377248"/>
                </a:lnTo>
                <a:lnTo>
                  <a:pt x="32870" y="378388"/>
                </a:lnTo>
                <a:lnTo>
                  <a:pt x="32204" y="379626"/>
                </a:lnTo>
                <a:lnTo>
                  <a:pt x="32245" y="380114"/>
                </a:lnTo>
                <a:lnTo>
                  <a:pt x="33065" y="380472"/>
                </a:lnTo>
                <a:lnTo>
                  <a:pt x="34217" y="379851"/>
                </a:lnTo>
                <a:lnTo>
                  <a:pt x="34807" y="380194"/>
                </a:lnTo>
                <a:lnTo>
                  <a:pt x="35502" y="380068"/>
                </a:lnTo>
                <a:lnTo>
                  <a:pt x="35515" y="380433"/>
                </a:lnTo>
                <a:lnTo>
                  <a:pt x="36477" y="381161"/>
                </a:lnTo>
                <a:lnTo>
                  <a:pt x="36734" y="382299"/>
                </a:lnTo>
                <a:lnTo>
                  <a:pt x="37909" y="382569"/>
                </a:lnTo>
                <a:lnTo>
                  <a:pt x="38368" y="383336"/>
                </a:lnTo>
                <a:lnTo>
                  <a:pt x="40870" y="385483"/>
                </a:lnTo>
                <a:lnTo>
                  <a:pt x="41461" y="386482"/>
                </a:lnTo>
                <a:lnTo>
                  <a:pt x="41140" y="386584"/>
                </a:lnTo>
                <a:lnTo>
                  <a:pt x="40758" y="386297"/>
                </a:lnTo>
                <a:lnTo>
                  <a:pt x="40247" y="386696"/>
                </a:lnTo>
                <a:lnTo>
                  <a:pt x="40361" y="388584"/>
                </a:lnTo>
                <a:lnTo>
                  <a:pt x="41856" y="389562"/>
                </a:lnTo>
                <a:lnTo>
                  <a:pt x="42523" y="389332"/>
                </a:lnTo>
                <a:lnTo>
                  <a:pt x="42589" y="388880"/>
                </a:lnTo>
                <a:lnTo>
                  <a:pt x="43088" y="388969"/>
                </a:lnTo>
                <a:lnTo>
                  <a:pt x="43487" y="389562"/>
                </a:lnTo>
                <a:lnTo>
                  <a:pt x="44849" y="390201"/>
                </a:lnTo>
                <a:lnTo>
                  <a:pt x="44426" y="390540"/>
                </a:lnTo>
                <a:lnTo>
                  <a:pt x="45012" y="390666"/>
                </a:lnTo>
                <a:lnTo>
                  <a:pt x="45257" y="392071"/>
                </a:lnTo>
                <a:lnTo>
                  <a:pt x="45984" y="393164"/>
                </a:lnTo>
                <a:lnTo>
                  <a:pt x="47276" y="393012"/>
                </a:lnTo>
                <a:lnTo>
                  <a:pt x="49171" y="393335"/>
                </a:lnTo>
                <a:lnTo>
                  <a:pt x="50325" y="395291"/>
                </a:lnTo>
                <a:lnTo>
                  <a:pt x="53035" y="395817"/>
                </a:lnTo>
                <a:lnTo>
                  <a:pt x="54120" y="397188"/>
                </a:lnTo>
                <a:lnTo>
                  <a:pt x="55177" y="397935"/>
                </a:lnTo>
                <a:lnTo>
                  <a:pt x="55474" y="398917"/>
                </a:lnTo>
                <a:lnTo>
                  <a:pt x="55062" y="399602"/>
                </a:lnTo>
                <a:lnTo>
                  <a:pt x="54387" y="400021"/>
                </a:lnTo>
                <a:lnTo>
                  <a:pt x="54770" y="400712"/>
                </a:lnTo>
                <a:lnTo>
                  <a:pt x="54446" y="401727"/>
                </a:lnTo>
                <a:lnTo>
                  <a:pt x="54987" y="402214"/>
                </a:lnTo>
                <a:lnTo>
                  <a:pt x="56718" y="402447"/>
                </a:lnTo>
                <a:lnTo>
                  <a:pt x="57315" y="403894"/>
                </a:lnTo>
                <a:lnTo>
                  <a:pt x="56973" y="405078"/>
                </a:lnTo>
                <a:lnTo>
                  <a:pt x="58880" y="407054"/>
                </a:lnTo>
                <a:lnTo>
                  <a:pt x="59111" y="407640"/>
                </a:lnTo>
                <a:lnTo>
                  <a:pt x="60956" y="408901"/>
                </a:lnTo>
                <a:lnTo>
                  <a:pt x="61262" y="410300"/>
                </a:lnTo>
                <a:lnTo>
                  <a:pt x="61914" y="410539"/>
                </a:lnTo>
                <a:lnTo>
                  <a:pt x="62317" y="410338"/>
                </a:lnTo>
                <a:lnTo>
                  <a:pt x="62693" y="409618"/>
                </a:lnTo>
                <a:lnTo>
                  <a:pt x="63748" y="408813"/>
                </a:lnTo>
                <a:lnTo>
                  <a:pt x="64653" y="408569"/>
                </a:lnTo>
                <a:lnTo>
                  <a:pt x="65495" y="407828"/>
                </a:lnTo>
                <a:lnTo>
                  <a:pt x="70226" y="408224"/>
                </a:lnTo>
                <a:lnTo>
                  <a:pt x="70983" y="408771"/>
                </a:lnTo>
                <a:lnTo>
                  <a:pt x="71289" y="409974"/>
                </a:lnTo>
                <a:lnTo>
                  <a:pt x="73015" y="412263"/>
                </a:lnTo>
                <a:lnTo>
                  <a:pt x="73080" y="413049"/>
                </a:lnTo>
                <a:lnTo>
                  <a:pt x="73632" y="413139"/>
                </a:lnTo>
                <a:lnTo>
                  <a:pt x="75016" y="414205"/>
                </a:lnTo>
                <a:lnTo>
                  <a:pt x="75118" y="414722"/>
                </a:lnTo>
                <a:lnTo>
                  <a:pt x="76827" y="416537"/>
                </a:lnTo>
                <a:lnTo>
                  <a:pt x="76724" y="416939"/>
                </a:lnTo>
                <a:lnTo>
                  <a:pt x="77903" y="418389"/>
                </a:lnTo>
                <a:lnTo>
                  <a:pt x="77609" y="418930"/>
                </a:lnTo>
                <a:lnTo>
                  <a:pt x="77958" y="419733"/>
                </a:lnTo>
                <a:lnTo>
                  <a:pt x="77353" y="420157"/>
                </a:lnTo>
                <a:lnTo>
                  <a:pt x="76937" y="421042"/>
                </a:lnTo>
                <a:lnTo>
                  <a:pt x="77186" y="422067"/>
                </a:lnTo>
                <a:lnTo>
                  <a:pt x="76457" y="422207"/>
                </a:lnTo>
                <a:lnTo>
                  <a:pt x="75604" y="423125"/>
                </a:lnTo>
                <a:lnTo>
                  <a:pt x="76323" y="424914"/>
                </a:lnTo>
                <a:lnTo>
                  <a:pt x="75979" y="425330"/>
                </a:lnTo>
                <a:lnTo>
                  <a:pt x="75984" y="427016"/>
                </a:lnTo>
                <a:lnTo>
                  <a:pt x="75412" y="427736"/>
                </a:lnTo>
                <a:lnTo>
                  <a:pt x="75429" y="429607"/>
                </a:lnTo>
                <a:lnTo>
                  <a:pt x="77067" y="431085"/>
                </a:lnTo>
                <a:lnTo>
                  <a:pt x="77387" y="432467"/>
                </a:lnTo>
                <a:lnTo>
                  <a:pt x="78319" y="433091"/>
                </a:lnTo>
                <a:lnTo>
                  <a:pt x="79206" y="433149"/>
                </a:lnTo>
                <a:lnTo>
                  <a:pt x="81407" y="432524"/>
                </a:lnTo>
                <a:lnTo>
                  <a:pt x="82530" y="433212"/>
                </a:lnTo>
                <a:lnTo>
                  <a:pt x="84652" y="433934"/>
                </a:lnTo>
                <a:lnTo>
                  <a:pt x="85862" y="434793"/>
                </a:lnTo>
                <a:lnTo>
                  <a:pt x="86668" y="436530"/>
                </a:lnTo>
                <a:lnTo>
                  <a:pt x="85876" y="436632"/>
                </a:lnTo>
                <a:lnTo>
                  <a:pt x="85478" y="437922"/>
                </a:lnTo>
                <a:lnTo>
                  <a:pt x="86852" y="438562"/>
                </a:lnTo>
                <a:lnTo>
                  <a:pt x="87299" y="439553"/>
                </a:lnTo>
                <a:lnTo>
                  <a:pt x="87863" y="439864"/>
                </a:lnTo>
                <a:lnTo>
                  <a:pt x="88492" y="442066"/>
                </a:lnTo>
                <a:lnTo>
                  <a:pt x="87920" y="442560"/>
                </a:lnTo>
                <a:lnTo>
                  <a:pt x="87244" y="442454"/>
                </a:lnTo>
                <a:lnTo>
                  <a:pt x="87156" y="443590"/>
                </a:lnTo>
                <a:lnTo>
                  <a:pt x="87544" y="444000"/>
                </a:lnTo>
                <a:lnTo>
                  <a:pt x="88500" y="444070"/>
                </a:lnTo>
                <a:lnTo>
                  <a:pt x="89834" y="444669"/>
                </a:lnTo>
                <a:lnTo>
                  <a:pt x="90670" y="445981"/>
                </a:lnTo>
                <a:lnTo>
                  <a:pt x="90488" y="447878"/>
                </a:lnTo>
                <a:lnTo>
                  <a:pt x="89758" y="447831"/>
                </a:lnTo>
                <a:lnTo>
                  <a:pt x="89927" y="449044"/>
                </a:lnTo>
                <a:lnTo>
                  <a:pt x="90425" y="449637"/>
                </a:lnTo>
                <a:lnTo>
                  <a:pt x="90474" y="450609"/>
                </a:lnTo>
                <a:lnTo>
                  <a:pt x="90936" y="451505"/>
                </a:lnTo>
                <a:lnTo>
                  <a:pt x="90826" y="451966"/>
                </a:lnTo>
                <a:lnTo>
                  <a:pt x="90237" y="452429"/>
                </a:lnTo>
                <a:lnTo>
                  <a:pt x="90289" y="453208"/>
                </a:lnTo>
                <a:lnTo>
                  <a:pt x="90026" y="453500"/>
                </a:lnTo>
                <a:lnTo>
                  <a:pt x="90703" y="454015"/>
                </a:lnTo>
                <a:lnTo>
                  <a:pt x="90531" y="454515"/>
                </a:lnTo>
                <a:lnTo>
                  <a:pt x="91429" y="454883"/>
                </a:lnTo>
                <a:lnTo>
                  <a:pt x="91636" y="455759"/>
                </a:lnTo>
                <a:lnTo>
                  <a:pt x="92153" y="455814"/>
                </a:lnTo>
                <a:lnTo>
                  <a:pt x="92174" y="457399"/>
                </a:lnTo>
                <a:lnTo>
                  <a:pt x="92688" y="458756"/>
                </a:lnTo>
                <a:lnTo>
                  <a:pt x="92629" y="459696"/>
                </a:lnTo>
                <a:lnTo>
                  <a:pt x="90217" y="460499"/>
                </a:lnTo>
                <a:lnTo>
                  <a:pt x="90496" y="461546"/>
                </a:lnTo>
                <a:lnTo>
                  <a:pt x="90155" y="462761"/>
                </a:lnTo>
                <a:lnTo>
                  <a:pt x="90585" y="464123"/>
                </a:lnTo>
                <a:lnTo>
                  <a:pt x="91280" y="464828"/>
                </a:lnTo>
                <a:lnTo>
                  <a:pt x="91153" y="465378"/>
                </a:lnTo>
                <a:lnTo>
                  <a:pt x="90778" y="465584"/>
                </a:lnTo>
                <a:lnTo>
                  <a:pt x="90893" y="466313"/>
                </a:lnTo>
                <a:lnTo>
                  <a:pt x="89036" y="468106"/>
                </a:lnTo>
                <a:lnTo>
                  <a:pt x="89108" y="469707"/>
                </a:lnTo>
                <a:lnTo>
                  <a:pt x="88858" y="470019"/>
                </a:lnTo>
                <a:lnTo>
                  <a:pt x="86130" y="470018"/>
                </a:lnTo>
                <a:lnTo>
                  <a:pt x="85883" y="471822"/>
                </a:lnTo>
                <a:lnTo>
                  <a:pt x="86496" y="473344"/>
                </a:lnTo>
                <a:lnTo>
                  <a:pt x="86033" y="473803"/>
                </a:lnTo>
                <a:lnTo>
                  <a:pt x="84448" y="473835"/>
                </a:lnTo>
                <a:lnTo>
                  <a:pt x="83777" y="474477"/>
                </a:lnTo>
                <a:lnTo>
                  <a:pt x="82969" y="476168"/>
                </a:lnTo>
                <a:lnTo>
                  <a:pt x="82873" y="476959"/>
                </a:lnTo>
                <a:lnTo>
                  <a:pt x="82477" y="477305"/>
                </a:lnTo>
                <a:lnTo>
                  <a:pt x="83027" y="478990"/>
                </a:lnTo>
                <a:lnTo>
                  <a:pt x="82451" y="479087"/>
                </a:lnTo>
                <a:lnTo>
                  <a:pt x="82515" y="479456"/>
                </a:lnTo>
                <a:lnTo>
                  <a:pt x="82001" y="479457"/>
                </a:lnTo>
                <a:lnTo>
                  <a:pt x="81339" y="480210"/>
                </a:lnTo>
                <a:lnTo>
                  <a:pt x="80493" y="480282"/>
                </a:lnTo>
                <a:lnTo>
                  <a:pt x="80298" y="481013"/>
                </a:lnTo>
                <a:lnTo>
                  <a:pt x="79583" y="481100"/>
                </a:lnTo>
                <a:lnTo>
                  <a:pt x="79086" y="480664"/>
                </a:lnTo>
                <a:lnTo>
                  <a:pt x="78563" y="480775"/>
                </a:lnTo>
                <a:lnTo>
                  <a:pt x="77822" y="482339"/>
                </a:lnTo>
                <a:lnTo>
                  <a:pt x="76954" y="482427"/>
                </a:lnTo>
                <a:lnTo>
                  <a:pt x="76341" y="482925"/>
                </a:lnTo>
                <a:lnTo>
                  <a:pt x="76102" y="483593"/>
                </a:lnTo>
                <a:lnTo>
                  <a:pt x="73277" y="482526"/>
                </a:lnTo>
                <a:lnTo>
                  <a:pt x="72329" y="483100"/>
                </a:lnTo>
                <a:lnTo>
                  <a:pt x="72140" y="483805"/>
                </a:lnTo>
                <a:lnTo>
                  <a:pt x="70213" y="483442"/>
                </a:lnTo>
                <a:lnTo>
                  <a:pt x="69852" y="484091"/>
                </a:lnTo>
                <a:lnTo>
                  <a:pt x="69066" y="484343"/>
                </a:lnTo>
                <a:lnTo>
                  <a:pt x="68799" y="484758"/>
                </a:lnTo>
                <a:lnTo>
                  <a:pt x="69409" y="486490"/>
                </a:lnTo>
                <a:lnTo>
                  <a:pt x="68103" y="486663"/>
                </a:lnTo>
                <a:lnTo>
                  <a:pt x="67096" y="486276"/>
                </a:lnTo>
                <a:lnTo>
                  <a:pt x="66672" y="485611"/>
                </a:lnTo>
                <a:lnTo>
                  <a:pt x="65535" y="486227"/>
                </a:lnTo>
                <a:lnTo>
                  <a:pt x="64883" y="486239"/>
                </a:lnTo>
                <a:lnTo>
                  <a:pt x="64310" y="486883"/>
                </a:lnTo>
                <a:lnTo>
                  <a:pt x="64520" y="487590"/>
                </a:lnTo>
                <a:lnTo>
                  <a:pt x="65998" y="489507"/>
                </a:lnTo>
                <a:lnTo>
                  <a:pt x="66092" y="490730"/>
                </a:lnTo>
                <a:lnTo>
                  <a:pt x="66399" y="490839"/>
                </a:lnTo>
                <a:lnTo>
                  <a:pt x="66047" y="492110"/>
                </a:lnTo>
                <a:lnTo>
                  <a:pt x="65118" y="492481"/>
                </a:lnTo>
                <a:lnTo>
                  <a:pt x="64066" y="492058"/>
                </a:lnTo>
                <a:lnTo>
                  <a:pt x="64685" y="493062"/>
                </a:lnTo>
                <a:lnTo>
                  <a:pt x="65636" y="493835"/>
                </a:lnTo>
                <a:lnTo>
                  <a:pt x="66226" y="495289"/>
                </a:lnTo>
                <a:lnTo>
                  <a:pt x="67189" y="495950"/>
                </a:lnTo>
                <a:lnTo>
                  <a:pt x="67056" y="497641"/>
                </a:lnTo>
                <a:lnTo>
                  <a:pt x="66070" y="498290"/>
                </a:lnTo>
                <a:lnTo>
                  <a:pt x="65815" y="499201"/>
                </a:lnTo>
                <a:lnTo>
                  <a:pt x="67301" y="500072"/>
                </a:lnTo>
                <a:lnTo>
                  <a:pt x="67549" y="500850"/>
                </a:lnTo>
                <a:lnTo>
                  <a:pt x="68214" y="500999"/>
                </a:lnTo>
                <a:lnTo>
                  <a:pt x="68309" y="501562"/>
                </a:lnTo>
                <a:lnTo>
                  <a:pt x="68772" y="501761"/>
                </a:lnTo>
                <a:lnTo>
                  <a:pt x="68924" y="502303"/>
                </a:lnTo>
                <a:lnTo>
                  <a:pt x="67928" y="504474"/>
                </a:lnTo>
                <a:lnTo>
                  <a:pt x="67348" y="504781"/>
                </a:lnTo>
                <a:lnTo>
                  <a:pt x="66223" y="505002"/>
                </a:lnTo>
                <a:lnTo>
                  <a:pt x="65452" y="504704"/>
                </a:lnTo>
                <a:lnTo>
                  <a:pt x="64200" y="505076"/>
                </a:lnTo>
                <a:lnTo>
                  <a:pt x="62152" y="504815"/>
                </a:lnTo>
                <a:lnTo>
                  <a:pt x="62181" y="505871"/>
                </a:lnTo>
                <a:lnTo>
                  <a:pt x="63237" y="507980"/>
                </a:lnTo>
                <a:lnTo>
                  <a:pt x="63270" y="509508"/>
                </a:lnTo>
                <a:lnTo>
                  <a:pt x="62889" y="510334"/>
                </a:lnTo>
                <a:lnTo>
                  <a:pt x="63085" y="510936"/>
                </a:lnTo>
                <a:lnTo>
                  <a:pt x="61424" y="511838"/>
                </a:lnTo>
                <a:lnTo>
                  <a:pt x="62111" y="513055"/>
                </a:lnTo>
                <a:lnTo>
                  <a:pt x="61180" y="515887"/>
                </a:lnTo>
                <a:lnTo>
                  <a:pt x="60336" y="516245"/>
                </a:lnTo>
                <a:lnTo>
                  <a:pt x="58970" y="515830"/>
                </a:lnTo>
                <a:lnTo>
                  <a:pt x="58277" y="515054"/>
                </a:lnTo>
                <a:lnTo>
                  <a:pt x="56684" y="515582"/>
                </a:lnTo>
                <a:lnTo>
                  <a:pt x="54191" y="515543"/>
                </a:lnTo>
                <a:lnTo>
                  <a:pt x="53337" y="514972"/>
                </a:lnTo>
                <a:lnTo>
                  <a:pt x="52534" y="515562"/>
                </a:lnTo>
                <a:lnTo>
                  <a:pt x="52383" y="516239"/>
                </a:lnTo>
                <a:lnTo>
                  <a:pt x="51963" y="515951"/>
                </a:lnTo>
                <a:lnTo>
                  <a:pt x="51099" y="516466"/>
                </a:lnTo>
                <a:lnTo>
                  <a:pt x="50448" y="516333"/>
                </a:lnTo>
                <a:lnTo>
                  <a:pt x="49787" y="517746"/>
                </a:lnTo>
                <a:lnTo>
                  <a:pt x="49283" y="517752"/>
                </a:lnTo>
                <a:lnTo>
                  <a:pt x="48777" y="518618"/>
                </a:lnTo>
                <a:lnTo>
                  <a:pt x="47379" y="518577"/>
                </a:lnTo>
                <a:lnTo>
                  <a:pt x="45780" y="520582"/>
                </a:lnTo>
                <a:lnTo>
                  <a:pt x="45252" y="520707"/>
                </a:lnTo>
                <a:lnTo>
                  <a:pt x="44421" y="520023"/>
                </a:lnTo>
                <a:lnTo>
                  <a:pt x="43649" y="521485"/>
                </a:lnTo>
                <a:lnTo>
                  <a:pt x="42510" y="522012"/>
                </a:lnTo>
                <a:lnTo>
                  <a:pt x="41043" y="521558"/>
                </a:lnTo>
                <a:lnTo>
                  <a:pt x="40469" y="522620"/>
                </a:lnTo>
                <a:lnTo>
                  <a:pt x="41056" y="523818"/>
                </a:lnTo>
                <a:lnTo>
                  <a:pt x="40703" y="524252"/>
                </a:lnTo>
                <a:lnTo>
                  <a:pt x="40888" y="524508"/>
                </a:lnTo>
                <a:lnTo>
                  <a:pt x="40763" y="525455"/>
                </a:lnTo>
                <a:lnTo>
                  <a:pt x="40206" y="526252"/>
                </a:lnTo>
                <a:lnTo>
                  <a:pt x="40430" y="527243"/>
                </a:lnTo>
                <a:lnTo>
                  <a:pt x="38750" y="527501"/>
                </a:lnTo>
                <a:lnTo>
                  <a:pt x="38531" y="528202"/>
                </a:lnTo>
                <a:lnTo>
                  <a:pt x="38007" y="528430"/>
                </a:lnTo>
                <a:lnTo>
                  <a:pt x="37782" y="528968"/>
                </a:lnTo>
                <a:lnTo>
                  <a:pt x="38692" y="532293"/>
                </a:lnTo>
                <a:lnTo>
                  <a:pt x="38240" y="532472"/>
                </a:lnTo>
                <a:lnTo>
                  <a:pt x="38377" y="532909"/>
                </a:lnTo>
                <a:lnTo>
                  <a:pt x="37813" y="533176"/>
                </a:lnTo>
                <a:lnTo>
                  <a:pt x="37711" y="533657"/>
                </a:lnTo>
                <a:lnTo>
                  <a:pt x="36054" y="533229"/>
                </a:lnTo>
                <a:lnTo>
                  <a:pt x="35989" y="534144"/>
                </a:lnTo>
                <a:lnTo>
                  <a:pt x="36305" y="535026"/>
                </a:lnTo>
                <a:lnTo>
                  <a:pt x="36748" y="535399"/>
                </a:lnTo>
                <a:lnTo>
                  <a:pt x="36551" y="537063"/>
                </a:lnTo>
                <a:lnTo>
                  <a:pt x="35515" y="537419"/>
                </a:lnTo>
                <a:lnTo>
                  <a:pt x="35644" y="538163"/>
                </a:lnTo>
                <a:lnTo>
                  <a:pt x="34606" y="537980"/>
                </a:lnTo>
                <a:lnTo>
                  <a:pt x="33763" y="538533"/>
                </a:lnTo>
                <a:lnTo>
                  <a:pt x="34961" y="539693"/>
                </a:lnTo>
                <a:lnTo>
                  <a:pt x="34660" y="540320"/>
                </a:lnTo>
                <a:lnTo>
                  <a:pt x="34540" y="542741"/>
                </a:lnTo>
                <a:lnTo>
                  <a:pt x="33757" y="543837"/>
                </a:lnTo>
                <a:lnTo>
                  <a:pt x="33444" y="546141"/>
                </a:lnTo>
                <a:lnTo>
                  <a:pt x="33984" y="547108"/>
                </a:lnTo>
                <a:lnTo>
                  <a:pt x="34851" y="547630"/>
                </a:lnTo>
                <a:lnTo>
                  <a:pt x="34310" y="548385"/>
                </a:lnTo>
                <a:lnTo>
                  <a:pt x="34605" y="549733"/>
                </a:lnTo>
                <a:lnTo>
                  <a:pt x="34098" y="550803"/>
                </a:lnTo>
                <a:lnTo>
                  <a:pt x="32339" y="551066"/>
                </a:lnTo>
                <a:lnTo>
                  <a:pt x="31506" y="552568"/>
                </a:lnTo>
                <a:lnTo>
                  <a:pt x="30891" y="553052"/>
                </a:lnTo>
                <a:lnTo>
                  <a:pt x="29699" y="553184"/>
                </a:lnTo>
                <a:lnTo>
                  <a:pt x="29382" y="553521"/>
                </a:lnTo>
                <a:lnTo>
                  <a:pt x="29602" y="554152"/>
                </a:lnTo>
                <a:lnTo>
                  <a:pt x="30532" y="554438"/>
                </a:lnTo>
                <a:lnTo>
                  <a:pt x="31112" y="554987"/>
                </a:lnTo>
                <a:lnTo>
                  <a:pt x="31772" y="554888"/>
                </a:lnTo>
                <a:lnTo>
                  <a:pt x="34358" y="556204"/>
                </a:lnTo>
                <a:lnTo>
                  <a:pt x="35506" y="556475"/>
                </a:lnTo>
                <a:lnTo>
                  <a:pt x="35573" y="557109"/>
                </a:lnTo>
                <a:lnTo>
                  <a:pt x="36546" y="557896"/>
                </a:lnTo>
                <a:lnTo>
                  <a:pt x="35793" y="559155"/>
                </a:lnTo>
                <a:lnTo>
                  <a:pt x="35810" y="559562"/>
                </a:lnTo>
                <a:lnTo>
                  <a:pt x="36537" y="559924"/>
                </a:lnTo>
                <a:lnTo>
                  <a:pt x="36993" y="560907"/>
                </a:lnTo>
                <a:lnTo>
                  <a:pt x="37890" y="561145"/>
                </a:lnTo>
                <a:lnTo>
                  <a:pt x="38925" y="560764"/>
                </a:lnTo>
                <a:lnTo>
                  <a:pt x="39316" y="560983"/>
                </a:lnTo>
                <a:lnTo>
                  <a:pt x="39157" y="561732"/>
                </a:lnTo>
                <a:lnTo>
                  <a:pt x="39359" y="562691"/>
                </a:lnTo>
                <a:lnTo>
                  <a:pt x="38895" y="563198"/>
                </a:lnTo>
                <a:lnTo>
                  <a:pt x="38939" y="564641"/>
                </a:lnTo>
                <a:lnTo>
                  <a:pt x="38358" y="565170"/>
                </a:lnTo>
                <a:lnTo>
                  <a:pt x="39990" y="566395"/>
                </a:lnTo>
                <a:lnTo>
                  <a:pt x="40159" y="567173"/>
                </a:lnTo>
                <a:lnTo>
                  <a:pt x="38876" y="568129"/>
                </a:lnTo>
                <a:lnTo>
                  <a:pt x="38191" y="568207"/>
                </a:lnTo>
                <a:lnTo>
                  <a:pt x="37726" y="568934"/>
                </a:lnTo>
                <a:lnTo>
                  <a:pt x="36599" y="568725"/>
                </a:lnTo>
                <a:lnTo>
                  <a:pt x="34741" y="569474"/>
                </a:lnTo>
                <a:lnTo>
                  <a:pt x="32747" y="569555"/>
                </a:lnTo>
                <a:lnTo>
                  <a:pt x="32158" y="570079"/>
                </a:lnTo>
                <a:lnTo>
                  <a:pt x="31567" y="570066"/>
                </a:lnTo>
                <a:lnTo>
                  <a:pt x="30927" y="570768"/>
                </a:lnTo>
                <a:lnTo>
                  <a:pt x="30341" y="570507"/>
                </a:lnTo>
                <a:lnTo>
                  <a:pt x="29937" y="570737"/>
                </a:lnTo>
                <a:lnTo>
                  <a:pt x="29908" y="571751"/>
                </a:lnTo>
                <a:lnTo>
                  <a:pt x="29455" y="572120"/>
                </a:lnTo>
                <a:lnTo>
                  <a:pt x="29040" y="574095"/>
                </a:lnTo>
                <a:lnTo>
                  <a:pt x="28690" y="574527"/>
                </a:lnTo>
                <a:lnTo>
                  <a:pt x="28936" y="574921"/>
                </a:lnTo>
                <a:lnTo>
                  <a:pt x="28815" y="576418"/>
                </a:lnTo>
                <a:lnTo>
                  <a:pt x="25630" y="573632"/>
                </a:lnTo>
                <a:lnTo>
                  <a:pt x="22700" y="577193"/>
                </a:lnTo>
                <a:lnTo>
                  <a:pt x="19941" y="578955"/>
                </a:lnTo>
                <a:lnTo>
                  <a:pt x="18892" y="578905"/>
                </a:lnTo>
                <a:lnTo>
                  <a:pt x="18400" y="579431"/>
                </a:lnTo>
                <a:lnTo>
                  <a:pt x="17903" y="579244"/>
                </a:lnTo>
                <a:lnTo>
                  <a:pt x="17095" y="579572"/>
                </a:lnTo>
                <a:lnTo>
                  <a:pt x="16800" y="579867"/>
                </a:lnTo>
                <a:lnTo>
                  <a:pt x="16960" y="580755"/>
                </a:lnTo>
                <a:lnTo>
                  <a:pt x="16343" y="581675"/>
                </a:lnTo>
                <a:lnTo>
                  <a:pt x="15392" y="582024"/>
                </a:lnTo>
                <a:lnTo>
                  <a:pt x="14734" y="581520"/>
                </a:lnTo>
                <a:lnTo>
                  <a:pt x="13783" y="582447"/>
                </a:lnTo>
                <a:lnTo>
                  <a:pt x="18697" y="584779"/>
                </a:lnTo>
                <a:lnTo>
                  <a:pt x="22232" y="590853"/>
                </a:lnTo>
                <a:lnTo>
                  <a:pt x="25821" y="593416"/>
                </a:lnTo>
                <a:lnTo>
                  <a:pt x="28490" y="597685"/>
                </a:lnTo>
                <a:lnTo>
                  <a:pt x="29092" y="601278"/>
                </a:lnTo>
                <a:lnTo>
                  <a:pt x="29396" y="601116"/>
                </a:lnTo>
                <a:lnTo>
                  <a:pt x="29948" y="601887"/>
                </a:lnTo>
                <a:lnTo>
                  <a:pt x="30614" y="601645"/>
                </a:lnTo>
                <a:lnTo>
                  <a:pt x="30159" y="602411"/>
                </a:lnTo>
                <a:lnTo>
                  <a:pt x="30300" y="602900"/>
                </a:lnTo>
                <a:lnTo>
                  <a:pt x="29933" y="602884"/>
                </a:lnTo>
                <a:lnTo>
                  <a:pt x="29483" y="602278"/>
                </a:lnTo>
                <a:lnTo>
                  <a:pt x="29085" y="602880"/>
                </a:lnTo>
                <a:lnTo>
                  <a:pt x="29540" y="603322"/>
                </a:lnTo>
                <a:lnTo>
                  <a:pt x="29461" y="603853"/>
                </a:lnTo>
                <a:lnTo>
                  <a:pt x="30090" y="603647"/>
                </a:lnTo>
                <a:lnTo>
                  <a:pt x="30323" y="603895"/>
                </a:lnTo>
                <a:lnTo>
                  <a:pt x="29513" y="604588"/>
                </a:lnTo>
                <a:lnTo>
                  <a:pt x="30122" y="606104"/>
                </a:lnTo>
                <a:lnTo>
                  <a:pt x="29510" y="606552"/>
                </a:lnTo>
                <a:lnTo>
                  <a:pt x="29805" y="606786"/>
                </a:lnTo>
                <a:lnTo>
                  <a:pt x="29364" y="608078"/>
                </a:lnTo>
                <a:lnTo>
                  <a:pt x="29492" y="608784"/>
                </a:lnTo>
                <a:lnTo>
                  <a:pt x="29881" y="609209"/>
                </a:lnTo>
                <a:lnTo>
                  <a:pt x="29437" y="609862"/>
                </a:lnTo>
                <a:lnTo>
                  <a:pt x="30300" y="610167"/>
                </a:lnTo>
                <a:lnTo>
                  <a:pt x="30080" y="611627"/>
                </a:lnTo>
                <a:lnTo>
                  <a:pt x="29642" y="611920"/>
                </a:lnTo>
                <a:lnTo>
                  <a:pt x="28972" y="611690"/>
                </a:lnTo>
                <a:lnTo>
                  <a:pt x="28376" y="612047"/>
                </a:lnTo>
                <a:lnTo>
                  <a:pt x="28841" y="612803"/>
                </a:lnTo>
                <a:lnTo>
                  <a:pt x="29966" y="613376"/>
                </a:lnTo>
                <a:lnTo>
                  <a:pt x="29407" y="613912"/>
                </a:lnTo>
                <a:lnTo>
                  <a:pt x="28881" y="613658"/>
                </a:lnTo>
                <a:lnTo>
                  <a:pt x="28696" y="614822"/>
                </a:lnTo>
                <a:lnTo>
                  <a:pt x="28237" y="614814"/>
                </a:lnTo>
                <a:lnTo>
                  <a:pt x="27612" y="615515"/>
                </a:lnTo>
                <a:lnTo>
                  <a:pt x="27593" y="616295"/>
                </a:lnTo>
                <a:lnTo>
                  <a:pt x="27155" y="616109"/>
                </a:lnTo>
                <a:lnTo>
                  <a:pt x="26877" y="616437"/>
                </a:lnTo>
                <a:lnTo>
                  <a:pt x="27037" y="617100"/>
                </a:lnTo>
                <a:lnTo>
                  <a:pt x="28033" y="617770"/>
                </a:lnTo>
                <a:lnTo>
                  <a:pt x="28531" y="619036"/>
                </a:lnTo>
                <a:lnTo>
                  <a:pt x="29224" y="618958"/>
                </a:lnTo>
                <a:lnTo>
                  <a:pt x="29988" y="619414"/>
                </a:lnTo>
                <a:lnTo>
                  <a:pt x="29747" y="619841"/>
                </a:lnTo>
                <a:lnTo>
                  <a:pt x="28641" y="619711"/>
                </a:lnTo>
                <a:lnTo>
                  <a:pt x="28072" y="620260"/>
                </a:lnTo>
                <a:lnTo>
                  <a:pt x="28239" y="622694"/>
                </a:lnTo>
                <a:lnTo>
                  <a:pt x="29476" y="622049"/>
                </a:lnTo>
                <a:lnTo>
                  <a:pt x="29776" y="622321"/>
                </a:lnTo>
                <a:lnTo>
                  <a:pt x="29738" y="622814"/>
                </a:lnTo>
                <a:lnTo>
                  <a:pt x="30659" y="623110"/>
                </a:lnTo>
                <a:lnTo>
                  <a:pt x="31478" y="623850"/>
                </a:lnTo>
                <a:lnTo>
                  <a:pt x="31391" y="624161"/>
                </a:lnTo>
                <a:lnTo>
                  <a:pt x="30107" y="624352"/>
                </a:lnTo>
                <a:lnTo>
                  <a:pt x="29790" y="625117"/>
                </a:lnTo>
                <a:lnTo>
                  <a:pt x="30729" y="625586"/>
                </a:lnTo>
                <a:lnTo>
                  <a:pt x="31041" y="626063"/>
                </a:lnTo>
                <a:lnTo>
                  <a:pt x="30891" y="627400"/>
                </a:lnTo>
                <a:lnTo>
                  <a:pt x="30244" y="628327"/>
                </a:lnTo>
                <a:lnTo>
                  <a:pt x="30758" y="628534"/>
                </a:lnTo>
                <a:lnTo>
                  <a:pt x="30637" y="630078"/>
                </a:lnTo>
                <a:lnTo>
                  <a:pt x="31299" y="630472"/>
                </a:lnTo>
                <a:lnTo>
                  <a:pt x="31113" y="630831"/>
                </a:lnTo>
                <a:lnTo>
                  <a:pt x="31662" y="631738"/>
                </a:lnTo>
                <a:lnTo>
                  <a:pt x="31701" y="632693"/>
                </a:lnTo>
                <a:lnTo>
                  <a:pt x="31911" y="632920"/>
                </a:lnTo>
                <a:lnTo>
                  <a:pt x="32544" y="632812"/>
                </a:lnTo>
                <a:lnTo>
                  <a:pt x="34347" y="631937"/>
                </a:lnTo>
                <a:lnTo>
                  <a:pt x="34644" y="632784"/>
                </a:lnTo>
                <a:lnTo>
                  <a:pt x="34280" y="633458"/>
                </a:lnTo>
                <a:lnTo>
                  <a:pt x="35054" y="633519"/>
                </a:lnTo>
                <a:lnTo>
                  <a:pt x="34931" y="632956"/>
                </a:lnTo>
                <a:lnTo>
                  <a:pt x="35163" y="633225"/>
                </a:lnTo>
                <a:lnTo>
                  <a:pt x="36097" y="633331"/>
                </a:lnTo>
                <a:lnTo>
                  <a:pt x="35983" y="633842"/>
                </a:lnTo>
                <a:lnTo>
                  <a:pt x="35260" y="633905"/>
                </a:lnTo>
                <a:lnTo>
                  <a:pt x="34948" y="634216"/>
                </a:lnTo>
                <a:lnTo>
                  <a:pt x="35750" y="634662"/>
                </a:lnTo>
                <a:lnTo>
                  <a:pt x="35440" y="635334"/>
                </a:lnTo>
                <a:lnTo>
                  <a:pt x="35878" y="634981"/>
                </a:lnTo>
                <a:lnTo>
                  <a:pt x="36088" y="635280"/>
                </a:lnTo>
                <a:lnTo>
                  <a:pt x="35752" y="635662"/>
                </a:lnTo>
                <a:lnTo>
                  <a:pt x="35211" y="635348"/>
                </a:lnTo>
                <a:lnTo>
                  <a:pt x="35023" y="635569"/>
                </a:lnTo>
                <a:lnTo>
                  <a:pt x="35192" y="635849"/>
                </a:lnTo>
                <a:lnTo>
                  <a:pt x="34842" y="635935"/>
                </a:lnTo>
                <a:lnTo>
                  <a:pt x="36725" y="636797"/>
                </a:lnTo>
                <a:lnTo>
                  <a:pt x="37847" y="636685"/>
                </a:lnTo>
                <a:lnTo>
                  <a:pt x="38076" y="637079"/>
                </a:lnTo>
                <a:lnTo>
                  <a:pt x="37560" y="637177"/>
                </a:lnTo>
                <a:lnTo>
                  <a:pt x="40083" y="638295"/>
                </a:lnTo>
                <a:lnTo>
                  <a:pt x="46521" y="640229"/>
                </a:lnTo>
                <a:lnTo>
                  <a:pt x="47408" y="641958"/>
                </a:lnTo>
                <a:lnTo>
                  <a:pt x="50949" y="641826"/>
                </a:lnTo>
                <a:lnTo>
                  <a:pt x="47413" y="634849"/>
                </a:lnTo>
                <a:lnTo>
                  <a:pt x="48320" y="634473"/>
                </a:lnTo>
                <a:lnTo>
                  <a:pt x="52412" y="636844"/>
                </a:lnTo>
                <a:lnTo>
                  <a:pt x="58602" y="645073"/>
                </a:lnTo>
                <a:lnTo>
                  <a:pt x="57956" y="647755"/>
                </a:lnTo>
                <a:lnTo>
                  <a:pt x="56730" y="649863"/>
                </a:lnTo>
                <a:lnTo>
                  <a:pt x="57808" y="651354"/>
                </a:lnTo>
                <a:lnTo>
                  <a:pt x="58603" y="656475"/>
                </a:lnTo>
                <a:lnTo>
                  <a:pt x="54027" y="655589"/>
                </a:lnTo>
                <a:lnTo>
                  <a:pt x="54741" y="659338"/>
                </a:lnTo>
                <a:lnTo>
                  <a:pt x="47361" y="660780"/>
                </a:lnTo>
                <a:lnTo>
                  <a:pt x="45571" y="661735"/>
                </a:lnTo>
                <a:lnTo>
                  <a:pt x="45383" y="664773"/>
                </a:lnTo>
                <a:lnTo>
                  <a:pt x="43966" y="663737"/>
                </a:lnTo>
                <a:lnTo>
                  <a:pt x="40274" y="666100"/>
                </a:lnTo>
                <a:lnTo>
                  <a:pt x="40298" y="671435"/>
                </a:lnTo>
                <a:lnTo>
                  <a:pt x="38378" y="675536"/>
                </a:lnTo>
                <a:lnTo>
                  <a:pt x="36372" y="681459"/>
                </a:lnTo>
                <a:lnTo>
                  <a:pt x="31975" y="680255"/>
                </a:lnTo>
                <a:lnTo>
                  <a:pt x="30097" y="684650"/>
                </a:lnTo>
                <a:lnTo>
                  <a:pt x="30889" y="684141"/>
                </a:lnTo>
                <a:lnTo>
                  <a:pt x="31170" y="684271"/>
                </a:lnTo>
                <a:lnTo>
                  <a:pt x="30982" y="684469"/>
                </a:lnTo>
                <a:lnTo>
                  <a:pt x="31254" y="686101"/>
                </a:lnTo>
                <a:lnTo>
                  <a:pt x="32119" y="687256"/>
                </a:lnTo>
                <a:lnTo>
                  <a:pt x="31880" y="687541"/>
                </a:lnTo>
                <a:lnTo>
                  <a:pt x="31997" y="688695"/>
                </a:lnTo>
                <a:lnTo>
                  <a:pt x="32465" y="688871"/>
                </a:lnTo>
                <a:lnTo>
                  <a:pt x="32825" y="688581"/>
                </a:lnTo>
                <a:lnTo>
                  <a:pt x="33489" y="687311"/>
                </a:lnTo>
                <a:lnTo>
                  <a:pt x="32895" y="687403"/>
                </a:lnTo>
                <a:lnTo>
                  <a:pt x="32902" y="686912"/>
                </a:lnTo>
                <a:lnTo>
                  <a:pt x="33241" y="686862"/>
                </a:lnTo>
                <a:lnTo>
                  <a:pt x="33480" y="686309"/>
                </a:lnTo>
                <a:lnTo>
                  <a:pt x="34156" y="686675"/>
                </a:lnTo>
                <a:lnTo>
                  <a:pt x="34343" y="686267"/>
                </a:lnTo>
                <a:lnTo>
                  <a:pt x="33823" y="685913"/>
                </a:lnTo>
                <a:lnTo>
                  <a:pt x="34173" y="685624"/>
                </a:lnTo>
                <a:lnTo>
                  <a:pt x="35493" y="688296"/>
                </a:lnTo>
                <a:lnTo>
                  <a:pt x="33643" y="689451"/>
                </a:lnTo>
                <a:lnTo>
                  <a:pt x="33478" y="689801"/>
                </a:lnTo>
                <a:lnTo>
                  <a:pt x="31733" y="689783"/>
                </a:lnTo>
                <a:lnTo>
                  <a:pt x="25606" y="693201"/>
                </a:lnTo>
                <a:lnTo>
                  <a:pt x="26955" y="694681"/>
                </a:lnTo>
                <a:lnTo>
                  <a:pt x="30544" y="696388"/>
                </a:lnTo>
                <a:lnTo>
                  <a:pt x="28683" y="698199"/>
                </a:lnTo>
                <a:lnTo>
                  <a:pt x="34026" y="699939"/>
                </a:lnTo>
                <a:lnTo>
                  <a:pt x="33975" y="700809"/>
                </a:lnTo>
                <a:lnTo>
                  <a:pt x="34736" y="702104"/>
                </a:lnTo>
                <a:lnTo>
                  <a:pt x="36049" y="701139"/>
                </a:lnTo>
                <a:lnTo>
                  <a:pt x="36808" y="701098"/>
                </a:lnTo>
                <a:lnTo>
                  <a:pt x="36801" y="701624"/>
                </a:lnTo>
                <a:lnTo>
                  <a:pt x="36032" y="702029"/>
                </a:lnTo>
                <a:lnTo>
                  <a:pt x="35486" y="702987"/>
                </a:lnTo>
                <a:lnTo>
                  <a:pt x="35902" y="705081"/>
                </a:lnTo>
                <a:lnTo>
                  <a:pt x="36230" y="705427"/>
                </a:lnTo>
                <a:lnTo>
                  <a:pt x="37759" y="704245"/>
                </a:lnTo>
                <a:lnTo>
                  <a:pt x="38747" y="704203"/>
                </a:lnTo>
                <a:lnTo>
                  <a:pt x="38896" y="703755"/>
                </a:lnTo>
                <a:lnTo>
                  <a:pt x="38403" y="703030"/>
                </a:lnTo>
                <a:lnTo>
                  <a:pt x="38390" y="702310"/>
                </a:lnTo>
                <a:lnTo>
                  <a:pt x="39969" y="701545"/>
                </a:lnTo>
                <a:lnTo>
                  <a:pt x="41040" y="701836"/>
                </a:lnTo>
                <a:lnTo>
                  <a:pt x="42195" y="701319"/>
                </a:lnTo>
                <a:lnTo>
                  <a:pt x="42533" y="701762"/>
                </a:lnTo>
                <a:lnTo>
                  <a:pt x="43897" y="701626"/>
                </a:lnTo>
                <a:lnTo>
                  <a:pt x="49308" y="702130"/>
                </a:lnTo>
                <a:lnTo>
                  <a:pt x="51801" y="705313"/>
                </a:lnTo>
                <a:lnTo>
                  <a:pt x="56096" y="705893"/>
                </a:lnTo>
                <a:lnTo>
                  <a:pt x="58733" y="707084"/>
                </a:lnTo>
                <a:lnTo>
                  <a:pt x="59175" y="707006"/>
                </a:lnTo>
                <a:lnTo>
                  <a:pt x="62744" y="712362"/>
                </a:lnTo>
                <a:lnTo>
                  <a:pt x="67415" y="708220"/>
                </a:lnTo>
                <a:lnTo>
                  <a:pt x="69500" y="708532"/>
                </a:lnTo>
                <a:lnTo>
                  <a:pt x="72198" y="706612"/>
                </a:lnTo>
                <a:lnTo>
                  <a:pt x="79057" y="706839"/>
                </a:lnTo>
                <a:lnTo>
                  <a:pt x="83405" y="704192"/>
                </a:lnTo>
                <a:lnTo>
                  <a:pt x="90664" y="703383"/>
                </a:lnTo>
                <a:lnTo>
                  <a:pt x="92419" y="707841"/>
                </a:lnTo>
                <a:lnTo>
                  <a:pt x="100017" y="710988"/>
                </a:lnTo>
                <a:lnTo>
                  <a:pt x="100176" y="710862"/>
                </a:lnTo>
                <a:lnTo>
                  <a:pt x="100002" y="711333"/>
                </a:lnTo>
                <a:lnTo>
                  <a:pt x="101520" y="710709"/>
                </a:lnTo>
                <a:lnTo>
                  <a:pt x="102680" y="711707"/>
                </a:lnTo>
                <a:lnTo>
                  <a:pt x="103682" y="713367"/>
                </a:lnTo>
                <a:lnTo>
                  <a:pt x="103772" y="716886"/>
                </a:lnTo>
                <a:lnTo>
                  <a:pt x="104353" y="717613"/>
                </a:lnTo>
                <a:lnTo>
                  <a:pt x="106150" y="717212"/>
                </a:lnTo>
                <a:lnTo>
                  <a:pt x="106618" y="717407"/>
                </a:lnTo>
                <a:lnTo>
                  <a:pt x="106809" y="717183"/>
                </a:lnTo>
                <a:lnTo>
                  <a:pt x="107239" y="717621"/>
                </a:lnTo>
                <a:lnTo>
                  <a:pt x="107766" y="717568"/>
                </a:lnTo>
                <a:lnTo>
                  <a:pt x="110225" y="716818"/>
                </a:lnTo>
                <a:lnTo>
                  <a:pt x="110478" y="717195"/>
                </a:lnTo>
                <a:lnTo>
                  <a:pt x="110583" y="716816"/>
                </a:lnTo>
                <a:lnTo>
                  <a:pt x="112500" y="716885"/>
                </a:lnTo>
                <a:lnTo>
                  <a:pt x="112588" y="717206"/>
                </a:lnTo>
                <a:lnTo>
                  <a:pt x="112943" y="717304"/>
                </a:lnTo>
                <a:lnTo>
                  <a:pt x="113924" y="716351"/>
                </a:lnTo>
                <a:lnTo>
                  <a:pt x="115596" y="715598"/>
                </a:lnTo>
                <a:lnTo>
                  <a:pt x="116434" y="714709"/>
                </a:lnTo>
                <a:lnTo>
                  <a:pt x="116354" y="714447"/>
                </a:lnTo>
                <a:lnTo>
                  <a:pt x="116749" y="714307"/>
                </a:lnTo>
                <a:lnTo>
                  <a:pt x="117198" y="714759"/>
                </a:lnTo>
                <a:lnTo>
                  <a:pt x="117131" y="715176"/>
                </a:lnTo>
                <a:lnTo>
                  <a:pt x="118801" y="716368"/>
                </a:lnTo>
                <a:lnTo>
                  <a:pt x="118738" y="716829"/>
                </a:lnTo>
                <a:lnTo>
                  <a:pt x="118156" y="717108"/>
                </a:lnTo>
                <a:lnTo>
                  <a:pt x="118199" y="717463"/>
                </a:lnTo>
                <a:lnTo>
                  <a:pt x="118816" y="718041"/>
                </a:lnTo>
                <a:lnTo>
                  <a:pt x="119557" y="717681"/>
                </a:lnTo>
                <a:lnTo>
                  <a:pt x="119858" y="717931"/>
                </a:lnTo>
                <a:lnTo>
                  <a:pt x="119879" y="719521"/>
                </a:lnTo>
                <a:lnTo>
                  <a:pt x="120240" y="719721"/>
                </a:lnTo>
                <a:lnTo>
                  <a:pt x="120863" y="721393"/>
                </a:lnTo>
                <a:lnTo>
                  <a:pt x="121546" y="720971"/>
                </a:lnTo>
                <a:lnTo>
                  <a:pt x="122044" y="721343"/>
                </a:lnTo>
                <a:lnTo>
                  <a:pt x="123256" y="721300"/>
                </a:lnTo>
                <a:lnTo>
                  <a:pt x="124056" y="722117"/>
                </a:lnTo>
                <a:lnTo>
                  <a:pt x="126241" y="722041"/>
                </a:lnTo>
                <a:lnTo>
                  <a:pt x="126460" y="722364"/>
                </a:lnTo>
                <a:lnTo>
                  <a:pt x="125509" y="723618"/>
                </a:lnTo>
                <a:lnTo>
                  <a:pt x="126250" y="724369"/>
                </a:lnTo>
                <a:lnTo>
                  <a:pt x="127020" y="724031"/>
                </a:lnTo>
                <a:lnTo>
                  <a:pt x="127293" y="724242"/>
                </a:lnTo>
                <a:lnTo>
                  <a:pt x="127346" y="724500"/>
                </a:lnTo>
                <a:lnTo>
                  <a:pt x="126983" y="724773"/>
                </a:lnTo>
                <a:lnTo>
                  <a:pt x="127249" y="725131"/>
                </a:lnTo>
                <a:lnTo>
                  <a:pt x="127887" y="725049"/>
                </a:lnTo>
                <a:lnTo>
                  <a:pt x="128779" y="724459"/>
                </a:lnTo>
                <a:lnTo>
                  <a:pt x="128969" y="723883"/>
                </a:lnTo>
                <a:lnTo>
                  <a:pt x="128791" y="723149"/>
                </a:lnTo>
                <a:lnTo>
                  <a:pt x="129358" y="722101"/>
                </a:lnTo>
                <a:lnTo>
                  <a:pt x="129785" y="722820"/>
                </a:lnTo>
                <a:lnTo>
                  <a:pt x="129931" y="724190"/>
                </a:lnTo>
                <a:lnTo>
                  <a:pt x="130330" y="724484"/>
                </a:lnTo>
                <a:lnTo>
                  <a:pt x="132242" y="724444"/>
                </a:lnTo>
                <a:lnTo>
                  <a:pt x="132403" y="724006"/>
                </a:lnTo>
                <a:lnTo>
                  <a:pt x="131924" y="723335"/>
                </a:lnTo>
                <a:lnTo>
                  <a:pt x="132488" y="723230"/>
                </a:lnTo>
                <a:lnTo>
                  <a:pt x="132608" y="721946"/>
                </a:lnTo>
                <a:lnTo>
                  <a:pt x="134848" y="722947"/>
                </a:lnTo>
                <a:lnTo>
                  <a:pt x="133762" y="721212"/>
                </a:lnTo>
                <a:lnTo>
                  <a:pt x="133587" y="720475"/>
                </a:lnTo>
                <a:lnTo>
                  <a:pt x="134081" y="720114"/>
                </a:lnTo>
                <a:lnTo>
                  <a:pt x="134892" y="720311"/>
                </a:lnTo>
                <a:lnTo>
                  <a:pt x="134885" y="720794"/>
                </a:lnTo>
                <a:lnTo>
                  <a:pt x="136582" y="721951"/>
                </a:lnTo>
                <a:lnTo>
                  <a:pt x="137202" y="722835"/>
                </a:lnTo>
                <a:lnTo>
                  <a:pt x="138145" y="721860"/>
                </a:lnTo>
                <a:lnTo>
                  <a:pt x="138024" y="721244"/>
                </a:lnTo>
                <a:lnTo>
                  <a:pt x="138724" y="720927"/>
                </a:lnTo>
                <a:lnTo>
                  <a:pt x="139366" y="721137"/>
                </a:lnTo>
                <a:lnTo>
                  <a:pt x="139745" y="721564"/>
                </a:lnTo>
                <a:lnTo>
                  <a:pt x="139565" y="722525"/>
                </a:lnTo>
                <a:lnTo>
                  <a:pt x="138177" y="723943"/>
                </a:lnTo>
                <a:lnTo>
                  <a:pt x="137749" y="724054"/>
                </a:lnTo>
                <a:lnTo>
                  <a:pt x="137741" y="725585"/>
                </a:lnTo>
                <a:lnTo>
                  <a:pt x="138259" y="726849"/>
                </a:lnTo>
                <a:lnTo>
                  <a:pt x="139270" y="727256"/>
                </a:lnTo>
                <a:lnTo>
                  <a:pt x="140085" y="725776"/>
                </a:lnTo>
                <a:lnTo>
                  <a:pt x="141164" y="725257"/>
                </a:lnTo>
                <a:lnTo>
                  <a:pt x="141533" y="725763"/>
                </a:lnTo>
                <a:lnTo>
                  <a:pt x="140945" y="726728"/>
                </a:lnTo>
                <a:lnTo>
                  <a:pt x="140940" y="727913"/>
                </a:lnTo>
                <a:lnTo>
                  <a:pt x="141995" y="728028"/>
                </a:lnTo>
                <a:lnTo>
                  <a:pt x="142403" y="728657"/>
                </a:lnTo>
                <a:lnTo>
                  <a:pt x="141713" y="729140"/>
                </a:lnTo>
                <a:lnTo>
                  <a:pt x="141731" y="729738"/>
                </a:lnTo>
                <a:lnTo>
                  <a:pt x="142307" y="729508"/>
                </a:lnTo>
                <a:lnTo>
                  <a:pt x="143736" y="729830"/>
                </a:lnTo>
                <a:lnTo>
                  <a:pt x="144242" y="728496"/>
                </a:lnTo>
                <a:lnTo>
                  <a:pt x="144720" y="728464"/>
                </a:lnTo>
                <a:lnTo>
                  <a:pt x="145279" y="730833"/>
                </a:lnTo>
                <a:lnTo>
                  <a:pt x="145201" y="731528"/>
                </a:lnTo>
                <a:lnTo>
                  <a:pt x="144520" y="732632"/>
                </a:lnTo>
                <a:lnTo>
                  <a:pt x="145172" y="733297"/>
                </a:lnTo>
                <a:lnTo>
                  <a:pt x="146456" y="732373"/>
                </a:lnTo>
                <a:lnTo>
                  <a:pt x="147162" y="732584"/>
                </a:lnTo>
                <a:lnTo>
                  <a:pt x="148414" y="732134"/>
                </a:lnTo>
                <a:lnTo>
                  <a:pt x="148729" y="732896"/>
                </a:lnTo>
                <a:lnTo>
                  <a:pt x="149264" y="732818"/>
                </a:lnTo>
                <a:lnTo>
                  <a:pt x="150119" y="733619"/>
                </a:lnTo>
                <a:lnTo>
                  <a:pt x="150848" y="733084"/>
                </a:lnTo>
                <a:lnTo>
                  <a:pt x="151880" y="733083"/>
                </a:lnTo>
                <a:lnTo>
                  <a:pt x="152466" y="734475"/>
                </a:lnTo>
                <a:lnTo>
                  <a:pt x="152367" y="735039"/>
                </a:lnTo>
                <a:lnTo>
                  <a:pt x="151085" y="735252"/>
                </a:lnTo>
                <a:lnTo>
                  <a:pt x="150674" y="735634"/>
                </a:lnTo>
                <a:lnTo>
                  <a:pt x="150664" y="737951"/>
                </a:lnTo>
                <a:lnTo>
                  <a:pt x="152450" y="736042"/>
                </a:lnTo>
                <a:lnTo>
                  <a:pt x="153611" y="736311"/>
                </a:lnTo>
                <a:lnTo>
                  <a:pt x="154832" y="735370"/>
                </a:lnTo>
                <a:lnTo>
                  <a:pt x="155401" y="735571"/>
                </a:lnTo>
                <a:lnTo>
                  <a:pt x="155572" y="736234"/>
                </a:lnTo>
                <a:lnTo>
                  <a:pt x="154498" y="737374"/>
                </a:lnTo>
                <a:lnTo>
                  <a:pt x="154444" y="738110"/>
                </a:lnTo>
                <a:lnTo>
                  <a:pt x="153808" y="739498"/>
                </a:lnTo>
                <a:lnTo>
                  <a:pt x="154035" y="740697"/>
                </a:lnTo>
                <a:lnTo>
                  <a:pt x="156396" y="739169"/>
                </a:lnTo>
                <a:lnTo>
                  <a:pt x="156902" y="739959"/>
                </a:lnTo>
                <a:lnTo>
                  <a:pt x="157281" y="740044"/>
                </a:lnTo>
                <a:lnTo>
                  <a:pt x="157598" y="739677"/>
                </a:lnTo>
                <a:lnTo>
                  <a:pt x="157736" y="737526"/>
                </a:lnTo>
                <a:lnTo>
                  <a:pt x="157315" y="736418"/>
                </a:lnTo>
                <a:lnTo>
                  <a:pt x="156528" y="735581"/>
                </a:lnTo>
                <a:lnTo>
                  <a:pt x="156680" y="735182"/>
                </a:lnTo>
                <a:lnTo>
                  <a:pt x="158625" y="735223"/>
                </a:lnTo>
                <a:lnTo>
                  <a:pt x="161078" y="735806"/>
                </a:lnTo>
                <a:lnTo>
                  <a:pt x="161374" y="736509"/>
                </a:lnTo>
                <a:lnTo>
                  <a:pt x="161135" y="737764"/>
                </a:lnTo>
                <a:lnTo>
                  <a:pt x="161864" y="738920"/>
                </a:lnTo>
                <a:lnTo>
                  <a:pt x="161872" y="739459"/>
                </a:lnTo>
                <a:lnTo>
                  <a:pt x="159449" y="739796"/>
                </a:lnTo>
                <a:lnTo>
                  <a:pt x="158143" y="741392"/>
                </a:lnTo>
                <a:lnTo>
                  <a:pt x="157931" y="742592"/>
                </a:lnTo>
                <a:lnTo>
                  <a:pt x="158780" y="743057"/>
                </a:lnTo>
                <a:lnTo>
                  <a:pt x="160003" y="743223"/>
                </a:lnTo>
                <a:lnTo>
                  <a:pt x="161916" y="742949"/>
                </a:lnTo>
                <a:lnTo>
                  <a:pt x="163425" y="743063"/>
                </a:lnTo>
                <a:lnTo>
                  <a:pt x="163895" y="742736"/>
                </a:lnTo>
                <a:lnTo>
                  <a:pt x="163913" y="742224"/>
                </a:lnTo>
                <a:lnTo>
                  <a:pt x="164578" y="741979"/>
                </a:lnTo>
                <a:lnTo>
                  <a:pt x="164797" y="742822"/>
                </a:lnTo>
                <a:lnTo>
                  <a:pt x="163651" y="743567"/>
                </a:lnTo>
                <a:lnTo>
                  <a:pt x="163461" y="744755"/>
                </a:lnTo>
                <a:lnTo>
                  <a:pt x="164087" y="745157"/>
                </a:lnTo>
                <a:lnTo>
                  <a:pt x="163595" y="746285"/>
                </a:lnTo>
                <a:lnTo>
                  <a:pt x="162946" y="746206"/>
                </a:lnTo>
                <a:lnTo>
                  <a:pt x="162221" y="745536"/>
                </a:lnTo>
                <a:lnTo>
                  <a:pt x="162028" y="745808"/>
                </a:lnTo>
                <a:lnTo>
                  <a:pt x="162221" y="746661"/>
                </a:lnTo>
                <a:lnTo>
                  <a:pt x="163021" y="747649"/>
                </a:lnTo>
                <a:lnTo>
                  <a:pt x="163939" y="748075"/>
                </a:lnTo>
                <a:lnTo>
                  <a:pt x="164613" y="748821"/>
                </a:lnTo>
                <a:lnTo>
                  <a:pt x="165458" y="748740"/>
                </a:lnTo>
                <a:lnTo>
                  <a:pt x="166046" y="748295"/>
                </a:lnTo>
                <a:lnTo>
                  <a:pt x="167085" y="748920"/>
                </a:lnTo>
                <a:lnTo>
                  <a:pt x="167729" y="748575"/>
                </a:lnTo>
                <a:lnTo>
                  <a:pt x="168805" y="748924"/>
                </a:lnTo>
                <a:lnTo>
                  <a:pt x="169091" y="747105"/>
                </a:lnTo>
                <a:lnTo>
                  <a:pt x="169481" y="746765"/>
                </a:lnTo>
                <a:lnTo>
                  <a:pt x="170139" y="746736"/>
                </a:lnTo>
                <a:lnTo>
                  <a:pt x="170693" y="747262"/>
                </a:lnTo>
                <a:lnTo>
                  <a:pt x="170763" y="747981"/>
                </a:lnTo>
                <a:lnTo>
                  <a:pt x="169851" y="749869"/>
                </a:lnTo>
                <a:lnTo>
                  <a:pt x="170302" y="750086"/>
                </a:lnTo>
                <a:lnTo>
                  <a:pt x="171393" y="749439"/>
                </a:lnTo>
                <a:lnTo>
                  <a:pt x="172319" y="749416"/>
                </a:lnTo>
                <a:lnTo>
                  <a:pt x="172331" y="750988"/>
                </a:lnTo>
                <a:lnTo>
                  <a:pt x="171784" y="752023"/>
                </a:lnTo>
                <a:lnTo>
                  <a:pt x="172188" y="752764"/>
                </a:lnTo>
                <a:lnTo>
                  <a:pt x="172678" y="752754"/>
                </a:lnTo>
                <a:lnTo>
                  <a:pt x="172823" y="751266"/>
                </a:lnTo>
                <a:lnTo>
                  <a:pt x="174641" y="750939"/>
                </a:lnTo>
                <a:lnTo>
                  <a:pt x="175087" y="750572"/>
                </a:lnTo>
                <a:lnTo>
                  <a:pt x="176199" y="751276"/>
                </a:lnTo>
                <a:lnTo>
                  <a:pt x="177394" y="751123"/>
                </a:lnTo>
                <a:lnTo>
                  <a:pt x="178148" y="751480"/>
                </a:lnTo>
                <a:lnTo>
                  <a:pt x="178862" y="751426"/>
                </a:lnTo>
                <a:lnTo>
                  <a:pt x="179589" y="752165"/>
                </a:lnTo>
                <a:lnTo>
                  <a:pt x="180131" y="752161"/>
                </a:lnTo>
                <a:lnTo>
                  <a:pt x="180755" y="753118"/>
                </a:lnTo>
                <a:lnTo>
                  <a:pt x="180490" y="754897"/>
                </a:lnTo>
                <a:lnTo>
                  <a:pt x="181904" y="754984"/>
                </a:lnTo>
                <a:lnTo>
                  <a:pt x="182090" y="754571"/>
                </a:lnTo>
                <a:lnTo>
                  <a:pt x="182840" y="754683"/>
                </a:lnTo>
                <a:lnTo>
                  <a:pt x="184068" y="754402"/>
                </a:lnTo>
                <a:lnTo>
                  <a:pt x="184098" y="754906"/>
                </a:lnTo>
                <a:lnTo>
                  <a:pt x="183649" y="755600"/>
                </a:lnTo>
                <a:lnTo>
                  <a:pt x="183652" y="757391"/>
                </a:lnTo>
                <a:lnTo>
                  <a:pt x="182865" y="756666"/>
                </a:lnTo>
                <a:lnTo>
                  <a:pt x="180560" y="755847"/>
                </a:lnTo>
                <a:lnTo>
                  <a:pt x="179984" y="755929"/>
                </a:lnTo>
                <a:lnTo>
                  <a:pt x="179929" y="756566"/>
                </a:lnTo>
                <a:lnTo>
                  <a:pt x="180573" y="757309"/>
                </a:lnTo>
                <a:lnTo>
                  <a:pt x="180730" y="758046"/>
                </a:lnTo>
                <a:lnTo>
                  <a:pt x="181572" y="758609"/>
                </a:lnTo>
                <a:lnTo>
                  <a:pt x="183297" y="758322"/>
                </a:lnTo>
                <a:lnTo>
                  <a:pt x="184443" y="758712"/>
                </a:lnTo>
                <a:lnTo>
                  <a:pt x="186216" y="758751"/>
                </a:lnTo>
                <a:lnTo>
                  <a:pt x="187136" y="759406"/>
                </a:lnTo>
                <a:lnTo>
                  <a:pt x="187863" y="759505"/>
                </a:lnTo>
                <a:lnTo>
                  <a:pt x="188100" y="760092"/>
                </a:lnTo>
                <a:lnTo>
                  <a:pt x="186775" y="761832"/>
                </a:lnTo>
                <a:lnTo>
                  <a:pt x="188905" y="762952"/>
                </a:lnTo>
                <a:lnTo>
                  <a:pt x="187735" y="763717"/>
                </a:lnTo>
                <a:lnTo>
                  <a:pt x="189758" y="763633"/>
                </a:lnTo>
                <a:lnTo>
                  <a:pt x="190375" y="764107"/>
                </a:lnTo>
                <a:lnTo>
                  <a:pt x="190849" y="765395"/>
                </a:lnTo>
                <a:lnTo>
                  <a:pt x="191929" y="766268"/>
                </a:lnTo>
                <a:lnTo>
                  <a:pt x="191297" y="767117"/>
                </a:lnTo>
                <a:lnTo>
                  <a:pt x="191833" y="767925"/>
                </a:lnTo>
                <a:lnTo>
                  <a:pt x="191823" y="768463"/>
                </a:lnTo>
                <a:lnTo>
                  <a:pt x="191491" y="769124"/>
                </a:lnTo>
                <a:lnTo>
                  <a:pt x="190932" y="769117"/>
                </a:lnTo>
                <a:lnTo>
                  <a:pt x="190341" y="769680"/>
                </a:lnTo>
                <a:lnTo>
                  <a:pt x="190761" y="771679"/>
                </a:lnTo>
                <a:lnTo>
                  <a:pt x="190416" y="772315"/>
                </a:lnTo>
                <a:lnTo>
                  <a:pt x="189671" y="772619"/>
                </a:lnTo>
                <a:lnTo>
                  <a:pt x="189553" y="774059"/>
                </a:lnTo>
                <a:lnTo>
                  <a:pt x="190617" y="774609"/>
                </a:lnTo>
                <a:lnTo>
                  <a:pt x="191643" y="775593"/>
                </a:lnTo>
                <a:lnTo>
                  <a:pt x="192841" y="775958"/>
                </a:lnTo>
                <a:lnTo>
                  <a:pt x="193027" y="776546"/>
                </a:lnTo>
                <a:lnTo>
                  <a:pt x="192212" y="778310"/>
                </a:lnTo>
                <a:lnTo>
                  <a:pt x="190430" y="778597"/>
                </a:lnTo>
                <a:lnTo>
                  <a:pt x="190277" y="780376"/>
                </a:lnTo>
                <a:lnTo>
                  <a:pt x="190963" y="780732"/>
                </a:lnTo>
                <a:lnTo>
                  <a:pt x="191187" y="781545"/>
                </a:lnTo>
                <a:lnTo>
                  <a:pt x="190781" y="782067"/>
                </a:lnTo>
                <a:lnTo>
                  <a:pt x="189384" y="782373"/>
                </a:lnTo>
                <a:lnTo>
                  <a:pt x="189249" y="782678"/>
                </a:lnTo>
                <a:lnTo>
                  <a:pt x="189940" y="783686"/>
                </a:lnTo>
                <a:lnTo>
                  <a:pt x="189982" y="785359"/>
                </a:lnTo>
                <a:lnTo>
                  <a:pt x="190361" y="785325"/>
                </a:lnTo>
                <a:lnTo>
                  <a:pt x="191450" y="784056"/>
                </a:lnTo>
                <a:lnTo>
                  <a:pt x="192423" y="785406"/>
                </a:lnTo>
                <a:lnTo>
                  <a:pt x="193638" y="785969"/>
                </a:lnTo>
                <a:lnTo>
                  <a:pt x="194751" y="786082"/>
                </a:lnTo>
                <a:lnTo>
                  <a:pt x="194199" y="788644"/>
                </a:lnTo>
                <a:lnTo>
                  <a:pt x="193429" y="789879"/>
                </a:lnTo>
                <a:lnTo>
                  <a:pt x="193402" y="790684"/>
                </a:lnTo>
                <a:lnTo>
                  <a:pt x="194366" y="792644"/>
                </a:lnTo>
                <a:lnTo>
                  <a:pt x="195303" y="793781"/>
                </a:lnTo>
                <a:lnTo>
                  <a:pt x="197300" y="794555"/>
                </a:lnTo>
                <a:lnTo>
                  <a:pt x="198058" y="795961"/>
                </a:lnTo>
                <a:lnTo>
                  <a:pt x="198080" y="796922"/>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99678" y="3161325"/>
            <a:ext cx="958966" cy="626779"/>
          </a:xfrm>
          <a:custGeom>
            <a:avLst/>
            <a:gdLst/>
            <a:ahLst/>
            <a:cxnLst/>
            <a:rect l="l" t="t" r="r" b="b"/>
            <a:pathLst>
              <a:path w="958966" h="626779">
                <a:moveTo>
                  <a:pt x="386971" y="567538"/>
                </a:moveTo>
                <a:lnTo>
                  <a:pt x="386711" y="561812"/>
                </a:lnTo>
                <a:lnTo>
                  <a:pt x="384258" y="562755"/>
                </a:lnTo>
                <a:lnTo>
                  <a:pt x="384384" y="564623"/>
                </a:lnTo>
                <a:lnTo>
                  <a:pt x="377502" y="566353"/>
                </a:lnTo>
                <a:lnTo>
                  <a:pt x="377369" y="567132"/>
                </a:lnTo>
                <a:lnTo>
                  <a:pt x="367002" y="568641"/>
                </a:lnTo>
                <a:lnTo>
                  <a:pt x="366101" y="571922"/>
                </a:lnTo>
                <a:lnTo>
                  <a:pt x="360065" y="574006"/>
                </a:lnTo>
                <a:lnTo>
                  <a:pt x="353698" y="577531"/>
                </a:lnTo>
                <a:lnTo>
                  <a:pt x="340689" y="579355"/>
                </a:lnTo>
                <a:lnTo>
                  <a:pt x="344921" y="577867"/>
                </a:lnTo>
                <a:lnTo>
                  <a:pt x="341870" y="570006"/>
                </a:lnTo>
                <a:lnTo>
                  <a:pt x="339735" y="568246"/>
                </a:lnTo>
                <a:lnTo>
                  <a:pt x="343464" y="566938"/>
                </a:lnTo>
                <a:lnTo>
                  <a:pt x="350936" y="563613"/>
                </a:lnTo>
                <a:lnTo>
                  <a:pt x="351520" y="564945"/>
                </a:lnTo>
                <a:lnTo>
                  <a:pt x="359971" y="564459"/>
                </a:lnTo>
                <a:lnTo>
                  <a:pt x="356519" y="556243"/>
                </a:lnTo>
                <a:lnTo>
                  <a:pt x="379715" y="553451"/>
                </a:lnTo>
                <a:lnTo>
                  <a:pt x="380233" y="551469"/>
                </a:lnTo>
                <a:lnTo>
                  <a:pt x="384541" y="551307"/>
                </a:lnTo>
                <a:lnTo>
                  <a:pt x="379951" y="540693"/>
                </a:lnTo>
                <a:lnTo>
                  <a:pt x="384946" y="537239"/>
                </a:lnTo>
                <a:lnTo>
                  <a:pt x="389370" y="535068"/>
                </a:lnTo>
                <a:lnTo>
                  <a:pt x="399021" y="531882"/>
                </a:lnTo>
                <a:lnTo>
                  <a:pt x="407216" y="524122"/>
                </a:lnTo>
                <a:lnTo>
                  <a:pt x="420717" y="525513"/>
                </a:lnTo>
                <a:lnTo>
                  <a:pt x="422159" y="528857"/>
                </a:lnTo>
                <a:lnTo>
                  <a:pt x="435855" y="523324"/>
                </a:lnTo>
                <a:lnTo>
                  <a:pt x="437944" y="527470"/>
                </a:lnTo>
                <a:lnTo>
                  <a:pt x="438697" y="529557"/>
                </a:lnTo>
                <a:lnTo>
                  <a:pt x="429849" y="533385"/>
                </a:lnTo>
                <a:lnTo>
                  <a:pt x="432646" y="541122"/>
                </a:lnTo>
                <a:lnTo>
                  <a:pt x="431931" y="541182"/>
                </a:lnTo>
                <a:lnTo>
                  <a:pt x="432726" y="543337"/>
                </a:lnTo>
                <a:lnTo>
                  <a:pt x="437044" y="542152"/>
                </a:lnTo>
                <a:lnTo>
                  <a:pt x="438878" y="545468"/>
                </a:lnTo>
                <a:lnTo>
                  <a:pt x="442922" y="555761"/>
                </a:lnTo>
                <a:lnTo>
                  <a:pt x="443577" y="555504"/>
                </a:lnTo>
                <a:lnTo>
                  <a:pt x="443723" y="555916"/>
                </a:lnTo>
                <a:lnTo>
                  <a:pt x="451191" y="553167"/>
                </a:lnTo>
                <a:lnTo>
                  <a:pt x="460098" y="555531"/>
                </a:lnTo>
                <a:lnTo>
                  <a:pt x="462529" y="560074"/>
                </a:lnTo>
                <a:lnTo>
                  <a:pt x="463308" y="560679"/>
                </a:lnTo>
                <a:lnTo>
                  <a:pt x="462338" y="561770"/>
                </a:lnTo>
                <a:lnTo>
                  <a:pt x="462873" y="562918"/>
                </a:lnTo>
                <a:lnTo>
                  <a:pt x="463411" y="562287"/>
                </a:lnTo>
                <a:lnTo>
                  <a:pt x="463908" y="562881"/>
                </a:lnTo>
                <a:lnTo>
                  <a:pt x="464562" y="562342"/>
                </a:lnTo>
                <a:lnTo>
                  <a:pt x="465187" y="562838"/>
                </a:lnTo>
                <a:lnTo>
                  <a:pt x="465922" y="562430"/>
                </a:lnTo>
                <a:lnTo>
                  <a:pt x="469755" y="564988"/>
                </a:lnTo>
                <a:lnTo>
                  <a:pt x="462387" y="569178"/>
                </a:lnTo>
                <a:lnTo>
                  <a:pt x="462814" y="571467"/>
                </a:lnTo>
                <a:lnTo>
                  <a:pt x="454678" y="569630"/>
                </a:lnTo>
                <a:lnTo>
                  <a:pt x="454645" y="581398"/>
                </a:lnTo>
                <a:lnTo>
                  <a:pt x="452033" y="590582"/>
                </a:lnTo>
                <a:lnTo>
                  <a:pt x="453606" y="592578"/>
                </a:lnTo>
                <a:lnTo>
                  <a:pt x="452456" y="593207"/>
                </a:lnTo>
                <a:lnTo>
                  <a:pt x="452990" y="595497"/>
                </a:lnTo>
                <a:lnTo>
                  <a:pt x="455011" y="596288"/>
                </a:lnTo>
                <a:lnTo>
                  <a:pt x="456088" y="596166"/>
                </a:lnTo>
                <a:lnTo>
                  <a:pt x="458846" y="597713"/>
                </a:lnTo>
                <a:lnTo>
                  <a:pt x="459437" y="597306"/>
                </a:lnTo>
                <a:lnTo>
                  <a:pt x="460570" y="597823"/>
                </a:lnTo>
                <a:lnTo>
                  <a:pt x="460817" y="598938"/>
                </a:lnTo>
                <a:lnTo>
                  <a:pt x="461840" y="598314"/>
                </a:lnTo>
                <a:lnTo>
                  <a:pt x="462596" y="604406"/>
                </a:lnTo>
                <a:lnTo>
                  <a:pt x="466540" y="603048"/>
                </a:lnTo>
                <a:lnTo>
                  <a:pt x="475014" y="601503"/>
                </a:lnTo>
                <a:lnTo>
                  <a:pt x="476227" y="604434"/>
                </a:lnTo>
                <a:lnTo>
                  <a:pt x="474142" y="611220"/>
                </a:lnTo>
                <a:lnTo>
                  <a:pt x="470090" y="617038"/>
                </a:lnTo>
                <a:lnTo>
                  <a:pt x="468200" y="617803"/>
                </a:lnTo>
                <a:lnTo>
                  <a:pt x="479481" y="614449"/>
                </a:lnTo>
                <a:lnTo>
                  <a:pt x="481158" y="622967"/>
                </a:lnTo>
                <a:lnTo>
                  <a:pt x="486467" y="620847"/>
                </a:lnTo>
                <a:lnTo>
                  <a:pt x="487408" y="621126"/>
                </a:lnTo>
                <a:lnTo>
                  <a:pt x="489298" y="617378"/>
                </a:lnTo>
                <a:lnTo>
                  <a:pt x="491317" y="615920"/>
                </a:lnTo>
                <a:lnTo>
                  <a:pt x="501132" y="617165"/>
                </a:lnTo>
                <a:lnTo>
                  <a:pt x="504758" y="616018"/>
                </a:lnTo>
                <a:lnTo>
                  <a:pt x="505867" y="622088"/>
                </a:lnTo>
                <a:lnTo>
                  <a:pt x="514249" y="624383"/>
                </a:lnTo>
                <a:lnTo>
                  <a:pt x="523642" y="623194"/>
                </a:lnTo>
                <a:lnTo>
                  <a:pt x="534887" y="626779"/>
                </a:lnTo>
                <a:lnTo>
                  <a:pt x="535685" y="623427"/>
                </a:lnTo>
                <a:lnTo>
                  <a:pt x="546881" y="622026"/>
                </a:lnTo>
                <a:lnTo>
                  <a:pt x="551291" y="623258"/>
                </a:lnTo>
                <a:lnTo>
                  <a:pt x="562070" y="618303"/>
                </a:lnTo>
                <a:lnTo>
                  <a:pt x="571262" y="621001"/>
                </a:lnTo>
                <a:lnTo>
                  <a:pt x="578472" y="624639"/>
                </a:lnTo>
                <a:lnTo>
                  <a:pt x="582765" y="617300"/>
                </a:lnTo>
                <a:lnTo>
                  <a:pt x="586892" y="617479"/>
                </a:lnTo>
                <a:lnTo>
                  <a:pt x="587419" y="617255"/>
                </a:lnTo>
                <a:lnTo>
                  <a:pt x="587473" y="616904"/>
                </a:lnTo>
                <a:lnTo>
                  <a:pt x="587901" y="617580"/>
                </a:lnTo>
                <a:lnTo>
                  <a:pt x="588404" y="617565"/>
                </a:lnTo>
                <a:lnTo>
                  <a:pt x="588629" y="618125"/>
                </a:lnTo>
                <a:lnTo>
                  <a:pt x="589440" y="618255"/>
                </a:lnTo>
                <a:lnTo>
                  <a:pt x="589516" y="619115"/>
                </a:lnTo>
                <a:lnTo>
                  <a:pt x="590251" y="620456"/>
                </a:lnTo>
                <a:lnTo>
                  <a:pt x="590211" y="621401"/>
                </a:lnTo>
                <a:lnTo>
                  <a:pt x="590697" y="622289"/>
                </a:lnTo>
                <a:lnTo>
                  <a:pt x="599087" y="618478"/>
                </a:lnTo>
                <a:lnTo>
                  <a:pt x="599326" y="613572"/>
                </a:lnTo>
                <a:lnTo>
                  <a:pt x="607968" y="612527"/>
                </a:lnTo>
                <a:lnTo>
                  <a:pt x="619745" y="614854"/>
                </a:lnTo>
                <a:lnTo>
                  <a:pt x="619314" y="603217"/>
                </a:lnTo>
                <a:lnTo>
                  <a:pt x="621848" y="594075"/>
                </a:lnTo>
                <a:lnTo>
                  <a:pt x="621316" y="594111"/>
                </a:lnTo>
                <a:lnTo>
                  <a:pt x="621300" y="577524"/>
                </a:lnTo>
                <a:lnTo>
                  <a:pt x="617170" y="567358"/>
                </a:lnTo>
                <a:lnTo>
                  <a:pt x="626043" y="566331"/>
                </a:lnTo>
                <a:lnTo>
                  <a:pt x="626225" y="562438"/>
                </a:lnTo>
                <a:lnTo>
                  <a:pt x="636293" y="571307"/>
                </a:lnTo>
                <a:lnTo>
                  <a:pt x="636246" y="574624"/>
                </a:lnTo>
                <a:lnTo>
                  <a:pt x="641530" y="573989"/>
                </a:lnTo>
                <a:lnTo>
                  <a:pt x="645525" y="574739"/>
                </a:lnTo>
                <a:lnTo>
                  <a:pt x="645819" y="568534"/>
                </a:lnTo>
                <a:lnTo>
                  <a:pt x="646549" y="568328"/>
                </a:lnTo>
                <a:lnTo>
                  <a:pt x="647043" y="557357"/>
                </a:lnTo>
                <a:lnTo>
                  <a:pt x="648957" y="556624"/>
                </a:lnTo>
                <a:lnTo>
                  <a:pt x="655692" y="558538"/>
                </a:lnTo>
                <a:lnTo>
                  <a:pt x="655480" y="557481"/>
                </a:lnTo>
                <a:lnTo>
                  <a:pt x="652651" y="551281"/>
                </a:lnTo>
                <a:lnTo>
                  <a:pt x="652780" y="549480"/>
                </a:lnTo>
                <a:lnTo>
                  <a:pt x="651504" y="549329"/>
                </a:lnTo>
                <a:lnTo>
                  <a:pt x="651616" y="545637"/>
                </a:lnTo>
                <a:lnTo>
                  <a:pt x="653205" y="536601"/>
                </a:lnTo>
                <a:lnTo>
                  <a:pt x="656134" y="524031"/>
                </a:lnTo>
                <a:lnTo>
                  <a:pt x="674284" y="527253"/>
                </a:lnTo>
                <a:lnTo>
                  <a:pt x="675808" y="529948"/>
                </a:lnTo>
                <a:lnTo>
                  <a:pt x="675691" y="530475"/>
                </a:lnTo>
                <a:lnTo>
                  <a:pt x="675990" y="530640"/>
                </a:lnTo>
                <a:lnTo>
                  <a:pt x="676153" y="530205"/>
                </a:lnTo>
                <a:lnTo>
                  <a:pt x="676645" y="530426"/>
                </a:lnTo>
                <a:lnTo>
                  <a:pt x="676767" y="530188"/>
                </a:lnTo>
                <a:lnTo>
                  <a:pt x="676377" y="529816"/>
                </a:lnTo>
                <a:lnTo>
                  <a:pt x="676169" y="528799"/>
                </a:lnTo>
                <a:lnTo>
                  <a:pt x="676597" y="528355"/>
                </a:lnTo>
                <a:lnTo>
                  <a:pt x="683779" y="530718"/>
                </a:lnTo>
                <a:lnTo>
                  <a:pt x="684312" y="524221"/>
                </a:lnTo>
                <a:lnTo>
                  <a:pt x="691445" y="528764"/>
                </a:lnTo>
                <a:lnTo>
                  <a:pt x="691846" y="528219"/>
                </a:lnTo>
                <a:lnTo>
                  <a:pt x="691457" y="526808"/>
                </a:lnTo>
                <a:lnTo>
                  <a:pt x="690689" y="527022"/>
                </a:lnTo>
                <a:lnTo>
                  <a:pt x="690374" y="526628"/>
                </a:lnTo>
                <a:lnTo>
                  <a:pt x="690641" y="525078"/>
                </a:lnTo>
                <a:lnTo>
                  <a:pt x="690478" y="524556"/>
                </a:lnTo>
                <a:lnTo>
                  <a:pt x="696554" y="525893"/>
                </a:lnTo>
                <a:lnTo>
                  <a:pt x="698705" y="527810"/>
                </a:lnTo>
                <a:lnTo>
                  <a:pt x="700618" y="537005"/>
                </a:lnTo>
                <a:lnTo>
                  <a:pt x="707631" y="545236"/>
                </a:lnTo>
                <a:lnTo>
                  <a:pt x="708351" y="537913"/>
                </a:lnTo>
                <a:lnTo>
                  <a:pt x="720056" y="535020"/>
                </a:lnTo>
                <a:lnTo>
                  <a:pt x="723034" y="539076"/>
                </a:lnTo>
                <a:lnTo>
                  <a:pt x="723103" y="533440"/>
                </a:lnTo>
                <a:lnTo>
                  <a:pt x="728165" y="530843"/>
                </a:lnTo>
                <a:lnTo>
                  <a:pt x="730215" y="525569"/>
                </a:lnTo>
                <a:lnTo>
                  <a:pt x="732946" y="527338"/>
                </a:lnTo>
                <a:lnTo>
                  <a:pt x="737031" y="519705"/>
                </a:lnTo>
                <a:lnTo>
                  <a:pt x="738773" y="512715"/>
                </a:lnTo>
                <a:lnTo>
                  <a:pt x="733634" y="509374"/>
                </a:lnTo>
                <a:lnTo>
                  <a:pt x="734366" y="504749"/>
                </a:lnTo>
                <a:lnTo>
                  <a:pt x="741630" y="505455"/>
                </a:lnTo>
                <a:lnTo>
                  <a:pt x="742870" y="504868"/>
                </a:lnTo>
                <a:lnTo>
                  <a:pt x="749127" y="500007"/>
                </a:lnTo>
                <a:lnTo>
                  <a:pt x="747676" y="492700"/>
                </a:lnTo>
                <a:lnTo>
                  <a:pt x="742808" y="484104"/>
                </a:lnTo>
                <a:lnTo>
                  <a:pt x="747035" y="477210"/>
                </a:lnTo>
                <a:lnTo>
                  <a:pt x="751821" y="481720"/>
                </a:lnTo>
                <a:lnTo>
                  <a:pt x="752743" y="470190"/>
                </a:lnTo>
                <a:lnTo>
                  <a:pt x="752844" y="460727"/>
                </a:lnTo>
                <a:lnTo>
                  <a:pt x="758215" y="453698"/>
                </a:lnTo>
                <a:lnTo>
                  <a:pt x="764852" y="461430"/>
                </a:lnTo>
                <a:lnTo>
                  <a:pt x="777058" y="469639"/>
                </a:lnTo>
                <a:lnTo>
                  <a:pt x="783649" y="467560"/>
                </a:lnTo>
                <a:lnTo>
                  <a:pt x="791582" y="467128"/>
                </a:lnTo>
                <a:lnTo>
                  <a:pt x="791852" y="478751"/>
                </a:lnTo>
                <a:lnTo>
                  <a:pt x="808368" y="477396"/>
                </a:lnTo>
                <a:lnTo>
                  <a:pt x="838463" y="476334"/>
                </a:lnTo>
                <a:lnTo>
                  <a:pt x="843818" y="465768"/>
                </a:lnTo>
                <a:lnTo>
                  <a:pt x="835794" y="451441"/>
                </a:lnTo>
                <a:lnTo>
                  <a:pt x="828157" y="453108"/>
                </a:lnTo>
                <a:lnTo>
                  <a:pt x="828783" y="441332"/>
                </a:lnTo>
                <a:lnTo>
                  <a:pt x="843160" y="440195"/>
                </a:lnTo>
                <a:lnTo>
                  <a:pt x="836470" y="428271"/>
                </a:lnTo>
                <a:lnTo>
                  <a:pt x="828058" y="430424"/>
                </a:lnTo>
                <a:lnTo>
                  <a:pt x="819252" y="430906"/>
                </a:lnTo>
                <a:lnTo>
                  <a:pt x="811232" y="430116"/>
                </a:lnTo>
                <a:lnTo>
                  <a:pt x="812495" y="420619"/>
                </a:lnTo>
                <a:lnTo>
                  <a:pt x="811834" y="412969"/>
                </a:lnTo>
                <a:lnTo>
                  <a:pt x="811502" y="404433"/>
                </a:lnTo>
                <a:lnTo>
                  <a:pt x="821903" y="397059"/>
                </a:lnTo>
                <a:lnTo>
                  <a:pt x="820246" y="391550"/>
                </a:lnTo>
                <a:lnTo>
                  <a:pt x="823531" y="392084"/>
                </a:lnTo>
                <a:lnTo>
                  <a:pt x="824772" y="386624"/>
                </a:lnTo>
                <a:lnTo>
                  <a:pt x="818701" y="387104"/>
                </a:lnTo>
                <a:lnTo>
                  <a:pt x="814798" y="386307"/>
                </a:lnTo>
                <a:lnTo>
                  <a:pt x="815421" y="385992"/>
                </a:lnTo>
                <a:lnTo>
                  <a:pt x="816397" y="384842"/>
                </a:lnTo>
                <a:lnTo>
                  <a:pt x="820329" y="383565"/>
                </a:lnTo>
                <a:lnTo>
                  <a:pt x="821650" y="382706"/>
                </a:lnTo>
                <a:lnTo>
                  <a:pt x="824988" y="382423"/>
                </a:lnTo>
                <a:lnTo>
                  <a:pt x="826474" y="383406"/>
                </a:lnTo>
                <a:lnTo>
                  <a:pt x="827240" y="383597"/>
                </a:lnTo>
                <a:lnTo>
                  <a:pt x="829599" y="382959"/>
                </a:lnTo>
                <a:lnTo>
                  <a:pt x="832407" y="381275"/>
                </a:lnTo>
                <a:lnTo>
                  <a:pt x="833680" y="381074"/>
                </a:lnTo>
                <a:lnTo>
                  <a:pt x="834079" y="378337"/>
                </a:lnTo>
                <a:lnTo>
                  <a:pt x="834916" y="376893"/>
                </a:lnTo>
                <a:lnTo>
                  <a:pt x="838062" y="376048"/>
                </a:lnTo>
                <a:lnTo>
                  <a:pt x="840166" y="378073"/>
                </a:lnTo>
                <a:lnTo>
                  <a:pt x="842561" y="379073"/>
                </a:lnTo>
                <a:lnTo>
                  <a:pt x="845000" y="381500"/>
                </a:lnTo>
                <a:lnTo>
                  <a:pt x="846698" y="384240"/>
                </a:lnTo>
                <a:lnTo>
                  <a:pt x="847660" y="389319"/>
                </a:lnTo>
                <a:lnTo>
                  <a:pt x="848492" y="389999"/>
                </a:lnTo>
                <a:lnTo>
                  <a:pt x="849701" y="389834"/>
                </a:lnTo>
                <a:lnTo>
                  <a:pt x="851674" y="388797"/>
                </a:lnTo>
                <a:lnTo>
                  <a:pt x="855074" y="385277"/>
                </a:lnTo>
                <a:lnTo>
                  <a:pt x="855598" y="385085"/>
                </a:lnTo>
                <a:lnTo>
                  <a:pt x="856493" y="385250"/>
                </a:lnTo>
                <a:lnTo>
                  <a:pt x="858451" y="386796"/>
                </a:lnTo>
                <a:lnTo>
                  <a:pt x="859727" y="387107"/>
                </a:lnTo>
                <a:lnTo>
                  <a:pt x="864856" y="385514"/>
                </a:lnTo>
                <a:lnTo>
                  <a:pt x="866710" y="385333"/>
                </a:lnTo>
                <a:lnTo>
                  <a:pt x="867630" y="384854"/>
                </a:lnTo>
                <a:lnTo>
                  <a:pt x="870236" y="381906"/>
                </a:lnTo>
                <a:lnTo>
                  <a:pt x="871014" y="381767"/>
                </a:lnTo>
                <a:lnTo>
                  <a:pt x="871514" y="381969"/>
                </a:lnTo>
                <a:lnTo>
                  <a:pt x="872448" y="384626"/>
                </a:lnTo>
                <a:lnTo>
                  <a:pt x="872949" y="384991"/>
                </a:lnTo>
                <a:lnTo>
                  <a:pt x="873550" y="385017"/>
                </a:lnTo>
                <a:lnTo>
                  <a:pt x="877317" y="383107"/>
                </a:lnTo>
                <a:lnTo>
                  <a:pt x="878746" y="382822"/>
                </a:lnTo>
                <a:lnTo>
                  <a:pt x="879317" y="382444"/>
                </a:lnTo>
                <a:lnTo>
                  <a:pt x="881095" y="379862"/>
                </a:lnTo>
                <a:lnTo>
                  <a:pt x="881340" y="376568"/>
                </a:lnTo>
                <a:lnTo>
                  <a:pt x="882516" y="376433"/>
                </a:lnTo>
                <a:lnTo>
                  <a:pt x="885016" y="378433"/>
                </a:lnTo>
                <a:lnTo>
                  <a:pt x="888385" y="379006"/>
                </a:lnTo>
                <a:lnTo>
                  <a:pt x="892388" y="380983"/>
                </a:lnTo>
                <a:lnTo>
                  <a:pt x="893140" y="381489"/>
                </a:lnTo>
                <a:lnTo>
                  <a:pt x="894943" y="383717"/>
                </a:lnTo>
                <a:lnTo>
                  <a:pt x="896339" y="384251"/>
                </a:lnTo>
                <a:lnTo>
                  <a:pt x="897887" y="384186"/>
                </a:lnTo>
                <a:lnTo>
                  <a:pt x="898716" y="383877"/>
                </a:lnTo>
                <a:lnTo>
                  <a:pt x="899187" y="381700"/>
                </a:lnTo>
                <a:lnTo>
                  <a:pt x="899954" y="380742"/>
                </a:lnTo>
                <a:lnTo>
                  <a:pt x="902166" y="380189"/>
                </a:lnTo>
                <a:lnTo>
                  <a:pt x="903413" y="380155"/>
                </a:lnTo>
                <a:lnTo>
                  <a:pt x="904324" y="381012"/>
                </a:lnTo>
                <a:lnTo>
                  <a:pt x="905364" y="382951"/>
                </a:lnTo>
                <a:lnTo>
                  <a:pt x="906453" y="384098"/>
                </a:lnTo>
                <a:lnTo>
                  <a:pt x="907780" y="384861"/>
                </a:lnTo>
                <a:lnTo>
                  <a:pt x="908381" y="384887"/>
                </a:lnTo>
                <a:lnTo>
                  <a:pt x="910244" y="383328"/>
                </a:lnTo>
                <a:lnTo>
                  <a:pt x="910585" y="381189"/>
                </a:lnTo>
                <a:lnTo>
                  <a:pt x="912697" y="378822"/>
                </a:lnTo>
                <a:lnTo>
                  <a:pt x="914793" y="377922"/>
                </a:lnTo>
                <a:lnTo>
                  <a:pt x="919492" y="377473"/>
                </a:lnTo>
                <a:lnTo>
                  <a:pt x="920629" y="378039"/>
                </a:lnTo>
                <a:lnTo>
                  <a:pt x="921069" y="378876"/>
                </a:lnTo>
                <a:lnTo>
                  <a:pt x="921803" y="383127"/>
                </a:lnTo>
                <a:lnTo>
                  <a:pt x="922644" y="385790"/>
                </a:lnTo>
                <a:lnTo>
                  <a:pt x="923265" y="386377"/>
                </a:lnTo>
                <a:lnTo>
                  <a:pt x="926431" y="386640"/>
                </a:lnTo>
                <a:lnTo>
                  <a:pt x="929391" y="386227"/>
                </a:lnTo>
                <a:lnTo>
                  <a:pt x="932489" y="384356"/>
                </a:lnTo>
                <a:lnTo>
                  <a:pt x="932884" y="383036"/>
                </a:lnTo>
                <a:lnTo>
                  <a:pt x="932895" y="381702"/>
                </a:lnTo>
                <a:lnTo>
                  <a:pt x="932397" y="379054"/>
                </a:lnTo>
                <a:lnTo>
                  <a:pt x="932706" y="377732"/>
                </a:lnTo>
                <a:lnTo>
                  <a:pt x="934822" y="376356"/>
                </a:lnTo>
                <a:lnTo>
                  <a:pt x="935794" y="375300"/>
                </a:lnTo>
                <a:lnTo>
                  <a:pt x="939124" y="372737"/>
                </a:lnTo>
                <a:lnTo>
                  <a:pt x="940266" y="372433"/>
                </a:lnTo>
                <a:lnTo>
                  <a:pt x="941354" y="372658"/>
                </a:lnTo>
                <a:lnTo>
                  <a:pt x="943326" y="374659"/>
                </a:lnTo>
                <a:lnTo>
                  <a:pt x="944454" y="375139"/>
                </a:lnTo>
                <a:lnTo>
                  <a:pt x="945029" y="375764"/>
                </a:lnTo>
                <a:lnTo>
                  <a:pt x="946373" y="376252"/>
                </a:lnTo>
                <a:lnTo>
                  <a:pt x="947746" y="376157"/>
                </a:lnTo>
                <a:lnTo>
                  <a:pt x="948074" y="375820"/>
                </a:lnTo>
                <a:lnTo>
                  <a:pt x="948046" y="374737"/>
                </a:lnTo>
                <a:lnTo>
                  <a:pt x="948683" y="373879"/>
                </a:lnTo>
                <a:lnTo>
                  <a:pt x="953508" y="374302"/>
                </a:lnTo>
                <a:lnTo>
                  <a:pt x="958966" y="374203"/>
                </a:lnTo>
                <a:lnTo>
                  <a:pt x="958640" y="370997"/>
                </a:lnTo>
                <a:lnTo>
                  <a:pt x="958746" y="368544"/>
                </a:lnTo>
                <a:lnTo>
                  <a:pt x="940015" y="354565"/>
                </a:lnTo>
                <a:lnTo>
                  <a:pt x="929250" y="322228"/>
                </a:lnTo>
                <a:lnTo>
                  <a:pt x="929034" y="304555"/>
                </a:lnTo>
                <a:lnTo>
                  <a:pt x="925113" y="297065"/>
                </a:lnTo>
                <a:lnTo>
                  <a:pt x="907909" y="275148"/>
                </a:lnTo>
                <a:lnTo>
                  <a:pt x="906847" y="261397"/>
                </a:lnTo>
                <a:lnTo>
                  <a:pt x="909202" y="234562"/>
                </a:lnTo>
                <a:lnTo>
                  <a:pt x="911289" y="221159"/>
                </a:lnTo>
                <a:lnTo>
                  <a:pt x="908788" y="209358"/>
                </a:lnTo>
                <a:lnTo>
                  <a:pt x="898541" y="168367"/>
                </a:lnTo>
                <a:lnTo>
                  <a:pt x="873926" y="71127"/>
                </a:lnTo>
                <a:lnTo>
                  <a:pt x="874286" y="70872"/>
                </a:lnTo>
                <a:lnTo>
                  <a:pt x="870522" y="67295"/>
                </a:lnTo>
                <a:lnTo>
                  <a:pt x="869108" y="64551"/>
                </a:lnTo>
                <a:lnTo>
                  <a:pt x="868439" y="61531"/>
                </a:lnTo>
                <a:lnTo>
                  <a:pt x="867594" y="60108"/>
                </a:lnTo>
                <a:lnTo>
                  <a:pt x="866671" y="59544"/>
                </a:lnTo>
                <a:lnTo>
                  <a:pt x="864273" y="59032"/>
                </a:lnTo>
                <a:lnTo>
                  <a:pt x="859157" y="60075"/>
                </a:lnTo>
                <a:lnTo>
                  <a:pt x="857795" y="59787"/>
                </a:lnTo>
                <a:lnTo>
                  <a:pt x="855719" y="58177"/>
                </a:lnTo>
                <a:lnTo>
                  <a:pt x="853539" y="53875"/>
                </a:lnTo>
                <a:lnTo>
                  <a:pt x="851256" y="52327"/>
                </a:lnTo>
                <a:lnTo>
                  <a:pt x="849318" y="51662"/>
                </a:lnTo>
                <a:lnTo>
                  <a:pt x="848180" y="51608"/>
                </a:lnTo>
                <a:lnTo>
                  <a:pt x="845409" y="52085"/>
                </a:lnTo>
                <a:lnTo>
                  <a:pt x="837582" y="54687"/>
                </a:lnTo>
                <a:lnTo>
                  <a:pt x="835953" y="54851"/>
                </a:lnTo>
                <a:lnTo>
                  <a:pt x="831856" y="53043"/>
                </a:lnTo>
                <a:lnTo>
                  <a:pt x="829286" y="52219"/>
                </a:lnTo>
                <a:lnTo>
                  <a:pt x="824437" y="49544"/>
                </a:lnTo>
                <a:lnTo>
                  <a:pt x="820568" y="47804"/>
                </a:lnTo>
                <a:lnTo>
                  <a:pt x="819792" y="47973"/>
                </a:lnTo>
                <a:lnTo>
                  <a:pt x="819304" y="49202"/>
                </a:lnTo>
                <a:lnTo>
                  <a:pt x="818777" y="49651"/>
                </a:lnTo>
                <a:lnTo>
                  <a:pt x="817143" y="49757"/>
                </a:lnTo>
                <a:lnTo>
                  <a:pt x="815823" y="48951"/>
                </a:lnTo>
                <a:lnTo>
                  <a:pt x="815102" y="47228"/>
                </a:lnTo>
                <a:lnTo>
                  <a:pt x="811145" y="47054"/>
                </a:lnTo>
                <a:lnTo>
                  <a:pt x="810251" y="46415"/>
                </a:lnTo>
                <a:lnTo>
                  <a:pt x="809046" y="44629"/>
                </a:lnTo>
                <a:lnTo>
                  <a:pt x="808401" y="44267"/>
                </a:lnTo>
                <a:lnTo>
                  <a:pt x="806127" y="44040"/>
                </a:lnTo>
                <a:lnTo>
                  <a:pt x="804543" y="43316"/>
                </a:lnTo>
                <a:lnTo>
                  <a:pt x="803155" y="43059"/>
                </a:lnTo>
                <a:lnTo>
                  <a:pt x="800488" y="44442"/>
                </a:lnTo>
                <a:lnTo>
                  <a:pt x="799931" y="44491"/>
                </a:lnTo>
                <a:lnTo>
                  <a:pt x="797775" y="43214"/>
                </a:lnTo>
                <a:lnTo>
                  <a:pt x="791738" y="41624"/>
                </a:lnTo>
                <a:lnTo>
                  <a:pt x="784684" y="42976"/>
                </a:lnTo>
                <a:lnTo>
                  <a:pt x="780847" y="43425"/>
                </a:lnTo>
                <a:lnTo>
                  <a:pt x="778351" y="43276"/>
                </a:lnTo>
                <a:lnTo>
                  <a:pt x="776455" y="43887"/>
                </a:lnTo>
                <a:lnTo>
                  <a:pt x="773277" y="43997"/>
                </a:lnTo>
                <a:lnTo>
                  <a:pt x="769103" y="45259"/>
                </a:lnTo>
                <a:lnTo>
                  <a:pt x="762230" y="43672"/>
                </a:lnTo>
                <a:lnTo>
                  <a:pt x="761134" y="43681"/>
                </a:lnTo>
                <a:lnTo>
                  <a:pt x="759204" y="44560"/>
                </a:lnTo>
                <a:lnTo>
                  <a:pt x="756667" y="47523"/>
                </a:lnTo>
                <a:lnTo>
                  <a:pt x="755327" y="48220"/>
                </a:lnTo>
                <a:lnTo>
                  <a:pt x="753818" y="47976"/>
                </a:lnTo>
                <a:lnTo>
                  <a:pt x="751115" y="45479"/>
                </a:lnTo>
                <a:lnTo>
                  <a:pt x="748942" y="44741"/>
                </a:lnTo>
                <a:lnTo>
                  <a:pt x="746505" y="44463"/>
                </a:lnTo>
                <a:lnTo>
                  <a:pt x="744029" y="44856"/>
                </a:lnTo>
                <a:lnTo>
                  <a:pt x="743209" y="45307"/>
                </a:lnTo>
                <a:lnTo>
                  <a:pt x="742296" y="46330"/>
                </a:lnTo>
                <a:lnTo>
                  <a:pt x="741422" y="46637"/>
                </a:lnTo>
                <a:lnTo>
                  <a:pt x="735233" y="44688"/>
                </a:lnTo>
                <a:lnTo>
                  <a:pt x="733196" y="44506"/>
                </a:lnTo>
                <a:lnTo>
                  <a:pt x="730339" y="43173"/>
                </a:lnTo>
                <a:lnTo>
                  <a:pt x="727901" y="43581"/>
                </a:lnTo>
                <a:lnTo>
                  <a:pt x="723634" y="45729"/>
                </a:lnTo>
                <a:lnTo>
                  <a:pt x="721562" y="46406"/>
                </a:lnTo>
                <a:lnTo>
                  <a:pt x="714142" y="47782"/>
                </a:lnTo>
                <a:lnTo>
                  <a:pt x="711098" y="48819"/>
                </a:lnTo>
                <a:lnTo>
                  <a:pt x="707377" y="48124"/>
                </a:lnTo>
                <a:lnTo>
                  <a:pt x="702939" y="48375"/>
                </a:lnTo>
                <a:lnTo>
                  <a:pt x="699471" y="47650"/>
                </a:lnTo>
                <a:lnTo>
                  <a:pt x="696871" y="48807"/>
                </a:lnTo>
                <a:lnTo>
                  <a:pt x="694783" y="49058"/>
                </a:lnTo>
                <a:lnTo>
                  <a:pt x="693500" y="48570"/>
                </a:lnTo>
                <a:lnTo>
                  <a:pt x="691936" y="47136"/>
                </a:lnTo>
                <a:lnTo>
                  <a:pt x="690697" y="45263"/>
                </a:lnTo>
                <a:lnTo>
                  <a:pt x="689309" y="42021"/>
                </a:lnTo>
                <a:lnTo>
                  <a:pt x="687983" y="40558"/>
                </a:lnTo>
                <a:lnTo>
                  <a:pt x="686399" y="39535"/>
                </a:lnTo>
                <a:lnTo>
                  <a:pt x="685714" y="37861"/>
                </a:lnTo>
                <a:lnTo>
                  <a:pt x="684830" y="37070"/>
                </a:lnTo>
                <a:lnTo>
                  <a:pt x="683173" y="36813"/>
                </a:lnTo>
                <a:lnTo>
                  <a:pt x="678120" y="36792"/>
                </a:lnTo>
                <a:lnTo>
                  <a:pt x="671743" y="37210"/>
                </a:lnTo>
                <a:lnTo>
                  <a:pt x="670466" y="37551"/>
                </a:lnTo>
                <a:lnTo>
                  <a:pt x="667346" y="39143"/>
                </a:lnTo>
                <a:lnTo>
                  <a:pt x="666135" y="39090"/>
                </a:lnTo>
                <a:lnTo>
                  <a:pt x="665341" y="38600"/>
                </a:lnTo>
                <a:lnTo>
                  <a:pt x="661931" y="34251"/>
                </a:lnTo>
                <a:lnTo>
                  <a:pt x="657512" y="31690"/>
                </a:lnTo>
                <a:lnTo>
                  <a:pt x="654518" y="28273"/>
                </a:lnTo>
                <a:lnTo>
                  <a:pt x="653190" y="27795"/>
                </a:lnTo>
                <a:lnTo>
                  <a:pt x="649822" y="27841"/>
                </a:lnTo>
                <a:lnTo>
                  <a:pt x="648806" y="27345"/>
                </a:lnTo>
                <a:lnTo>
                  <a:pt x="648171" y="26578"/>
                </a:lnTo>
                <a:lnTo>
                  <a:pt x="647817" y="25584"/>
                </a:lnTo>
                <a:lnTo>
                  <a:pt x="647943" y="23456"/>
                </a:lnTo>
                <a:lnTo>
                  <a:pt x="647581" y="22582"/>
                </a:lnTo>
                <a:lnTo>
                  <a:pt x="646469" y="22245"/>
                </a:lnTo>
                <a:lnTo>
                  <a:pt x="644431" y="22411"/>
                </a:lnTo>
                <a:lnTo>
                  <a:pt x="641302" y="21265"/>
                </a:lnTo>
                <a:lnTo>
                  <a:pt x="639172" y="21290"/>
                </a:lnTo>
                <a:lnTo>
                  <a:pt x="637607" y="19083"/>
                </a:lnTo>
                <a:lnTo>
                  <a:pt x="631620" y="14423"/>
                </a:lnTo>
                <a:lnTo>
                  <a:pt x="629901" y="14283"/>
                </a:lnTo>
                <a:lnTo>
                  <a:pt x="625313" y="15139"/>
                </a:lnTo>
                <a:lnTo>
                  <a:pt x="624289" y="14977"/>
                </a:lnTo>
                <a:lnTo>
                  <a:pt x="623103" y="14254"/>
                </a:lnTo>
                <a:lnTo>
                  <a:pt x="620082" y="11100"/>
                </a:lnTo>
                <a:lnTo>
                  <a:pt x="614972" y="10828"/>
                </a:lnTo>
                <a:lnTo>
                  <a:pt x="610468" y="8826"/>
                </a:lnTo>
                <a:lnTo>
                  <a:pt x="609253" y="7256"/>
                </a:lnTo>
                <a:lnTo>
                  <a:pt x="605046" y="3999"/>
                </a:lnTo>
                <a:lnTo>
                  <a:pt x="603707" y="3759"/>
                </a:lnTo>
                <a:lnTo>
                  <a:pt x="597663" y="3662"/>
                </a:lnTo>
                <a:lnTo>
                  <a:pt x="594926" y="3942"/>
                </a:lnTo>
                <a:lnTo>
                  <a:pt x="592080" y="2614"/>
                </a:lnTo>
                <a:lnTo>
                  <a:pt x="590659" y="2420"/>
                </a:lnTo>
                <a:lnTo>
                  <a:pt x="587179" y="2727"/>
                </a:lnTo>
                <a:lnTo>
                  <a:pt x="585521" y="518"/>
                </a:lnTo>
                <a:lnTo>
                  <a:pt x="584458" y="0"/>
                </a:lnTo>
                <a:lnTo>
                  <a:pt x="583807" y="40"/>
                </a:lnTo>
                <a:lnTo>
                  <a:pt x="581573" y="1241"/>
                </a:lnTo>
                <a:lnTo>
                  <a:pt x="579328" y="1784"/>
                </a:lnTo>
                <a:lnTo>
                  <a:pt x="578205" y="2851"/>
                </a:lnTo>
                <a:lnTo>
                  <a:pt x="577140" y="4829"/>
                </a:lnTo>
                <a:lnTo>
                  <a:pt x="575997" y="5467"/>
                </a:lnTo>
                <a:lnTo>
                  <a:pt x="574527" y="5161"/>
                </a:lnTo>
                <a:lnTo>
                  <a:pt x="572202" y="2962"/>
                </a:lnTo>
                <a:lnTo>
                  <a:pt x="570787" y="2428"/>
                </a:lnTo>
                <a:lnTo>
                  <a:pt x="569823" y="2656"/>
                </a:lnTo>
                <a:lnTo>
                  <a:pt x="567588" y="3993"/>
                </a:lnTo>
                <a:lnTo>
                  <a:pt x="563441" y="4360"/>
                </a:lnTo>
                <a:lnTo>
                  <a:pt x="562756" y="4807"/>
                </a:lnTo>
                <a:lnTo>
                  <a:pt x="562501" y="5405"/>
                </a:lnTo>
                <a:lnTo>
                  <a:pt x="562522" y="7687"/>
                </a:lnTo>
                <a:lnTo>
                  <a:pt x="561927" y="8632"/>
                </a:lnTo>
                <a:lnTo>
                  <a:pt x="561256" y="9097"/>
                </a:lnTo>
                <a:lnTo>
                  <a:pt x="558228" y="8754"/>
                </a:lnTo>
                <a:lnTo>
                  <a:pt x="556179" y="7746"/>
                </a:lnTo>
                <a:lnTo>
                  <a:pt x="552459" y="6505"/>
                </a:lnTo>
                <a:lnTo>
                  <a:pt x="550031" y="6366"/>
                </a:lnTo>
                <a:lnTo>
                  <a:pt x="541592" y="7720"/>
                </a:lnTo>
                <a:lnTo>
                  <a:pt x="540292" y="8267"/>
                </a:lnTo>
                <a:lnTo>
                  <a:pt x="539581" y="9212"/>
                </a:lnTo>
                <a:lnTo>
                  <a:pt x="538395" y="9335"/>
                </a:lnTo>
                <a:lnTo>
                  <a:pt x="535929" y="10742"/>
                </a:lnTo>
                <a:lnTo>
                  <a:pt x="531857" y="11992"/>
                </a:lnTo>
                <a:lnTo>
                  <a:pt x="530084" y="11628"/>
                </a:lnTo>
                <a:lnTo>
                  <a:pt x="529574" y="10722"/>
                </a:lnTo>
                <a:lnTo>
                  <a:pt x="529021" y="10583"/>
                </a:lnTo>
                <a:lnTo>
                  <a:pt x="527819" y="12322"/>
                </a:lnTo>
                <a:lnTo>
                  <a:pt x="526911" y="12779"/>
                </a:lnTo>
                <a:lnTo>
                  <a:pt x="526352" y="12649"/>
                </a:lnTo>
                <a:lnTo>
                  <a:pt x="525586" y="11872"/>
                </a:lnTo>
                <a:lnTo>
                  <a:pt x="525064" y="9730"/>
                </a:lnTo>
                <a:lnTo>
                  <a:pt x="524458" y="9301"/>
                </a:lnTo>
                <a:lnTo>
                  <a:pt x="522419" y="9469"/>
                </a:lnTo>
                <a:lnTo>
                  <a:pt x="520706" y="8952"/>
                </a:lnTo>
                <a:lnTo>
                  <a:pt x="519205" y="9292"/>
                </a:lnTo>
                <a:lnTo>
                  <a:pt x="518016" y="8873"/>
                </a:lnTo>
                <a:lnTo>
                  <a:pt x="516719" y="10064"/>
                </a:lnTo>
                <a:lnTo>
                  <a:pt x="515653" y="10124"/>
                </a:lnTo>
                <a:lnTo>
                  <a:pt x="514761" y="9370"/>
                </a:lnTo>
                <a:lnTo>
                  <a:pt x="513272" y="10071"/>
                </a:lnTo>
                <a:lnTo>
                  <a:pt x="509908" y="7733"/>
                </a:lnTo>
                <a:lnTo>
                  <a:pt x="507921" y="7084"/>
                </a:lnTo>
                <a:lnTo>
                  <a:pt x="506380" y="6898"/>
                </a:lnTo>
                <a:lnTo>
                  <a:pt x="505156" y="7575"/>
                </a:lnTo>
                <a:lnTo>
                  <a:pt x="502749" y="7749"/>
                </a:lnTo>
                <a:lnTo>
                  <a:pt x="501460" y="8158"/>
                </a:lnTo>
                <a:lnTo>
                  <a:pt x="500821" y="8826"/>
                </a:lnTo>
                <a:lnTo>
                  <a:pt x="499600" y="9420"/>
                </a:lnTo>
                <a:lnTo>
                  <a:pt x="498471" y="10866"/>
                </a:lnTo>
                <a:lnTo>
                  <a:pt x="496953" y="12089"/>
                </a:lnTo>
                <a:lnTo>
                  <a:pt x="495012" y="13333"/>
                </a:lnTo>
                <a:lnTo>
                  <a:pt x="494225" y="13564"/>
                </a:lnTo>
                <a:lnTo>
                  <a:pt x="492842" y="13657"/>
                </a:lnTo>
                <a:lnTo>
                  <a:pt x="491084" y="13045"/>
                </a:lnTo>
                <a:lnTo>
                  <a:pt x="489048" y="13138"/>
                </a:lnTo>
                <a:lnTo>
                  <a:pt x="486619" y="12653"/>
                </a:lnTo>
                <a:lnTo>
                  <a:pt x="482732" y="14052"/>
                </a:lnTo>
                <a:lnTo>
                  <a:pt x="481830" y="14124"/>
                </a:lnTo>
                <a:lnTo>
                  <a:pt x="480108" y="13505"/>
                </a:lnTo>
                <a:lnTo>
                  <a:pt x="476123" y="13539"/>
                </a:lnTo>
                <a:lnTo>
                  <a:pt x="475500" y="13083"/>
                </a:lnTo>
                <a:lnTo>
                  <a:pt x="474000" y="12908"/>
                </a:lnTo>
                <a:lnTo>
                  <a:pt x="472884" y="13726"/>
                </a:lnTo>
                <a:lnTo>
                  <a:pt x="472490" y="15161"/>
                </a:lnTo>
                <a:lnTo>
                  <a:pt x="472126" y="15260"/>
                </a:lnTo>
                <a:lnTo>
                  <a:pt x="470898" y="14664"/>
                </a:lnTo>
                <a:lnTo>
                  <a:pt x="470029" y="15342"/>
                </a:lnTo>
                <a:lnTo>
                  <a:pt x="469579" y="16862"/>
                </a:lnTo>
                <a:lnTo>
                  <a:pt x="469609" y="20476"/>
                </a:lnTo>
                <a:lnTo>
                  <a:pt x="468011" y="21492"/>
                </a:lnTo>
                <a:lnTo>
                  <a:pt x="467561" y="23791"/>
                </a:lnTo>
                <a:lnTo>
                  <a:pt x="466409" y="24841"/>
                </a:lnTo>
                <a:lnTo>
                  <a:pt x="463838" y="25645"/>
                </a:lnTo>
                <a:lnTo>
                  <a:pt x="463003" y="26776"/>
                </a:lnTo>
                <a:lnTo>
                  <a:pt x="463014" y="27739"/>
                </a:lnTo>
                <a:lnTo>
                  <a:pt x="462670" y="28516"/>
                </a:lnTo>
                <a:lnTo>
                  <a:pt x="461326" y="29332"/>
                </a:lnTo>
                <a:lnTo>
                  <a:pt x="460893" y="29911"/>
                </a:lnTo>
                <a:lnTo>
                  <a:pt x="460115" y="33812"/>
                </a:lnTo>
                <a:lnTo>
                  <a:pt x="460307" y="35498"/>
                </a:lnTo>
                <a:lnTo>
                  <a:pt x="460136" y="37316"/>
                </a:lnTo>
                <a:lnTo>
                  <a:pt x="461043" y="39302"/>
                </a:lnTo>
                <a:lnTo>
                  <a:pt x="461469" y="41335"/>
                </a:lnTo>
                <a:lnTo>
                  <a:pt x="461341" y="43040"/>
                </a:lnTo>
                <a:lnTo>
                  <a:pt x="460623" y="44379"/>
                </a:lnTo>
                <a:lnTo>
                  <a:pt x="457799" y="48070"/>
                </a:lnTo>
                <a:lnTo>
                  <a:pt x="457501" y="50240"/>
                </a:lnTo>
                <a:lnTo>
                  <a:pt x="456247" y="52234"/>
                </a:lnTo>
                <a:lnTo>
                  <a:pt x="456183" y="53331"/>
                </a:lnTo>
                <a:lnTo>
                  <a:pt x="454312" y="55099"/>
                </a:lnTo>
                <a:lnTo>
                  <a:pt x="452294" y="57953"/>
                </a:lnTo>
                <a:lnTo>
                  <a:pt x="451220" y="58695"/>
                </a:lnTo>
                <a:lnTo>
                  <a:pt x="450238" y="58712"/>
                </a:lnTo>
                <a:lnTo>
                  <a:pt x="448079" y="57029"/>
                </a:lnTo>
                <a:lnTo>
                  <a:pt x="445867" y="56476"/>
                </a:lnTo>
                <a:lnTo>
                  <a:pt x="444855" y="55925"/>
                </a:lnTo>
                <a:lnTo>
                  <a:pt x="442731" y="55827"/>
                </a:lnTo>
                <a:lnTo>
                  <a:pt x="440447" y="56400"/>
                </a:lnTo>
                <a:lnTo>
                  <a:pt x="436205" y="58264"/>
                </a:lnTo>
                <a:lnTo>
                  <a:pt x="435700" y="58784"/>
                </a:lnTo>
                <a:lnTo>
                  <a:pt x="435520" y="59934"/>
                </a:lnTo>
                <a:lnTo>
                  <a:pt x="436306" y="61703"/>
                </a:lnTo>
                <a:lnTo>
                  <a:pt x="436178" y="62658"/>
                </a:lnTo>
                <a:lnTo>
                  <a:pt x="435782" y="63289"/>
                </a:lnTo>
                <a:lnTo>
                  <a:pt x="428487" y="64576"/>
                </a:lnTo>
                <a:lnTo>
                  <a:pt x="426000" y="65299"/>
                </a:lnTo>
                <a:lnTo>
                  <a:pt x="424742" y="65202"/>
                </a:lnTo>
                <a:lnTo>
                  <a:pt x="423167" y="65663"/>
                </a:lnTo>
                <a:lnTo>
                  <a:pt x="419130" y="65781"/>
                </a:lnTo>
                <a:lnTo>
                  <a:pt x="416396" y="67102"/>
                </a:lnTo>
                <a:lnTo>
                  <a:pt x="413796" y="67786"/>
                </a:lnTo>
                <a:lnTo>
                  <a:pt x="412609" y="68613"/>
                </a:lnTo>
                <a:lnTo>
                  <a:pt x="412455" y="69705"/>
                </a:lnTo>
                <a:lnTo>
                  <a:pt x="410167" y="70989"/>
                </a:lnTo>
                <a:lnTo>
                  <a:pt x="408471" y="70626"/>
                </a:lnTo>
                <a:lnTo>
                  <a:pt x="406971" y="71097"/>
                </a:lnTo>
                <a:lnTo>
                  <a:pt x="405959" y="71895"/>
                </a:lnTo>
                <a:lnTo>
                  <a:pt x="404816" y="73623"/>
                </a:lnTo>
                <a:lnTo>
                  <a:pt x="401790" y="75362"/>
                </a:lnTo>
                <a:lnTo>
                  <a:pt x="397552" y="76061"/>
                </a:lnTo>
                <a:lnTo>
                  <a:pt x="390151" y="75292"/>
                </a:lnTo>
                <a:lnTo>
                  <a:pt x="388132" y="75450"/>
                </a:lnTo>
                <a:lnTo>
                  <a:pt x="387598" y="75657"/>
                </a:lnTo>
                <a:lnTo>
                  <a:pt x="384098" y="78671"/>
                </a:lnTo>
                <a:lnTo>
                  <a:pt x="382484" y="79182"/>
                </a:lnTo>
                <a:lnTo>
                  <a:pt x="380797" y="80221"/>
                </a:lnTo>
                <a:lnTo>
                  <a:pt x="378217" y="80464"/>
                </a:lnTo>
                <a:lnTo>
                  <a:pt x="376103" y="78370"/>
                </a:lnTo>
                <a:lnTo>
                  <a:pt x="373056" y="76821"/>
                </a:lnTo>
                <a:lnTo>
                  <a:pt x="369272" y="77022"/>
                </a:lnTo>
                <a:lnTo>
                  <a:pt x="367909" y="76362"/>
                </a:lnTo>
                <a:lnTo>
                  <a:pt x="366655" y="76242"/>
                </a:lnTo>
                <a:lnTo>
                  <a:pt x="363147" y="76903"/>
                </a:lnTo>
                <a:lnTo>
                  <a:pt x="360161" y="76140"/>
                </a:lnTo>
                <a:lnTo>
                  <a:pt x="357802" y="76219"/>
                </a:lnTo>
                <a:lnTo>
                  <a:pt x="356135" y="75937"/>
                </a:lnTo>
                <a:lnTo>
                  <a:pt x="353140" y="76546"/>
                </a:lnTo>
                <a:lnTo>
                  <a:pt x="349849" y="76209"/>
                </a:lnTo>
                <a:lnTo>
                  <a:pt x="348691" y="76755"/>
                </a:lnTo>
                <a:lnTo>
                  <a:pt x="347675" y="78973"/>
                </a:lnTo>
                <a:lnTo>
                  <a:pt x="346566" y="80268"/>
                </a:lnTo>
                <a:lnTo>
                  <a:pt x="343179" y="82575"/>
                </a:lnTo>
                <a:lnTo>
                  <a:pt x="342177" y="83083"/>
                </a:lnTo>
                <a:lnTo>
                  <a:pt x="340967" y="82948"/>
                </a:lnTo>
                <a:lnTo>
                  <a:pt x="339595" y="83591"/>
                </a:lnTo>
                <a:lnTo>
                  <a:pt x="337330" y="84018"/>
                </a:lnTo>
                <a:lnTo>
                  <a:pt x="336493" y="85202"/>
                </a:lnTo>
                <a:lnTo>
                  <a:pt x="335922" y="87321"/>
                </a:lnTo>
                <a:lnTo>
                  <a:pt x="335215" y="88502"/>
                </a:lnTo>
                <a:lnTo>
                  <a:pt x="334263" y="89174"/>
                </a:lnTo>
                <a:lnTo>
                  <a:pt x="333391" y="89403"/>
                </a:lnTo>
                <a:lnTo>
                  <a:pt x="331471" y="91711"/>
                </a:lnTo>
                <a:lnTo>
                  <a:pt x="329700" y="91794"/>
                </a:lnTo>
                <a:lnTo>
                  <a:pt x="327826" y="92382"/>
                </a:lnTo>
                <a:lnTo>
                  <a:pt x="326587" y="93136"/>
                </a:lnTo>
                <a:lnTo>
                  <a:pt x="324901" y="93052"/>
                </a:lnTo>
                <a:lnTo>
                  <a:pt x="322753" y="95511"/>
                </a:lnTo>
                <a:lnTo>
                  <a:pt x="319986" y="97488"/>
                </a:lnTo>
                <a:lnTo>
                  <a:pt x="319192" y="98786"/>
                </a:lnTo>
                <a:lnTo>
                  <a:pt x="316564" y="101768"/>
                </a:lnTo>
                <a:lnTo>
                  <a:pt x="315672" y="103250"/>
                </a:lnTo>
                <a:lnTo>
                  <a:pt x="315478" y="104147"/>
                </a:lnTo>
                <a:lnTo>
                  <a:pt x="316345" y="107117"/>
                </a:lnTo>
                <a:lnTo>
                  <a:pt x="316408" y="108702"/>
                </a:lnTo>
                <a:lnTo>
                  <a:pt x="316036" y="110180"/>
                </a:lnTo>
                <a:lnTo>
                  <a:pt x="314950" y="111096"/>
                </a:lnTo>
                <a:lnTo>
                  <a:pt x="313946" y="112737"/>
                </a:lnTo>
                <a:lnTo>
                  <a:pt x="312137" y="114099"/>
                </a:lnTo>
                <a:lnTo>
                  <a:pt x="308653" y="115406"/>
                </a:lnTo>
                <a:lnTo>
                  <a:pt x="306562" y="118381"/>
                </a:lnTo>
                <a:lnTo>
                  <a:pt x="303792" y="120811"/>
                </a:lnTo>
                <a:lnTo>
                  <a:pt x="301622" y="121404"/>
                </a:lnTo>
                <a:lnTo>
                  <a:pt x="300019" y="122322"/>
                </a:lnTo>
                <a:lnTo>
                  <a:pt x="298981" y="123344"/>
                </a:lnTo>
                <a:lnTo>
                  <a:pt x="298317" y="123534"/>
                </a:lnTo>
                <a:lnTo>
                  <a:pt x="296906" y="123287"/>
                </a:lnTo>
                <a:lnTo>
                  <a:pt x="295238" y="123575"/>
                </a:lnTo>
                <a:lnTo>
                  <a:pt x="294266" y="124210"/>
                </a:lnTo>
                <a:lnTo>
                  <a:pt x="293825" y="125988"/>
                </a:lnTo>
                <a:lnTo>
                  <a:pt x="295173" y="129481"/>
                </a:lnTo>
                <a:lnTo>
                  <a:pt x="294593" y="131612"/>
                </a:lnTo>
                <a:lnTo>
                  <a:pt x="295531" y="133129"/>
                </a:lnTo>
                <a:lnTo>
                  <a:pt x="295732" y="134074"/>
                </a:lnTo>
                <a:lnTo>
                  <a:pt x="295473" y="134914"/>
                </a:lnTo>
                <a:lnTo>
                  <a:pt x="294651" y="135652"/>
                </a:lnTo>
                <a:lnTo>
                  <a:pt x="294640" y="136777"/>
                </a:lnTo>
                <a:lnTo>
                  <a:pt x="294263" y="137657"/>
                </a:lnTo>
                <a:lnTo>
                  <a:pt x="293073" y="139356"/>
                </a:lnTo>
                <a:lnTo>
                  <a:pt x="290794" y="140661"/>
                </a:lnTo>
                <a:lnTo>
                  <a:pt x="288861" y="142694"/>
                </a:lnTo>
                <a:lnTo>
                  <a:pt x="285265" y="143801"/>
                </a:lnTo>
                <a:lnTo>
                  <a:pt x="282597" y="145861"/>
                </a:lnTo>
                <a:lnTo>
                  <a:pt x="280339" y="146926"/>
                </a:lnTo>
                <a:lnTo>
                  <a:pt x="279168" y="148045"/>
                </a:lnTo>
                <a:lnTo>
                  <a:pt x="277165" y="148078"/>
                </a:lnTo>
                <a:lnTo>
                  <a:pt x="276694" y="147878"/>
                </a:lnTo>
                <a:lnTo>
                  <a:pt x="276148" y="147034"/>
                </a:lnTo>
                <a:lnTo>
                  <a:pt x="275687" y="147118"/>
                </a:lnTo>
                <a:lnTo>
                  <a:pt x="274880" y="148290"/>
                </a:lnTo>
                <a:lnTo>
                  <a:pt x="274839" y="148856"/>
                </a:lnTo>
                <a:lnTo>
                  <a:pt x="275675" y="151658"/>
                </a:lnTo>
                <a:lnTo>
                  <a:pt x="275979" y="154451"/>
                </a:lnTo>
                <a:lnTo>
                  <a:pt x="275723" y="155542"/>
                </a:lnTo>
                <a:lnTo>
                  <a:pt x="275092" y="156353"/>
                </a:lnTo>
                <a:lnTo>
                  <a:pt x="274934" y="157968"/>
                </a:lnTo>
                <a:lnTo>
                  <a:pt x="275881" y="160815"/>
                </a:lnTo>
                <a:lnTo>
                  <a:pt x="275908" y="162346"/>
                </a:lnTo>
                <a:lnTo>
                  <a:pt x="274503" y="165249"/>
                </a:lnTo>
                <a:lnTo>
                  <a:pt x="272991" y="166297"/>
                </a:lnTo>
                <a:lnTo>
                  <a:pt x="271616" y="168330"/>
                </a:lnTo>
                <a:lnTo>
                  <a:pt x="270864" y="168607"/>
                </a:lnTo>
                <a:lnTo>
                  <a:pt x="269836" y="169580"/>
                </a:lnTo>
                <a:lnTo>
                  <a:pt x="267969" y="170088"/>
                </a:lnTo>
                <a:lnTo>
                  <a:pt x="267106" y="170952"/>
                </a:lnTo>
                <a:lnTo>
                  <a:pt x="264755" y="172290"/>
                </a:lnTo>
                <a:lnTo>
                  <a:pt x="259805" y="173969"/>
                </a:lnTo>
                <a:lnTo>
                  <a:pt x="258717" y="174891"/>
                </a:lnTo>
                <a:lnTo>
                  <a:pt x="256013" y="175599"/>
                </a:lnTo>
                <a:lnTo>
                  <a:pt x="255275" y="175223"/>
                </a:lnTo>
                <a:lnTo>
                  <a:pt x="254246" y="175395"/>
                </a:lnTo>
                <a:lnTo>
                  <a:pt x="253733" y="174715"/>
                </a:lnTo>
                <a:lnTo>
                  <a:pt x="252744" y="175042"/>
                </a:lnTo>
                <a:lnTo>
                  <a:pt x="252371" y="175740"/>
                </a:lnTo>
                <a:lnTo>
                  <a:pt x="252560" y="176683"/>
                </a:lnTo>
                <a:lnTo>
                  <a:pt x="253533" y="177568"/>
                </a:lnTo>
                <a:lnTo>
                  <a:pt x="253602" y="178561"/>
                </a:lnTo>
                <a:lnTo>
                  <a:pt x="253401" y="179182"/>
                </a:lnTo>
                <a:lnTo>
                  <a:pt x="252278" y="179597"/>
                </a:lnTo>
                <a:lnTo>
                  <a:pt x="251847" y="180312"/>
                </a:lnTo>
                <a:lnTo>
                  <a:pt x="251347" y="180556"/>
                </a:lnTo>
                <a:lnTo>
                  <a:pt x="249019" y="180841"/>
                </a:lnTo>
                <a:lnTo>
                  <a:pt x="248520" y="181573"/>
                </a:lnTo>
                <a:lnTo>
                  <a:pt x="247907" y="181479"/>
                </a:lnTo>
                <a:lnTo>
                  <a:pt x="246890" y="181848"/>
                </a:lnTo>
                <a:lnTo>
                  <a:pt x="246527" y="181384"/>
                </a:lnTo>
                <a:lnTo>
                  <a:pt x="246742" y="180387"/>
                </a:lnTo>
                <a:lnTo>
                  <a:pt x="246347" y="179682"/>
                </a:lnTo>
                <a:lnTo>
                  <a:pt x="245660" y="179483"/>
                </a:lnTo>
                <a:lnTo>
                  <a:pt x="244217" y="180072"/>
                </a:lnTo>
                <a:lnTo>
                  <a:pt x="243975" y="181637"/>
                </a:lnTo>
                <a:lnTo>
                  <a:pt x="244983" y="182344"/>
                </a:lnTo>
                <a:lnTo>
                  <a:pt x="247072" y="184631"/>
                </a:lnTo>
                <a:lnTo>
                  <a:pt x="247430" y="185982"/>
                </a:lnTo>
                <a:lnTo>
                  <a:pt x="247322" y="187135"/>
                </a:lnTo>
                <a:lnTo>
                  <a:pt x="246540" y="188286"/>
                </a:lnTo>
                <a:lnTo>
                  <a:pt x="244542" y="188899"/>
                </a:lnTo>
                <a:lnTo>
                  <a:pt x="244305" y="189686"/>
                </a:lnTo>
                <a:lnTo>
                  <a:pt x="242729" y="190771"/>
                </a:lnTo>
                <a:lnTo>
                  <a:pt x="242698" y="191793"/>
                </a:lnTo>
                <a:lnTo>
                  <a:pt x="242067" y="192338"/>
                </a:lnTo>
                <a:lnTo>
                  <a:pt x="241685" y="193259"/>
                </a:lnTo>
                <a:lnTo>
                  <a:pt x="241093" y="193613"/>
                </a:lnTo>
                <a:lnTo>
                  <a:pt x="241260" y="196195"/>
                </a:lnTo>
                <a:lnTo>
                  <a:pt x="239359" y="198265"/>
                </a:lnTo>
                <a:lnTo>
                  <a:pt x="238240" y="198772"/>
                </a:lnTo>
                <a:lnTo>
                  <a:pt x="236595" y="198653"/>
                </a:lnTo>
                <a:lnTo>
                  <a:pt x="236282" y="197918"/>
                </a:lnTo>
                <a:lnTo>
                  <a:pt x="235540" y="198168"/>
                </a:lnTo>
                <a:lnTo>
                  <a:pt x="234508" y="197784"/>
                </a:lnTo>
                <a:lnTo>
                  <a:pt x="234128" y="197284"/>
                </a:lnTo>
                <a:lnTo>
                  <a:pt x="234070" y="196141"/>
                </a:lnTo>
                <a:lnTo>
                  <a:pt x="232826" y="192999"/>
                </a:lnTo>
                <a:lnTo>
                  <a:pt x="232160" y="192272"/>
                </a:lnTo>
                <a:lnTo>
                  <a:pt x="230326" y="191498"/>
                </a:lnTo>
                <a:lnTo>
                  <a:pt x="227263" y="192222"/>
                </a:lnTo>
                <a:lnTo>
                  <a:pt x="226484" y="193101"/>
                </a:lnTo>
                <a:lnTo>
                  <a:pt x="226310" y="194222"/>
                </a:lnTo>
                <a:lnTo>
                  <a:pt x="225105" y="195416"/>
                </a:lnTo>
                <a:lnTo>
                  <a:pt x="225116" y="196005"/>
                </a:lnTo>
                <a:lnTo>
                  <a:pt x="224807" y="196284"/>
                </a:lnTo>
                <a:lnTo>
                  <a:pt x="223699" y="196198"/>
                </a:lnTo>
                <a:lnTo>
                  <a:pt x="223177" y="196911"/>
                </a:lnTo>
                <a:lnTo>
                  <a:pt x="221649" y="196692"/>
                </a:lnTo>
                <a:lnTo>
                  <a:pt x="221329" y="196932"/>
                </a:lnTo>
                <a:lnTo>
                  <a:pt x="220069" y="196427"/>
                </a:lnTo>
                <a:lnTo>
                  <a:pt x="219684" y="195949"/>
                </a:lnTo>
                <a:lnTo>
                  <a:pt x="218784" y="195816"/>
                </a:lnTo>
                <a:lnTo>
                  <a:pt x="218249" y="195334"/>
                </a:lnTo>
                <a:lnTo>
                  <a:pt x="216800" y="195590"/>
                </a:lnTo>
                <a:lnTo>
                  <a:pt x="215359" y="194826"/>
                </a:lnTo>
                <a:lnTo>
                  <a:pt x="214951" y="194876"/>
                </a:lnTo>
                <a:lnTo>
                  <a:pt x="214121" y="195520"/>
                </a:lnTo>
                <a:lnTo>
                  <a:pt x="213750" y="198028"/>
                </a:lnTo>
                <a:lnTo>
                  <a:pt x="214582" y="200159"/>
                </a:lnTo>
                <a:lnTo>
                  <a:pt x="214576" y="200763"/>
                </a:lnTo>
                <a:lnTo>
                  <a:pt x="212827" y="202557"/>
                </a:lnTo>
                <a:lnTo>
                  <a:pt x="210930" y="202756"/>
                </a:lnTo>
                <a:lnTo>
                  <a:pt x="210098" y="203238"/>
                </a:lnTo>
                <a:lnTo>
                  <a:pt x="209515" y="204079"/>
                </a:lnTo>
                <a:lnTo>
                  <a:pt x="209687" y="204850"/>
                </a:lnTo>
                <a:lnTo>
                  <a:pt x="209502" y="205395"/>
                </a:lnTo>
                <a:lnTo>
                  <a:pt x="210031" y="207070"/>
                </a:lnTo>
                <a:lnTo>
                  <a:pt x="209327" y="208857"/>
                </a:lnTo>
                <a:lnTo>
                  <a:pt x="209400" y="209581"/>
                </a:lnTo>
                <a:lnTo>
                  <a:pt x="208597" y="210448"/>
                </a:lnTo>
                <a:lnTo>
                  <a:pt x="208514" y="211223"/>
                </a:lnTo>
                <a:lnTo>
                  <a:pt x="207718" y="211735"/>
                </a:lnTo>
                <a:lnTo>
                  <a:pt x="207030" y="213453"/>
                </a:lnTo>
                <a:lnTo>
                  <a:pt x="208832" y="215619"/>
                </a:lnTo>
                <a:lnTo>
                  <a:pt x="208112" y="218481"/>
                </a:lnTo>
                <a:lnTo>
                  <a:pt x="207322" y="220067"/>
                </a:lnTo>
                <a:lnTo>
                  <a:pt x="206384" y="220226"/>
                </a:lnTo>
                <a:lnTo>
                  <a:pt x="205723" y="221464"/>
                </a:lnTo>
                <a:lnTo>
                  <a:pt x="204672" y="221646"/>
                </a:lnTo>
                <a:lnTo>
                  <a:pt x="203530" y="222913"/>
                </a:lnTo>
                <a:lnTo>
                  <a:pt x="202978" y="223048"/>
                </a:lnTo>
                <a:lnTo>
                  <a:pt x="202596" y="224927"/>
                </a:lnTo>
                <a:lnTo>
                  <a:pt x="201832" y="225305"/>
                </a:lnTo>
                <a:lnTo>
                  <a:pt x="201152" y="226233"/>
                </a:lnTo>
                <a:lnTo>
                  <a:pt x="201148" y="226702"/>
                </a:lnTo>
                <a:lnTo>
                  <a:pt x="200150" y="227054"/>
                </a:lnTo>
                <a:lnTo>
                  <a:pt x="199381" y="226688"/>
                </a:lnTo>
                <a:lnTo>
                  <a:pt x="198542" y="226685"/>
                </a:lnTo>
                <a:lnTo>
                  <a:pt x="196880" y="227117"/>
                </a:lnTo>
                <a:lnTo>
                  <a:pt x="195340" y="226319"/>
                </a:lnTo>
                <a:lnTo>
                  <a:pt x="195078" y="226350"/>
                </a:lnTo>
                <a:lnTo>
                  <a:pt x="194913" y="226873"/>
                </a:lnTo>
                <a:lnTo>
                  <a:pt x="193092" y="226368"/>
                </a:lnTo>
                <a:lnTo>
                  <a:pt x="192695" y="226631"/>
                </a:lnTo>
                <a:lnTo>
                  <a:pt x="191534" y="226694"/>
                </a:lnTo>
                <a:lnTo>
                  <a:pt x="191033" y="226288"/>
                </a:lnTo>
                <a:lnTo>
                  <a:pt x="190360" y="226634"/>
                </a:lnTo>
                <a:lnTo>
                  <a:pt x="188810" y="226102"/>
                </a:lnTo>
                <a:lnTo>
                  <a:pt x="188261" y="226451"/>
                </a:lnTo>
                <a:lnTo>
                  <a:pt x="187031" y="226567"/>
                </a:lnTo>
                <a:lnTo>
                  <a:pt x="185920" y="226182"/>
                </a:lnTo>
                <a:lnTo>
                  <a:pt x="185785" y="227614"/>
                </a:lnTo>
                <a:lnTo>
                  <a:pt x="184626" y="228670"/>
                </a:lnTo>
                <a:lnTo>
                  <a:pt x="184261" y="231515"/>
                </a:lnTo>
                <a:lnTo>
                  <a:pt x="183772" y="232161"/>
                </a:lnTo>
                <a:lnTo>
                  <a:pt x="183332" y="233738"/>
                </a:lnTo>
                <a:lnTo>
                  <a:pt x="182185" y="234057"/>
                </a:lnTo>
                <a:lnTo>
                  <a:pt x="180112" y="233576"/>
                </a:lnTo>
                <a:lnTo>
                  <a:pt x="179294" y="232728"/>
                </a:lnTo>
                <a:lnTo>
                  <a:pt x="178626" y="231393"/>
                </a:lnTo>
                <a:lnTo>
                  <a:pt x="180271" y="228876"/>
                </a:lnTo>
                <a:lnTo>
                  <a:pt x="180365" y="227286"/>
                </a:lnTo>
                <a:lnTo>
                  <a:pt x="179995" y="226869"/>
                </a:lnTo>
                <a:lnTo>
                  <a:pt x="176350" y="226941"/>
                </a:lnTo>
                <a:lnTo>
                  <a:pt x="174477" y="228613"/>
                </a:lnTo>
                <a:lnTo>
                  <a:pt x="174365" y="229538"/>
                </a:lnTo>
                <a:lnTo>
                  <a:pt x="173687" y="230259"/>
                </a:lnTo>
                <a:lnTo>
                  <a:pt x="173653" y="230691"/>
                </a:lnTo>
                <a:lnTo>
                  <a:pt x="175011" y="232691"/>
                </a:lnTo>
                <a:lnTo>
                  <a:pt x="174100" y="233144"/>
                </a:lnTo>
                <a:lnTo>
                  <a:pt x="173824" y="233946"/>
                </a:lnTo>
                <a:lnTo>
                  <a:pt x="170975" y="234016"/>
                </a:lnTo>
                <a:lnTo>
                  <a:pt x="169486" y="233625"/>
                </a:lnTo>
                <a:lnTo>
                  <a:pt x="169236" y="232935"/>
                </a:lnTo>
                <a:lnTo>
                  <a:pt x="169687" y="232530"/>
                </a:lnTo>
                <a:lnTo>
                  <a:pt x="170056" y="231290"/>
                </a:lnTo>
                <a:lnTo>
                  <a:pt x="170760" y="230723"/>
                </a:lnTo>
                <a:lnTo>
                  <a:pt x="170637" y="229411"/>
                </a:lnTo>
                <a:lnTo>
                  <a:pt x="170900" y="229168"/>
                </a:lnTo>
                <a:lnTo>
                  <a:pt x="170853" y="228706"/>
                </a:lnTo>
                <a:lnTo>
                  <a:pt x="170218" y="228286"/>
                </a:lnTo>
                <a:lnTo>
                  <a:pt x="169488" y="228203"/>
                </a:lnTo>
                <a:lnTo>
                  <a:pt x="167400" y="228696"/>
                </a:lnTo>
                <a:lnTo>
                  <a:pt x="166124" y="229176"/>
                </a:lnTo>
                <a:lnTo>
                  <a:pt x="165295" y="229821"/>
                </a:lnTo>
                <a:lnTo>
                  <a:pt x="165212" y="231815"/>
                </a:lnTo>
                <a:lnTo>
                  <a:pt x="164340" y="232494"/>
                </a:lnTo>
                <a:lnTo>
                  <a:pt x="163644" y="234046"/>
                </a:lnTo>
                <a:lnTo>
                  <a:pt x="162997" y="234403"/>
                </a:lnTo>
                <a:lnTo>
                  <a:pt x="162818" y="234899"/>
                </a:lnTo>
                <a:lnTo>
                  <a:pt x="163479" y="235217"/>
                </a:lnTo>
                <a:lnTo>
                  <a:pt x="163000" y="236260"/>
                </a:lnTo>
                <a:lnTo>
                  <a:pt x="163659" y="237309"/>
                </a:lnTo>
                <a:lnTo>
                  <a:pt x="162515" y="237467"/>
                </a:lnTo>
                <a:lnTo>
                  <a:pt x="162986" y="238122"/>
                </a:lnTo>
                <a:lnTo>
                  <a:pt x="162600" y="238471"/>
                </a:lnTo>
                <a:lnTo>
                  <a:pt x="162150" y="238181"/>
                </a:lnTo>
                <a:lnTo>
                  <a:pt x="161614" y="238600"/>
                </a:lnTo>
                <a:lnTo>
                  <a:pt x="161645" y="239528"/>
                </a:lnTo>
                <a:lnTo>
                  <a:pt x="161059" y="240453"/>
                </a:lnTo>
                <a:lnTo>
                  <a:pt x="159728" y="239878"/>
                </a:lnTo>
                <a:lnTo>
                  <a:pt x="158447" y="240263"/>
                </a:lnTo>
                <a:lnTo>
                  <a:pt x="157828" y="241830"/>
                </a:lnTo>
                <a:lnTo>
                  <a:pt x="154794" y="243150"/>
                </a:lnTo>
                <a:lnTo>
                  <a:pt x="154163" y="243165"/>
                </a:lnTo>
                <a:lnTo>
                  <a:pt x="153611" y="242026"/>
                </a:lnTo>
                <a:lnTo>
                  <a:pt x="153305" y="242033"/>
                </a:lnTo>
                <a:lnTo>
                  <a:pt x="152681" y="242960"/>
                </a:lnTo>
                <a:lnTo>
                  <a:pt x="151171" y="243180"/>
                </a:lnTo>
                <a:lnTo>
                  <a:pt x="150483" y="244007"/>
                </a:lnTo>
                <a:lnTo>
                  <a:pt x="149835" y="243968"/>
                </a:lnTo>
                <a:lnTo>
                  <a:pt x="149348" y="244346"/>
                </a:lnTo>
                <a:lnTo>
                  <a:pt x="149145" y="246145"/>
                </a:lnTo>
                <a:lnTo>
                  <a:pt x="148759" y="246421"/>
                </a:lnTo>
                <a:lnTo>
                  <a:pt x="147561" y="246643"/>
                </a:lnTo>
                <a:lnTo>
                  <a:pt x="147100" y="246146"/>
                </a:lnTo>
                <a:lnTo>
                  <a:pt x="147671" y="244531"/>
                </a:lnTo>
                <a:lnTo>
                  <a:pt x="147543" y="244328"/>
                </a:lnTo>
                <a:lnTo>
                  <a:pt x="144575" y="245183"/>
                </a:lnTo>
                <a:lnTo>
                  <a:pt x="144198" y="245591"/>
                </a:lnTo>
                <a:lnTo>
                  <a:pt x="141566" y="246658"/>
                </a:lnTo>
                <a:lnTo>
                  <a:pt x="141773" y="249817"/>
                </a:lnTo>
                <a:lnTo>
                  <a:pt x="142761" y="250008"/>
                </a:lnTo>
                <a:lnTo>
                  <a:pt x="143263" y="250691"/>
                </a:lnTo>
                <a:lnTo>
                  <a:pt x="144385" y="251166"/>
                </a:lnTo>
                <a:lnTo>
                  <a:pt x="144684" y="252057"/>
                </a:lnTo>
                <a:lnTo>
                  <a:pt x="144600" y="252310"/>
                </a:lnTo>
                <a:lnTo>
                  <a:pt x="143621" y="252172"/>
                </a:lnTo>
                <a:lnTo>
                  <a:pt x="143093" y="252519"/>
                </a:lnTo>
                <a:lnTo>
                  <a:pt x="142915" y="253597"/>
                </a:lnTo>
                <a:lnTo>
                  <a:pt x="142204" y="253652"/>
                </a:lnTo>
                <a:lnTo>
                  <a:pt x="141648" y="253025"/>
                </a:lnTo>
                <a:lnTo>
                  <a:pt x="141303" y="253498"/>
                </a:lnTo>
                <a:lnTo>
                  <a:pt x="140673" y="253281"/>
                </a:lnTo>
                <a:lnTo>
                  <a:pt x="137907" y="251101"/>
                </a:lnTo>
                <a:lnTo>
                  <a:pt x="136838" y="251605"/>
                </a:lnTo>
                <a:lnTo>
                  <a:pt x="137042" y="252360"/>
                </a:lnTo>
                <a:lnTo>
                  <a:pt x="136533" y="253824"/>
                </a:lnTo>
                <a:lnTo>
                  <a:pt x="135692" y="253937"/>
                </a:lnTo>
                <a:lnTo>
                  <a:pt x="135542" y="253200"/>
                </a:lnTo>
                <a:lnTo>
                  <a:pt x="135080" y="253600"/>
                </a:lnTo>
                <a:lnTo>
                  <a:pt x="134804" y="253457"/>
                </a:lnTo>
                <a:lnTo>
                  <a:pt x="134745" y="252640"/>
                </a:lnTo>
                <a:lnTo>
                  <a:pt x="133634" y="251354"/>
                </a:lnTo>
                <a:lnTo>
                  <a:pt x="132893" y="251535"/>
                </a:lnTo>
                <a:lnTo>
                  <a:pt x="132077" y="251151"/>
                </a:lnTo>
                <a:lnTo>
                  <a:pt x="131407" y="251276"/>
                </a:lnTo>
                <a:lnTo>
                  <a:pt x="131056" y="252208"/>
                </a:lnTo>
                <a:lnTo>
                  <a:pt x="131818" y="251911"/>
                </a:lnTo>
                <a:lnTo>
                  <a:pt x="132148" y="252282"/>
                </a:lnTo>
                <a:lnTo>
                  <a:pt x="131299" y="253167"/>
                </a:lnTo>
                <a:lnTo>
                  <a:pt x="131223" y="255083"/>
                </a:lnTo>
                <a:lnTo>
                  <a:pt x="132132" y="256950"/>
                </a:lnTo>
                <a:lnTo>
                  <a:pt x="133603" y="256603"/>
                </a:lnTo>
                <a:lnTo>
                  <a:pt x="133847" y="258144"/>
                </a:lnTo>
                <a:lnTo>
                  <a:pt x="134651" y="260030"/>
                </a:lnTo>
                <a:lnTo>
                  <a:pt x="134288" y="259676"/>
                </a:lnTo>
                <a:lnTo>
                  <a:pt x="133956" y="259720"/>
                </a:lnTo>
                <a:lnTo>
                  <a:pt x="133940" y="260567"/>
                </a:lnTo>
                <a:lnTo>
                  <a:pt x="133044" y="261057"/>
                </a:lnTo>
                <a:lnTo>
                  <a:pt x="132178" y="260669"/>
                </a:lnTo>
                <a:lnTo>
                  <a:pt x="131699" y="260901"/>
                </a:lnTo>
                <a:lnTo>
                  <a:pt x="130270" y="260857"/>
                </a:lnTo>
                <a:lnTo>
                  <a:pt x="130510" y="259976"/>
                </a:lnTo>
                <a:lnTo>
                  <a:pt x="129332" y="259803"/>
                </a:lnTo>
                <a:lnTo>
                  <a:pt x="128091" y="258547"/>
                </a:lnTo>
                <a:lnTo>
                  <a:pt x="128041" y="259364"/>
                </a:lnTo>
                <a:lnTo>
                  <a:pt x="127365" y="260116"/>
                </a:lnTo>
                <a:lnTo>
                  <a:pt x="126809" y="260083"/>
                </a:lnTo>
                <a:lnTo>
                  <a:pt x="126452" y="259490"/>
                </a:lnTo>
                <a:lnTo>
                  <a:pt x="126458" y="261721"/>
                </a:lnTo>
                <a:lnTo>
                  <a:pt x="126123" y="262515"/>
                </a:lnTo>
                <a:lnTo>
                  <a:pt x="126458" y="263867"/>
                </a:lnTo>
                <a:lnTo>
                  <a:pt x="125882" y="265206"/>
                </a:lnTo>
                <a:lnTo>
                  <a:pt x="124858" y="265473"/>
                </a:lnTo>
                <a:lnTo>
                  <a:pt x="124844" y="266227"/>
                </a:lnTo>
                <a:lnTo>
                  <a:pt x="123861" y="265763"/>
                </a:lnTo>
                <a:lnTo>
                  <a:pt x="121687" y="265383"/>
                </a:lnTo>
                <a:lnTo>
                  <a:pt x="121310" y="265610"/>
                </a:lnTo>
                <a:lnTo>
                  <a:pt x="121306" y="266960"/>
                </a:lnTo>
                <a:lnTo>
                  <a:pt x="122245" y="267321"/>
                </a:lnTo>
                <a:lnTo>
                  <a:pt x="121336" y="268161"/>
                </a:lnTo>
                <a:lnTo>
                  <a:pt x="120207" y="268325"/>
                </a:lnTo>
                <a:lnTo>
                  <a:pt x="119760" y="267817"/>
                </a:lnTo>
                <a:lnTo>
                  <a:pt x="120058" y="267348"/>
                </a:lnTo>
                <a:lnTo>
                  <a:pt x="117728" y="267895"/>
                </a:lnTo>
                <a:lnTo>
                  <a:pt x="118313" y="270390"/>
                </a:lnTo>
                <a:lnTo>
                  <a:pt x="118639" y="270712"/>
                </a:lnTo>
                <a:lnTo>
                  <a:pt x="119318" y="270408"/>
                </a:lnTo>
                <a:lnTo>
                  <a:pt x="119494" y="271283"/>
                </a:lnTo>
                <a:lnTo>
                  <a:pt x="120252" y="271674"/>
                </a:lnTo>
                <a:lnTo>
                  <a:pt x="120410" y="272379"/>
                </a:lnTo>
                <a:lnTo>
                  <a:pt x="121415" y="273835"/>
                </a:lnTo>
                <a:lnTo>
                  <a:pt x="120991" y="274737"/>
                </a:lnTo>
                <a:lnTo>
                  <a:pt x="121393" y="276089"/>
                </a:lnTo>
                <a:lnTo>
                  <a:pt x="120755" y="275834"/>
                </a:lnTo>
                <a:lnTo>
                  <a:pt x="120216" y="275991"/>
                </a:lnTo>
                <a:lnTo>
                  <a:pt x="120719" y="276546"/>
                </a:lnTo>
                <a:lnTo>
                  <a:pt x="120746" y="277150"/>
                </a:lnTo>
                <a:lnTo>
                  <a:pt x="120013" y="277687"/>
                </a:lnTo>
                <a:lnTo>
                  <a:pt x="119461" y="278992"/>
                </a:lnTo>
                <a:lnTo>
                  <a:pt x="118362" y="279025"/>
                </a:lnTo>
                <a:lnTo>
                  <a:pt x="117360" y="280006"/>
                </a:lnTo>
                <a:lnTo>
                  <a:pt x="115011" y="281183"/>
                </a:lnTo>
                <a:lnTo>
                  <a:pt x="113675" y="281148"/>
                </a:lnTo>
                <a:lnTo>
                  <a:pt x="112503" y="279789"/>
                </a:lnTo>
                <a:lnTo>
                  <a:pt x="113224" y="278282"/>
                </a:lnTo>
                <a:lnTo>
                  <a:pt x="113537" y="276164"/>
                </a:lnTo>
                <a:lnTo>
                  <a:pt x="112902" y="276224"/>
                </a:lnTo>
                <a:lnTo>
                  <a:pt x="112546" y="276775"/>
                </a:lnTo>
                <a:lnTo>
                  <a:pt x="111746" y="276688"/>
                </a:lnTo>
                <a:lnTo>
                  <a:pt x="110836" y="275759"/>
                </a:lnTo>
                <a:lnTo>
                  <a:pt x="111713" y="275070"/>
                </a:lnTo>
                <a:lnTo>
                  <a:pt x="111688" y="273828"/>
                </a:lnTo>
                <a:lnTo>
                  <a:pt x="110589" y="273683"/>
                </a:lnTo>
                <a:lnTo>
                  <a:pt x="109017" y="272526"/>
                </a:lnTo>
                <a:lnTo>
                  <a:pt x="108609" y="273427"/>
                </a:lnTo>
                <a:lnTo>
                  <a:pt x="107677" y="273695"/>
                </a:lnTo>
                <a:lnTo>
                  <a:pt x="107084" y="275240"/>
                </a:lnTo>
                <a:lnTo>
                  <a:pt x="106388" y="275220"/>
                </a:lnTo>
                <a:lnTo>
                  <a:pt x="106624" y="275886"/>
                </a:lnTo>
                <a:lnTo>
                  <a:pt x="107277" y="276275"/>
                </a:lnTo>
                <a:lnTo>
                  <a:pt x="107563" y="277677"/>
                </a:lnTo>
                <a:lnTo>
                  <a:pt x="107380" y="278631"/>
                </a:lnTo>
                <a:lnTo>
                  <a:pt x="106944" y="278937"/>
                </a:lnTo>
                <a:lnTo>
                  <a:pt x="106662" y="279944"/>
                </a:lnTo>
                <a:lnTo>
                  <a:pt x="107443" y="281720"/>
                </a:lnTo>
                <a:lnTo>
                  <a:pt x="107371" y="282118"/>
                </a:lnTo>
                <a:lnTo>
                  <a:pt x="103349" y="283567"/>
                </a:lnTo>
                <a:lnTo>
                  <a:pt x="101863" y="284704"/>
                </a:lnTo>
                <a:lnTo>
                  <a:pt x="102275" y="285542"/>
                </a:lnTo>
                <a:lnTo>
                  <a:pt x="102391" y="286739"/>
                </a:lnTo>
                <a:lnTo>
                  <a:pt x="101633" y="287272"/>
                </a:lnTo>
                <a:lnTo>
                  <a:pt x="101299" y="288623"/>
                </a:lnTo>
                <a:lnTo>
                  <a:pt x="101657" y="289499"/>
                </a:lnTo>
                <a:lnTo>
                  <a:pt x="100962" y="289843"/>
                </a:lnTo>
                <a:lnTo>
                  <a:pt x="100962" y="290567"/>
                </a:lnTo>
                <a:lnTo>
                  <a:pt x="100596" y="291035"/>
                </a:lnTo>
                <a:lnTo>
                  <a:pt x="100568" y="291762"/>
                </a:lnTo>
                <a:lnTo>
                  <a:pt x="99995" y="293071"/>
                </a:lnTo>
                <a:lnTo>
                  <a:pt x="100658" y="294539"/>
                </a:lnTo>
                <a:lnTo>
                  <a:pt x="100169" y="296244"/>
                </a:lnTo>
                <a:lnTo>
                  <a:pt x="100611" y="297267"/>
                </a:lnTo>
                <a:lnTo>
                  <a:pt x="100306" y="297746"/>
                </a:lnTo>
                <a:lnTo>
                  <a:pt x="100318" y="298838"/>
                </a:lnTo>
                <a:lnTo>
                  <a:pt x="99156" y="300122"/>
                </a:lnTo>
                <a:lnTo>
                  <a:pt x="98126" y="301997"/>
                </a:lnTo>
                <a:lnTo>
                  <a:pt x="98347" y="304189"/>
                </a:lnTo>
                <a:lnTo>
                  <a:pt x="97552" y="305773"/>
                </a:lnTo>
                <a:lnTo>
                  <a:pt x="97462" y="307594"/>
                </a:lnTo>
                <a:lnTo>
                  <a:pt x="98452" y="308128"/>
                </a:lnTo>
                <a:lnTo>
                  <a:pt x="99191" y="308951"/>
                </a:lnTo>
                <a:lnTo>
                  <a:pt x="97762" y="311031"/>
                </a:lnTo>
                <a:lnTo>
                  <a:pt x="95808" y="311449"/>
                </a:lnTo>
                <a:lnTo>
                  <a:pt x="94465" y="312794"/>
                </a:lnTo>
                <a:lnTo>
                  <a:pt x="94719" y="313874"/>
                </a:lnTo>
                <a:lnTo>
                  <a:pt x="95272" y="313812"/>
                </a:lnTo>
                <a:lnTo>
                  <a:pt x="96338" y="314431"/>
                </a:lnTo>
                <a:lnTo>
                  <a:pt x="97072" y="314510"/>
                </a:lnTo>
                <a:lnTo>
                  <a:pt x="97698" y="315075"/>
                </a:lnTo>
                <a:lnTo>
                  <a:pt x="98182" y="315931"/>
                </a:lnTo>
                <a:lnTo>
                  <a:pt x="98386" y="317239"/>
                </a:lnTo>
                <a:lnTo>
                  <a:pt x="97919" y="318072"/>
                </a:lnTo>
                <a:lnTo>
                  <a:pt x="97192" y="318425"/>
                </a:lnTo>
                <a:lnTo>
                  <a:pt x="96157" y="319606"/>
                </a:lnTo>
                <a:lnTo>
                  <a:pt x="96254" y="320248"/>
                </a:lnTo>
                <a:lnTo>
                  <a:pt x="95858" y="321001"/>
                </a:lnTo>
                <a:lnTo>
                  <a:pt x="96033" y="322787"/>
                </a:lnTo>
                <a:lnTo>
                  <a:pt x="93386" y="326345"/>
                </a:lnTo>
                <a:lnTo>
                  <a:pt x="94017" y="329108"/>
                </a:lnTo>
                <a:lnTo>
                  <a:pt x="94022" y="332641"/>
                </a:lnTo>
                <a:lnTo>
                  <a:pt x="93053" y="333755"/>
                </a:lnTo>
                <a:lnTo>
                  <a:pt x="92104" y="334181"/>
                </a:lnTo>
                <a:lnTo>
                  <a:pt x="90885" y="335628"/>
                </a:lnTo>
                <a:lnTo>
                  <a:pt x="90191" y="338938"/>
                </a:lnTo>
                <a:lnTo>
                  <a:pt x="90466" y="340340"/>
                </a:lnTo>
                <a:lnTo>
                  <a:pt x="90065" y="340950"/>
                </a:lnTo>
                <a:lnTo>
                  <a:pt x="89955" y="341822"/>
                </a:lnTo>
                <a:lnTo>
                  <a:pt x="90339" y="343353"/>
                </a:lnTo>
                <a:lnTo>
                  <a:pt x="89722" y="346448"/>
                </a:lnTo>
                <a:lnTo>
                  <a:pt x="88748" y="347245"/>
                </a:lnTo>
                <a:lnTo>
                  <a:pt x="87019" y="349488"/>
                </a:lnTo>
                <a:lnTo>
                  <a:pt x="86094" y="351411"/>
                </a:lnTo>
                <a:lnTo>
                  <a:pt x="85976" y="355088"/>
                </a:lnTo>
                <a:lnTo>
                  <a:pt x="85196" y="357987"/>
                </a:lnTo>
                <a:lnTo>
                  <a:pt x="84632" y="358860"/>
                </a:lnTo>
                <a:lnTo>
                  <a:pt x="81376" y="359855"/>
                </a:lnTo>
                <a:lnTo>
                  <a:pt x="80824" y="361146"/>
                </a:lnTo>
                <a:lnTo>
                  <a:pt x="81495" y="362281"/>
                </a:lnTo>
                <a:lnTo>
                  <a:pt x="82041" y="364474"/>
                </a:lnTo>
                <a:lnTo>
                  <a:pt x="80961" y="367233"/>
                </a:lnTo>
                <a:lnTo>
                  <a:pt x="81770" y="368232"/>
                </a:lnTo>
                <a:lnTo>
                  <a:pt x="83153" y="368898"/>
                </a:lnTo>
                <a:lnTo>
                  <a:pt x="83918" y="371414"/>
                </a:lnTo>
                <a:lnTo>
                  <a:pt x="83819" y="372460"/>
                </a:lnTo>
                <a:lnTo>
                  <a:pt x="83312" y="373112"/>
                </a:lnTo>
                <a:lnTo>
                  <a:pt x="82531" y="373532"/>
                </a:lnTo>
                <a:lnTo>
                  <a:pt x="81484" y="373626"/>
                </a:lnTo>
                <a:lnTo>
                  <a:pt x="81282" y="374979"/>
                </a:lnTo>
                <a:lnTo>
                  <a:pt x="81805" y="375558"/>
                </a:lnTo>
                <a:lnTo>
                  <a:pt x="81967" y="377135"/>
                </a:lnTo>
                <a:lnTo>
                  <a:pt x="82514" y="377308"/>
                </a:lnTo>
                <a:lnTo>
                  <a:pt x="83174" y="377002"/>
                </a:lnTo>
                <a:lnTo>
                  <a:pt x="83914" y="377379"/>
                </a:lnTo>
                <a:lnTo>
                  <a:pt x="84168" y="376666"/>
                </a:lnTo>
                <a:lnTo>
                  <a:pt x="84522" y="377055"/>
                </a:lnTo>
                <a:lnTo>
                  <a:pt x="83958" y="377671"/>
                </a:lnTo>
                <a:lnTo>
                  <a:pt x="84080" y="378344"/>
                </a:lnTo>
                <a:lnTo>
                  <a:pt x="83674" y="378289"/>
                </a:lnTo>
                <a:lnTo>
                  <a:pt x="83800" y="379197"/>
                </a:lnTo>
                <a:lnTo>
                  <a:pt x="82659" y="380296"/>
                </a:lnTo>
                <a:lnTo>
                  <a:pt x="82276" y="381872"/>
                </a:lnTo>
                <a:lnTo>
                  <a:pt x="80726" y="382047"/>
                </a:lnTo>
                <a:lnTo>
                  <a:pt x="80785" y="382694"/>
                </a:lnTo>
                <a:lnTo>
                  <a:pt x="80205" y="383339"/>
                </a:lnTo>
                <a:lnTo>
                  <a:pt x="80377" y="384630"/>
                </a:lnTo>
                <a:lnTo>
                  <a:pt x="80608" y="384946"/>
                </a:lnTo>
                <a:lnTo>
                  <a:pt x="80982" y="384777"/>
                </a:lnTo>
                <a:lnTo>
                  <a:pt x="81079" y="385638"/>
                </a:lnTo>
                <a:lnTo>
                  <a:pt x="80715" y="385840"/>
                </a:lnTo>
                <a:lnTo>
                  <a:pt x="80720" y="386179"/>
                </a:lnTo>
                <a:lnTo>
                  <a:pt x="81304" y="386420"/>
                </a:lnTo>
                <a:lnTo>
                  <a:pt x="81436" y="387088"/>
                </a:lnTo>
                <a:lnTo>
                  <a:pt x="81828" y="387373"/>
                </a:lnTo>
                <a:lnTo>
                  <a:pt x="81159" y="387655"/>
                </a:lnTo>
                <a:lnTo>
                  <a:pt x="81334" y="388109"/>
                </a:lnTo>
                <a:lnTo>
                  <a:pt x="80981" y="388387"/>
                </a:lnTo>
                <a:lnTo>
                  <a:pt x="81240" y="388676"/>
                </a:lnTo>
                <a:lnTo>
                  <a:pt x="80120" y="389048"/>
                </a:lnTo>
                <a:lnTo>
                  <a:pt x="80034" y="389475"/>
                </a:lnTo>
                <a:lnTo>
                  <a:pt x="79752" y="389377"/>
                </a:lnTo>
                <a:lnTo>
                  <a:pt x="79273" y="390279"/>
                </a:lnTo>
                <a:lnTo>
                  <a:pt x="79501" y="390417"/>
                </a:lnTo>
                <a:lnTo>
                  <a:pt x="79419" y="391008"/>
                </a:lnTo>
                <a:lnTo>
                  <a:pt x="79123" y="391036"/>
                </a:lnTo>
                <a:lnTo>
                  <a:pt x="79075" y="390747"/>
                </a:lnTo>
                <a:lnTo>
                  <a:pt x="78642" y="390899"/>
                </a:lnTo>
                <a:lnTo>
                  <a:pt x="78710" y="391150"/>
                </a:lnTo>
                <a:lnTo>
                  <a:pt x="78404" y="391275"/>
                </a:lnTo>
                <a:lnTo>
                  <a:pt x="78647" y="391749"/>
                </a:lnTo>
                <a:lnTo>
                  <a:pt x="78324" y="391513"/>
                </a:lnTo>
                <a:lnTo>
                  <a:pt x="77921" y="392145"/>
                </a:lnTo>
                <a:lnTo>
                  <a:pt x="77638" y="392066"/>
                </a:lnTo>
                <a:lnTo>
                  <a:pt x="77104" y="393028"/>
                </a:lnTo>
                <a:lnTo>
                  <a:pt x="76764" y="393093"/>
                </a:lnTo>
                <a:lnTo>
                  <a:pt x="76444" y="392362"/>
                </a:lnTo>
                <a:lnTo>
                  <a:pt x="76366" y="392671"/>
                </a:lnTo>
                <a:lnTo>
                  <a:pt x="75871" y="392822"/>
                </a:lnTo>
                <a:lnTo>
                  <a:pt x="75592" y="392189"/>
                </a:lnTo>
                <a:lnTo>
                  <a:pt x="75365" y="392954"/>
                </a:lnTo>
                <a:lnTo>
                  <a:pt x="74644" y="392286"/>
                </a:lnTo>
                <a:lnTo>
                  <a:pt x="74492" y="392432"/>
                </a:lnTo>
                <a:lnTo>
                  <a:pt x="74719" y="392715"/>
                </a:lnTo>
                <a:lnTo>
                  <a:pt x="74342" y="392754"/>
                </a:lnTo>
                <a:lnTo>
                  <a:pt x="74239" y="392518"/>
                </a:lnTo>
                <a:lnTo>
                  <a:pt x="74020" y="392705"/>
                </a:lnTo>
                <a:lnTo>
                  <a:pt x="73690" y="393967"/>
                </a:lnTo>
                <a:lnTo>
                  <a:pt x="73532" y="393697"/>
                </a:lnTo>
                <a:lnTo>
                  <a:pt x="72900" y="393868"/>
                </a:lnTo>
                <a:lnTo>
                  <a:pt x="73002" y="394384"/>
                </a:lnTo>
                <a:lnTo>
                  <a:pt x="72122" y="394986"/>
                </a:lnTo>
                <a:lnTo>
                  <a:pt x="72319" y="395261"/>
                </a:lnTo>
                <a:lnTo>
                  <a:pt x="71484" y="395031"/>
                </a:lnTo>
                <a:lnTo>
                  <a:pt x="71316" y="395548"/>
                </a:lnTo>
                <a:lnTo>
                  <a:pt x="70945" y="395408"/>
                </a:lnTo>
                <a:lnTo>
                  <a:pt x="71046" y="395770"/>
                </a:lnTo>
                <a:lnTo>
                  <a:pt x="70529" y="395432"/>
                </a:lnTo>
                <a:lnTo>
                  <a:pt x="70387" y="395629"/>
                </a:lnTo>
                <a:lnTo>
                  <a:pt x="69828" y="395481"/>
                </a:lnTo>
                <a:lnTo>
                  <a:pt x="70154" y="396214"/>
                </a:lnTo>
                <a:lnTo>
                  <a:pt x="69901" y="396683"/>
                </a:lnTo>
                <a:lnTo>
                  <a:pt x="70077" y="397071"/>
                </a:lnTo>
                <a:lnTo>
                  <a:pt x="69681" y="397720"/>
                </a:lnTo>
                <a:lnTo>
                  <a:pt x="69113" y="397464"/>
                </a:lnTo>
                <a:lnTo>
                  <a:pt x="69167" y="397917"/>
                </a:lnTo>
                <a:lnTo>
                  <a:pt x="67747" y="397953"/>
                </a:lnTo>
                <a:lnTo>
                  <a:pt x="67047" y="398945"/>
                </a:lnTo>
                <a:lnTo>
                  <a:pt x="66713" y="398721"/>
                </a:lnTo>
                <a:lnTo>
                  <a:pt x="66334" y="397480"/>
                </a:lnTo>
                <a:lnTo>
                  <a:pt x="66182" y="397736"/>
                </a:lnTo>
                <a:lnTo>
                  <a:pt x="65299" y="397795"/>
                </a:lnTo>
                <a:lnTo>
                  <a:pt x="65437" y="398071"/>
                </a:lnTo>
                <a:lnTo>
                  <a:pt x="64867" y="398622"/>
                </a:lnTo>
                <a:lnTo>
                  <a:pt x="63728" y="398730"/>
                </a:lnTo>
                <a:lnTo>
                  <a:pt x="63472" y="398463"/>
                </a:lnTo>
                <a:lnTo>
                  <a:pt x="63161" y="398706"/>
                </a:lnTo>
                <a:lnTo>
                  <a:pt x="62958" y="399593"/>
                </a:lnTo>
                <a:lnTo>
                  <a:pt x="61563" y="399703"/>
                </a:lnTo>
                <a:lnTo>
                  <a:pt x="61639" y="399971"/>
                </a:lnTo>
                <a:lnTo>
                  <a:pt x="61108" y="400078"/>
                </a:lnTo>
                <a:lnTo>
                  <a:pt x="60105" y="399727"/>
                </a:lnTo>
                <a:lnTo>
                  <a:pt x="60288" y="398792"/>
                </a:lnTo>
                <a:lnTo>
                  <a:pt x="59401" y="398364"/>
                </a:lnTo>
                <a:lnTo>
                  <a:pt x="59263" y="398803"/>
                </a:lnTo>
                <a:lnTo>
                  <a:pt x="58914" y="398346"/>
                </a:lnTo>
                <a:lnTo>
                  <a:pt x="57901" y="398288"/>
                </a:lnTo>
                <a:lnTo>
                  <a:pt x="57486" y="399112"/>
                </a:lnTo>
                <a:lnTo>
                  <a:pt x="57120" y="399186"/>
                </a:lnTo>
                <a:lnTo>
                  <a:pt x="57468" y="399607"/>
                </a:lnTo>
                <a:lnTo>
                  <a:pt x="57035" y="399679"/>
                </a:lnTo>
                <a:lnTo>
                  <a:pt x="57214" y="399872"/>
                </a:lnTo>
                <a:lnTo>
                  <a:pt x="56877" y="399910"/>
                </a:lnTo>
                <a:lnTo>
                  <a:pt x="56901" y="400340"/>
                </a:lnTo>
                <a:lnTo>
                  <a:pt x="56652" y="400071"/>
                </a:lnTo>
                <a:lnTo>
                  <a:pt x="56018" y="400611"/>
                </a:lnTo>
                <a:lnTo>
                  <a:pt x="55530" y="400635"/>
                </a:lnTo>
                <a:lnTo>
                  <a:pt x="55526" y="401215"/>
                </a:lnTo>
                <a:lnTo>
                  <a:pt x="54903" y="401033"/>
                </a:lnTo>
                <a:lnTo>
                  <a:pt x="54744" y="401357"/>
                </a:lnTo>
                <a:lnTo>
                  <a:pt x="53987" y="401404"/>
                </a:lnTo>
                <a:lnTo>
                  <a:pt x="54043" y="401083"/>
                </a:lnTo>
                <a:lnTo>
                  <a:pt x="53755" y="400881"/>
                </a:lnTo>
                <a:lnTo>
                  <a:pt x="53693" y="401223"/>
                </a:lnTo>
                <a:lnTo>
                  <a:pt x="53348" y="401246"/>
                </a:lnTo>
                <a:lnTo>
                  <a:pt x="53585" y="401525"/>
                </a:lnTo>
                <a:lnTo>
                  <a:pt x="53142" y="401255"/>
                </a:lnTo>
                <a:lnTo>
                  <a:pt x="52709" y="401547"/>
                </a:lnTo>
                <a:lnTo>
                  <a:pt x="52907" y="402113"/>
                </a:lnTo>
                <a:lnTo>
                  <a:pt x="52367" y="402247"/>
                </a:lnTo>
                <a:lnTo>
                  <a:pt x="52126" y="403204"/>
                </a:lnTo>
                <a:lnTo>
                  <a:pt x="52404" y="403528"/>
                </a:lnTo>
                <a:lnTo>
                  <a:pt x="52061" y="403661"/>
                </a:lnTo>
                <a:lnTo>
                  <a:pt x="52424" y="403993"/>
                </a:lnTo>
                <a:lnTo>
                  <a:pt x="51417" y="404162"/>
                </a:lnTo>
                <a:lnTo>
                  <a:pt x="51425" y="404833"/>
                </a:lnTo>
                <a:lnTo>
                  <a:pt x="50846" y="404541"/>
                </a:lnTo>
                <a:lnTo>
                  <a:pt x="50285" y="404604"/>
                </a:lnTo>
                <a:lnTo>
                  <a:pt x="50044" y="404334"/>
                </a:lnTo>
                <a:lnTo>
                  <a:pt x="49371" y="404583"/>
                </a:lnTo>
                <a:lnTo>
                  <a:pt x="49169" y="405316"/>
                </a:lnTo>
                <a:lnTo>
                  <a:pt x="47684" y="405677"/>
                </a:lnTo>
                <a:lnTo>
                  <a:pt x="47641" y="406075"/>
                </a:lnTo>
                <a:lnTo>
                  <a:pt x="47848" y="405868"/>
                </a:lnTo>
                <a:lnTo>
                  <a:pt x="48007" y="406118"/>
                </a:lnTo>
                <a:lnTo>
                  <a:pt x="47822" y="406536"/>
                </a:lnTo>
                <a:lnTo>
                  <a:pt x="47518" y="406567"/>
                </a:lnTo>
                <a:lnTo>
                  <a:pt x="47662" y="407037"/>
                </a:lnTo>
                <a:lnTo>
                  <a:pt x="47408" y="406836"/>
                </a:lnTo>
                <a:lnTo>
                  <a:pt x="47355" y="407143"/>
                </a:lnTo>
                <a:lnTo>
                  <a:pt x="47085" y="407031"/>
                </a:lnTo>
                <a:lnTo>
                  <a:pt x="46831" y="407675"/>
                </a:lnTo>
                <a:lnTo>
                  <a:pt x="46416" y="407480"/>
                </a:lnTo>
                <a:lnTo>
                  <a:pt x="46689" y="407922"/>
                </a:lnTo>
                <a:lnTo>
                  <a:pt x="46263" y="407757"/>
                </a:lnTo>
                <a:lnTo>
                  <a:pt x="46335" y="408002"/>
                </a:lnTo>
                <a:lnTo>
                  <a:pt x="46043" y="408162"/>
                </a:lnTo>
                <a:lnTo>
                  <a:pt x="46237" y="408238"/>
                </a:lnTo>
                <a:lnTo>
                  <a:pt x="46150" y="408785"/>
                </a:lnTo>
                <a:lnTo>
                  <a:pt x="45605" y="409060"/>
                </a:lnTo>
                <a:lnTo>
                  <a:pt x="45881" y="409058"/>
                </a:lnTo>
                <a:lnTo>
                  <a:pt x="46285" y="409994"/>
                </a:lnTo>
                <a:lnTo>
                  <a:pt x="46621" y="410119"/>
                </a:lnTo>
                <a:lnTo>
                  <a:pt x="46396" y="411106"/>
                </a:lnTo>
                <a:lnTo>
                  <a:pt x="46062" y="410949"/>
                </a:lnTo>
                <a:lnTo>
                  <a:pt x="45752" y="411291"/>
                </a:lnTo>
                <a:lnTo>
                  <a:pt x="46068" y="411425"/>
                </a:lnTo>
                <a:lnTo>
                  <a:pt x="45642" y="412005"/>
                </a:lnTo>
                <a:lnTo>
                  <a:pt x="45882" y="412027"/>
                </a:lnTo>
                <a:lnTo>
                  <a:pt x="45813" y="412234"/>
                </a:lnTo>
                <a:lnTo>
                  <a:pt x="45317" y="412383"/>
                </a:lnTo>
                <a:lnTo>
                  <a:pt x="45462" y="412703"/>
                </a:lnTo>
                <a:lnTo>
                  <a:pt x="44391" y="412764"/>
                </a:lnTo>
                <a:lnTo>
                  <a:pt x="44570" y="413423"/>
                </a:lnTo>
                <a:lnTo>
                  <a:pt x="43941" y="413576"/>
                </a:lnTo>
                <a:lnTo>
                  <a:pt x="42469" y="412754"/>
                </a:lnTo>
                <a:lnTo>
                  <a:pt x="42032" y="412989"/>
                </a:lnTo>
                <a:lnTo>
                  <a:pt x="42080" y="413270"/>
                </a:lnTo>
                <a:lnTo>
                  <a:pt x="40526" y="413815"/>
                </a:lnTo>
                <a:lnTo>
                  <a:pt x="40816" y="414322"/>
                </a:lnTo>
                <a:lnTo>
                  <a:pt x="40486" y="414270"/>
                </a:lnTo>
                <a:lnTo>
                  <a:pt x="40595" y="414666"/>
                </a:lnTo>
                <a:lnTo>
                  <a:pt x="40345" y="414655"/>
                </a:lnTo>
                <a:lnTo>
                  <a:pt x="39995" y="415338"/>
                </a:lnTo>
                <a:lnTo>
                  <a:pt x="38773" y="414957"/>
                </a:lnTo>
                <a:lnTo>
                  <a:pt x="37603" y="416025"/>
                </a:lnTo>
                <a:lnTo>
                  <a:pt x="37265" y="415820"/>
                </a:lnTo>
                <a:lnTo>
                  <a:pt x="36695" y="416580"/>
                </a:lnTo>
                <a:lnTo>
                  <a:pt x="36534" y="417373"/>
                </a:lnTo>
                <a:lnTo>
                  <a:pt x="35744" y="417441"/>
                </a:lnTo>
                <a:lnTo>
                  <a:pt x="34778" y="418038"/>
                </a:lnTo>
                <a:lnTo>
                  <a:pt x="34260" y="417782"/>
                </a:lnTo>
                <a:lnTo>
                  <a:pt x="33797" y="417994"/>
                </a:lnTo>
                <a:lnTo>
                  <a:pt x="33541" y="417676"/>
                </a:lnTo>
                <a:lnTo>
                  <a:pt x="33298" y="417978"/>
                </a:lnTo>
                <a:lnTo>
                  <a:pt x="32543" y="417784"/>
                </a:lnTo>
                <a:lnTo>
                  <a:pt x="32053" y="418062"/>
                </a:lnTo>
                <a:lnTo>
                  <a:pt x="32456" y="418363"/>
                </a:lnTo>
                <a:lnTo>
                  <a:pt x="32170" y="418441"/>
                </a:lnTo>
                <a:lnTo>
                  <a:pt x="31788" y="419965"/>
                </a:lnTo>
                <a:lnTo>
                  <a:pt x="31633" y="420261"/>
                </a:lnTo>
                <a:lnTo>
                  <a:pt x="30979" y="420359"/>
                </a:lnTo>
                <a:lnTo>
                  <a:pt x="31006" y="420999"/>
                </a:lnTo>
                <a:lnTo>
                  <a:pt x="31403" y="421038"/>
                </a:lnTo>
                <a:lnTo>
                  <a:pt x="30923" y="421520"/>
                </a:lnTo>
                <a:lnTo>
                  <a:pt x="30494" y="421425"/>
                </a:lnTo>
                <a:lnTo>
                  <a:pt x="29844" y="421873"/>
                </a:lnTo>
                <a:lnTo>
                  <a:pt x="29577" y="422243"/>
                </a:lnTo>
                <a:lnTo>
                  <a:pt x="30001" y="422305"/>
                </a:lnTo>
                <a:lnTo>
                  <a:pt x="29730" y="422568"/>
                </a:lnTo>
                <a:lnTo>
                  <a:pt x="29146" y="422359"/>
                </a:lnTo>
                <a:lnTo>
                  <a:pt x="28148" y="422813"/>
                </a:lnTo>
                <a:lnTo>
                  <a:pt x="28522" y="422876"/>
                </a:lnTo>
                <a:lnTo>
                  <a:pt x="28598" y="423197"/>
                </a:lnTo>
                <a:lnTo>
                  <a:pt x="28209" y="423412"/>
                </a:lnTo>
                <a:lnTo>
                  <a:pt x="28182" y="424427"/>
                </a:lnTo>
                <a:lnTo>
                  <a:pt x="27545" y="425036"/>
                </a:lnTo>
                <a:lnTo>
                  <a:pt x="27050" y="426131"/>
                </a:lnTo>
                <a:lnTo>
                  <a:pt x="25836" y="425768"/>
                </a:lnTo>
                <a:lnTo>
                  <a:pt x="25524" y="426249"/>
                </a:lnTo>
                <a:lnTo>
                  <a:pt x="25374" y="427513"/>
                </a:lnTo>
                <a:lnTo>
                  <a:pt x="24756" y="428333"/>
                </a:lnTo>
                <a:lnTo>
                  <a:pt x="23707" y="427930"/>
                </a:lnTo>
                <a:lnTo>
                  <a:pt x="23240" y="428461"/>
                </a:lnTo>
                <a:lnTo>
                  <a:pt x="23329" y="429113"/>
                </a:lnTo>
                <a:lnTo>
                  <a:pt x="22863" y="429690"/>
                </a:lnTo>
                <a:lnTo>
                  <a:pt x="22905" y="430150"/>
                </a:lnTo>
                <a:lnTo>
                  <a:pt x="22335" y="430419"/>
                </a:lnTo>
                <a:lnTo>
                  <a:pt x="21491" y="430345"/>
                </a:lnTo>
                <a:lnTo>
                  <a:pt x="21484" y="430593"/>
                </a:lnTo>
                <a:lnTo>
                  <a:pt x="21794" y="430605"/>
                </a:lnTo>
                <a:lnTo>
                  <a:pt x="21655" y="430859"/>
                </a:lnTo>
                <a:lnTo>
                  <a:pt x="21195" y="430749"/>
                </a:lnTo>
                <a:lnTo>
                  <a:pt x="19917" y="431825"/>
                </a:lnTo>
                <a:lnTo>
                  <a:pt x="19272" y="431904"/>
                </a:lnTo>
                <a:lnTo>
                  <a:pt x="18326" y="432518"/>
                </a:lnTo>
                <a:lnTo>
                  <a:pt x="18541" y="433894"/>
                </a:lnTo>
                <a:lnTo>
                  <a:pt x="18172" y="433761"/>
                </a:lnTo>
                <a:lnTo>
                  <a:pt x="18404" y="434699"/>
                </a:lnTo>
                <a:lnTo>
                  <a:pt x="18260" y="435319"/>
                </a:lnTo>
                <a:lnTo>
                  <a:pt x="17601" y="435712"/>
                </a:lnTo>
                <a:lnTo>
                  <a:pt x="17507" y="436095"/>
                </a:lnTo>
                <a:lnTo>
                  <a:pt x="16967" y="435986"/>
                </a:lnTo>
                <a:lnTo>
                  <a:pt x="16723" y="436371"/>
                </a:lnTo>
                <a:lnTo>
                  <a:pt x="16651" y="436665"/>
                </a:lnTo>
                <a:lnTo>
                  <a:pt x="16947" y="436789"/>
                </a:lnTo>
                <a:lnTo>
                  <a:pt x="16625" y="437390"/>
                </a:lnTo>
                <a:lnTo>
                  <a:pt x="16447" y="439101"/>
                </a:lnTo>
                <a:lnTo>
                  <a:pt x="15782" y="440468"/>
                </a:lnTo>
                <a:lnTo>
                  <a:pt x="15055" y="441286"/>
                </a:lnTo>
                <a:lnTo>
                  <a:pt x="15092" y="441601"/>
                </a:lnTo>
                <a:lnTo>
                  <a:pt x="14563" y="442073"/>
                </a:lnTo>
                <a:lnTo>
                  <a:pt x="14160" y="444458"/>
                </a:lnTo>
                <a:lnTo>
                  <a:pt x="13017" y="445561"/>
                </a:lnTo>
                <a:lnTo>
                  <a:pt x="12899" y="446514"/>
                </a:lnTo>
                <a:lnTo>
                  <a:pt x="13127" y="447442"/>
                </a:lnTo>
                <a:lnTo>
                  <a:pt x="11137" y="451606"/>
                </a:lnTo>
                <a:lnTo>
                  <a:pt x="9464" y="452961"/>
                </a:lnTo>
                <a:lnTo>
                  <a:pt x="7715" y="455653"/>
                </a:lnTo>
                <a:lnTo>
                  <a:pt x="6939" y="456115"/>
                </a:lnTo>
                <a:lnTo>
                  <a:pt x="5912" y="455884"/>
                </a:lnTo>
                <a:lnTo>
                  <a:pt x="5535" y="456492"/>
                </a:lnTo>
                <a:lnTo>
                  <a:pt x="4431" y="457108"/>
                </a:lnTo>
                <a:lnTo>
                  <a:pt x="3576" y="457286"/>
                </a:lnTo>
                <a:lnTo>
                  <a:pt x="3244" y="456945"/>
                </a:lnTo>
                <a:lnTo>
                  <a:pt x="2504" y="458317"/>
                </a:lnTo>
                <a:lnTo>
                  <a:pt x="2332" y="460010"/>
                </a:lnTo>
                <a:lnTo>
                  <a:pt x="98" y="462286"/>
                </a:lnTo>
                <a:lnTo>
                  <a:pt x="0" y="463084"/>
                </a:lnTo>
                <a:lnTo>
                  <a:pt x="3325" y="464642"/>
                </a:lnTo>
                <a:lnTo>
                  <a:pt x="3194" y="465982"/>
                </a:lnTo>
                <a:lnTo>
                  <a:pt x="2279" y="467020"/>
                </a:lnTo>
                <a:lnTo>
                  <a:pt x="2418" y="469101"/>
                </a:lnTo>
                <a:lnTo>
                  <a:pt x="2122" y="470993"/>
                </a:lnTo>
                <a:lnTo>
                  <a:pt x="2956" y="471559"/>
                </a:lnTo>
                <a:lnTo>
                  <a:pt x="3133" y="471974"/>
                </a:lnTo>
                <a:lnTo>
                  <a:pt x="1762" y="475627"/>
                </a:lnTo>
                <a:lnTo>
                  <a:pt x="2251" y="476512"/>
                </a:lnTo>
                <a:lnTo>
                  <a:pt x="1453" y="478099"/>
                </a:lnTo>
                <a:lnTo>
                  <a:pt x="3100" y="482858"/>
                </a:lnTo>
                <a:lnTo>
                  <a:pt x="2863" y="483633"/>
                </a:lnTo>
                <a:lnTo>
                  <a:pt x="3319" y="485070"/>
                </a:lnTo>
                <a:lnTo>
                  <a:pt x="2666" y="486161"/>
                </a:lnTo>
                <a:lnTo>
                  <a:pt x="4257" y="488414"/>
                </a:lnTo>
                <a:lnTo>
                  <a:pt x="5837" y="489950"/>
                </a:lnTo>
                <a:lnTo>
                  <a:pt x="6473" y="490210"/>
                </a:lnTo>
                <a:lnTo>
                  <a:pt x="7465" y="489598"/>
                </a:lnTo>
                <a:lnTo>
                  <a:pt x="8420" y="489942"/>
                </a:lnTo>
                <a:lnTo>
                  <a:pt x="8770" y="490863"/>
                </a:lnTo>
                <a:lnTo>
                  <a:pt x="8706" y="491775"/>
                </a:lnTo>
                <a:lnTo>
                  <a:pt x="8143" y="493553"/>
                </a:lnTo>
                <a:lnTo>
                  <a:pt x="20346" y="494621"/>
                </a:lnTo>
                <a:lnTo>
                  <a:pt x="26905" y="495904"/>
                </a:lnTo>
                <a:lnTo>
                  <a:pt x="32921" y="495240"/>
                </a:lnTo>
                <a:lnTo>
                  <a:pt x="36598" y="494186"/>
                </a:lnTo>
                <a:lnTo>
                  <a:pt x="43156" y="499978"/>
                </a:lnTo>
                <a:lnTo>
                  <a:pt x="49810" y="505399"/>
                </a:lnTo>
                <a:lnTo>
                  <a:pt x="50855" y="503455"/>
                </a:lnTo>
                <a:lnTo>
                  <a:pt x="58774" y="508574"/>
                </a:lnTo>
                <a:lnTo>
                  <a:pt x="63865" y="500058"/>
                </a:lnTo>
                <a:lnTo>
                  <a:pt x="92556" y="489963"/>
                </a:lnTo>
                <a:lnTo>
                  <a:pt x="92461" y="488989"/>
                </a:lnTo>
                <a:lnTo>
                  <a:pt x="99081" y="489046"/>
                </a:lnTo>
                <a:lnTo>
                  <a:pt x="98477" y="478534"/>
                </a:lnTo>
                <a:lnTo>
                  <a:pt x="107254" y="478349"/>
                </a:lnTo>
                <a:lnTo>
                  <a:pt x="109116" y="510467"/>
                </a:lnTo>
                <a:lnTo>
                  <a:pt x="119465" y="513203"/>
                </a:lnTo>
                <a:lnTo>
                  <a:pt x="126673" y="522164"/>
                </a:lnTo>
                <a:lnTo>
                  <a:pt x="128296" y="528456"/>
                </a:lnTo>
                <a:lnTo>
                  <a:pt x="133530" y="522784"/>
                </a:lnTo>
                <a:lnTo>
                  <a:pt x="140866" y="525904"/>
                </a:lnTo>
                <a:lnTo>
                  <a:pt x="137773" y="531868"/>
                </a:lnTo>
                <a:lnTo>
                  <a:pt x="136622" y="538993"/>
                </a:lnTo>
                <a:lnTo>
                  <a:pt x="141502" y="539673"/>
                </a:lnTo>
                <a:lnTo>
                  <a:pt x="139948" y="545597"/>
                </a:lnTo>
                <a:lnTo>
                  <a:pt x="148482" y="539965"/>
                </a:lnTo>
                <a:lnTo>
                  <a:pt x="155681" y="541172"/>
                </a:lnTo>
                <a:lnTo>
                  <a:pt x="159512" y="549986"/>
                </a:lnTo>
                <a:lnTo>
                  <a:pt x="167448" y="548704"/>
                </a:lnTo>
                <a:lnTo>
                  <a:pt x="174799" y="546783"/>
                </a:lnTo>
                <a:lnTo>
                  <a:pt x="175901" y="549316"/>
                </a:lnTo>
                <a:lnTo>
                  <a:pt x="184716" y="546698"/>
                </a:lnTo>
                <a:lnTo>
                  <a:pt x="185553" y="548884"/>
                </a:lnTo>
                <a:lnTo>
                  <a:pt x="187508" y="547942"/>
                </a:lnTo>
                <a:lnTo>
                  <a:pt x="191518" y="548583"/>
                </a:lnTo>
                <a:lnTo>
                  <a:pt x="191489" y="549287"/>
                </a:lnTo>
                <a:lnTo>
                  <a:pt x="193679" y="550025"/>
                </a:lnTo>
                <a:lnTo>
                  <a:pt x="193335" y="552139"/>
                </a:lnTo>
                <a:lnTo>
                  <a:pt x="195139" y="552873"/>
                </a:lnTo>
                <a:lnTo>
                  <a:pt x="195293" y="552477"/>
                </a:lnTo>
                <a:lnTo>
                  <a:pt x="199125" y="550076"/>
                </a:lnTo>
                <a:lnTo>
                  <a:pt x="199158" y="549504"/>
                </a:lnTo>
                <a:lnTo>
                  <a:pt x="198196" y="549018"/>
                </a:lnTo>
                <a:lnTo>
                  <a:pt x="199679" y="545651"/>
                </a:lnTo>
                <a:lnTo>
                  <a:pt x="204378" y="540066"/>
                </a:lnTo>
                <a:lnTo>
                  <a:pt x="205205" y="531594"/>
                </a:lnTo>
                <a:lnTo>
                  <a:pt x="210660" y="529620"/>
                </a:lnTo>
                <a:lnTo>
                  <a:pt x="220324" y="532206"/>
                </a:lnTo>
                <a:lnTo>
                  <a:pt x="220735" y="533840"/>
                </a:lnTo>
                <a:lnTo>
                  <a:pt x="229737" y="531962"/>
                </a:lnTo>
                <a:lnTo>
                  <a:pt x="233333" y="529354"/>
                </a:lnTo>
                <a:lnTo>
                  <a:pt x="238511" y="529050"/>
                </a:lnTo>
                <a:lnTo>
                  <a:pt x="244149" y="530753"/>
                </a:lnTo>
                <a:lnTo>
                  <a:pt x="246134" y="530610"/>
                </a:lnTo>
                <a:lnTo>
                  <a:pt x="255349" y="533701"/>
                </a:lnTo>
                <a:lnTo>
                  <a:pt x="259883" y="534372"/>
                </a:lnTo>
                <a:lnTo>
                  <a:pt x="265650" y="536478"/>
                </a:lnTo>
                <a:lnTo>
                  <a:pt x="267296" y="530610"/>
                </a:lnTo>
                <a:lnTo>
                  <a:pt x="270831" y="529869"/>
                </a:lnTo>
                <a:lnTo>
                  <a:pt x="272329" y="528417"/>
                </a:lnTo>
                <a:lnTo>
                  <a:pt x="274677" y="531472"/>
                </a:lnTo>
                <a:lnTo>
                  <a:pt x="278173" y="531686"/>
                </a:lnTo>
                <a:lnTo>
                  <a:pt x="281438" y="533942"/>
                </a:lnTo>
                <a:lnTo>
                  <a:pt x="281598" y="533657"/>
                </a:lnTo>
                <a:lnTo>
                  <a:pt x="288948" y="533061"/>
                </a:lnTo>
                <a:lnTo>
                  <a:pt x="295874" y="533277"/>
                </a:lnTo>
                <a:lnTo>
                  <a:pt x="296620" y="538126"/>
                </a:lnTo>
                <a:lnTo>
                  <a:pt x="302344" y="541324"/>
                </a:lnTo>
                <a:lnTo>
                  <a:pt x="319680" y="547583"/>
                </a:lnTo>
                <a:lnTo>
                  <a:pt x="311905" y="559247"/>
                </a:lnTo>
                <a:lnTo>
                  <a:pt x="311851" y="561136"/>
                </a:lnTo>
                <a:lnTo>
                  <a:pt x="311451" y="562126"/>
                </a:lnTo>
                <a:lnTo>
                  <a:pt x="308558" y="561925"/>
                </a:lnTo>
                <a:lnTo>
                  <a:pt x="304368" y="560343"/>
                </a:lnTo>
                <a:lnTo>
                  <a:pt x="304623" y="559131"/>
                </a:lnTo>
                <a:lnTo>
                  <a:pt x="301120" y="553903"/>
                </a:lnTo>
                <a:lnTo>
                  <a:pt x="298073" y="555042"/>
                </a:lnTo>
                <a:lnTo>
                  <a:pt x="294816" y="555851"/>
                </a:lnTo>
                <a:lnTo>
                  <a:pt x="288896" y="556103"/>
                </a:lnTo>
                <a:lnTo>
                  <a:pt x="290433" y="565322"/>
                </a:lnTo>
                <a:lnTo>
                  <a:pt x="296446" y="564984"/>
                </a:lnTo>
                <a:lnTo>
                  <a:pt x="297259" y="576439"/>
                </a:lnTo>
                <a:lnTo>
                  <a:pt x="303082" y="577349"/>
                </a:lnTo>
                <a:lnTo>
                  <a:pt x="310370" y="575421"/>
                </a:lnTo>
                <a:lnTo>
                  <a:pt x="316353" y="578436"/>
                </a:lnTo>
                <a:lnTo>
                  <a:pt x="318546" y="583431"/>
                </a:lnTo>
                <a:lnTo>
                  <a:pt x="324850" y="594041"/>
                </a:lnTo>
                <a:lnTo>
                  <a:pt x="324732" y="597307"/>
                </a:lnTo>
                <a:lnTo>
                  <a:pt x="338857" y="594292"/>
                </a:lnTo>
                <a:lnTo>
                  <a:pt x="339268" y="599853"/>
                </a:lnTo>
                <a:lnTo>
                  <a:pt x="348097" y="600400"/>
                </a:lnTo>
                <a:lnTo>
                  <a:pt x="349142" y="598100"/>
                </a:lnTo>
                <a:lnTo>
                  <a:pt x="360271" y="598232"/>
                </a:lnTo>
                <a:lnTo>
                  <a:pt x="360132" y="589953"/>
                </a:lnTo>
                <a:lnTo>
                  <a:pt x="362289" y="588255"/>
                </a:lnTo>
                <a:lnTo>
                  <a:pt x="371149" y="587805"/>
                </a:lnTo>
                <a:lnTo>
                  <a:pt x="371062" y="587270"/>
                </a:lnTo>
                <a:lnTo>
                  <a:pt x="376439" y="587475"/>
                </a:lnTo>
                <a:lnTo>
                  <a:pt x="377810" y="588435"/>
                </a:lnTo>
                <a:lnTo>
                  <a:pt x="378121" y="588319"/>
                </a:lnTo>
                <a:lnTo>
                  <a:pt x="378081" y="588041"/>
                </a:lnTo>
                <a:lnTo>
                  <a:pt x="382550" y="593569"/>
                </a:lnTo>
                <a:lnTo>
                  <a:pt x="382779" y="593526"/>
                </a:lnTo>
                <a:lnTo>
                  <a:pt x="387697" y="585086"/>
                </a:lnTo>
                <a:lnTo>
                  <a:pt x="388453" y="588357"/>
                </a:lnTo>
                <a:lnTo>
                  <a:pt x="389670" y="587627"/>
                </a:lnTo>
                <a:lnTo>
                  <a:pt x="389351" y="586405"/>
                </a:lnTo>
                <a:lnTo>
                  <a:pt x="390504" y="585222"/>
                </a:lnTo>
                <a:lnTo>
                  <a:pt x="390573" y="583710"/>
                </a:lnTo>
                <a:lnTo>
                  <a:pt x="391364" y="582448"/>
                </a:lnTo>
                <a:lnTo>
                  <a:pt x="390844" y="581819"/>
                </a:lnTo>
                <a:lnTo>
                  <a:pt x="391203" y="580634"/>
                </a:lnTo>
                <a:lnTo>
                  <a:pt x="387150" y="581014"/>
                </a:lnTo>
                <a:lnTo>
                  <a:pt x="384350" y="575773"/>
                </a:lnTo>
                <a:lnTo>
                  <a:pt x="384368" y="575261"/>
                </a:lnTo>
                <a:lnTo>
                  <a:pt x="380731" y="568979"/>
                </a:lnTo>
                <a:lnTo>
                  <a:pt x="386971" y="567538"/>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405187" y="3533758"/>
            <a:ext cx="670727" cy="651947"/>
          </a:xfrm>
          <a:custGeom>
            <a:avLst/>
            <a:gdLst/>
            <a:ahLst/>
            <a:cxnLst/>
            <a:rect l="l" t="t" r="r" b="b"/>
            <a:pathLst>
              <a:path w="670727" h="651947">
                <a:moveTo>
                  <a:pt x="253515" y="640928"/>
                </a:moveTo>
                <a:lnTo>
                  <a:pt x="253622" y="641286"/>
                </a:lnTo>
                <a:lnTo>
                  <a:pt x="255919" y="643184"/>
                </a:lnTo>
                <a:lnTo>
                  <a:pt x="258835" y="644351"/>
                </a:lnTo>
                <a:lnTo>
                  <a:pt x="259752" y="644103"/>
                </a:lnTo>
                <a:lnTo>
                  <a:pt x="260300" y="642891"/>
                </a:lnTo>
                <a:lnTo>
                  <a:pt x="261441" y="642779"/>
                </a:lnTo>
                <a:lnTo>
                  <a:pt x="262434" y="642006"/>
                </a:lnTo>
                <a:lnTo>
                  <a:pt x="262511" y="640020"/>
                </a:lnTo>
                <a:lnTo>
                  <a:pt x="262924" y="639712"/>
                </a:lnTo>
                <a:lnTo>
                  <a:pt x="263093" y="639079"/>
                </a:lnTo>
                <a:lnTo>
                  <a:pt x="264502" y="638517"/>
                </a:lnTo>
                <a:lnTo>
                  <a:pt x="264474" y="635505"/>
                </a:lnTo>
                <a:lnTo>
                  <a:pt x="265059" y="634667"/>
                </a:lnTo>
                <a:lnTo>
                  <a:pt x="266594" y="634124"/>
                </a:lnTo>
                <a:lnTo>
                  <a:pt x="267034" y="632827"/>
                </a:lnTo>
                <a:lnTo>
                  <a:pt x="266909" y="631568"/>
                </a:lnTo>
                <a:lnTo>
                  <a:pt x="267907" y="629451"/>
                </a:lnTo>
                <a:lnTo>
                  <a:pt x="268953" y="629448"/>
                </a:lnTo>
                <a:lnTo>
                  <a:pt x="272277" y="630639"/>
                </a:lnTo>
                <a:lnTo>
                  <a:pt x="275548" y="629346"/>
                </a:lnTo>
                <a:lnTo>
                  <a:pt x="275734" y="630342"/>
                </a:lnTo>
                <a:lnTo>
                  <a:pt x="276328" y="631090"/>
                </a:lnTo>
                <a:lnTo>
                  <a:pt x="277797" y="631214"/>
                </a:lnTo>
                <a:lnTo>
                  <a:pt x="279705" y="629010"/>
                </a:lnTo>
                <a:lnTo>
                  <a:pt x="281202" y="625378"/>
                </a:lnTo>
                <a:lnTo>
                  <a:pt x="287606" y="627674"/>
                </a:lnTo>
                <a:lnTo>
                  <a:pt x="291430" y="629408"/>
                </a:lnTo>
                <a:lnTo>
                  <a:pt x="294107" y="632471"/>
                </a:lnTo>
                <a:lnTo>
                  <a:pt x="297616" y="634399"/>
                </a:lnTo>
                <a:lnTo>
                  <a:pt x="299040" y="633877"/>
                </a:lnTo>
                <a:lnTo>
                  <a:pt x="300152" y="632441"/>
                </a:lnTo>
                <a:lnTo>
                  <a:pt x="301652" y="633001"/>
                </a:lnTo>
                <a:lnTo>
                  <a:pt x="302826" y="632582"/>
                </a:lnTo>
                <a:lnTo>
                  <a:pt x="303887" y="631275"/>
                </a:lnTo>
                <a:lnTo>
                  <a:pt x="306740" y="628779"/>
                </a:lnTo>
                <a:lnTo>
                  <a:pt x="308523" y="629684"/>
                </a:lnTo>
                <a:lnTo>
                  <a:pt x="309860" y="629431"/>
                </a:lnTo>
                <a:lnTo>
                  <a:pt x="313900" y="633070"/>
                </a:lnTo>
                <a:lnTo>
                  <a:pt x="319045" y="638450"/>
                </a:lnTo>
                <a:lnTo>
                  <a:pt x="320709" y="636791"/>
                </a:lnTo>
                <a:lnTo>
                  <a:pt x="321012" y="635409"/>
                </a:lnTo>
                <a:lnTo>
                  <a:pt x="320401" y="634478"/>
                </a:lnTo>
                <a:lnTo>
                  <a:pt x="322225" y="633593"/>
                </a:lnTo>
                <a:lnTo>
                  <a:pt x="323092" y="633703"/>
                </a:lnTo>
                <a:lnTo>
                  <a:pt x="325268" y="632044"/>
                </a:lnTo>
                <a:lnTo>
                  <a:pt x="327379" y="630355"/>
                </a:lnTo>
                <a:lnTo>
                  <a:pt x="328867" y="627813"/>
                </a:lnTo>
                <a:lnTo>
                  <a:pt x="333958" y="630006"/>
                </a:lnTo>
                <a:lnTo>
                  <a:pt x="334835" y="632989"/>
                </a:lnTo>
                <a:lnTo>
                  <a:pt x="336923" y="631778"/>
                </a:lnTo>
                <a:lnTo>
                  <a:pt x="342630" y="631055"/>
                </a:lnTo>
                <a:lnTo>
                  <a:pt x="342893" y="627579"/>
                </a:lnTo>
                <a:lnTo>
                  <a:pt x="342770" y="624194"/>
                </a:lnTo>
                <a:lnTo>
                  <a:pt x="343305" y="623377"/>
                </a:lnTo>
                <a:lnTo>
                  <a:pt x="343582" y="620760"/>
                </a:lnTo>
                <a:lnTo>
                  <a:pt x="346903" y="621490"/>
                </a:lnTo>
                <a:lnTo>
                  <a:pt x="349650" y="618684"/>
                </a:lnTo>
                <a:lnTo>
                  <a:pt x="351514" y="618330"/>
                </a:lnTo>
                <a:lnTo>
                  <a:pt x="357906" y="620953"/>
                </a:lnTo>
                <a:lnTo>
                  <a:pt x="358426" y="616317"/>
                </a:lnTo>
                <a:lnTo>
                  <a:pt x="358487" y="612529"/>
                </a:lnTo>
                <a:lnTo>
                  <a:pt x="363522" y="613996"/>
                </a:lnTo>
                <a:lnTo>
                  <a:pt x="368456" y="613492"/>
                </a:lnTo>
                <a:lnTo>
                  <a:pt x="367936" y="622086"/>
                </a:lnTo>
                <a:lnTo>
                  <a:pt x="369101" y="624193"/>
                </a:lnTo>
                <a:lnTo>
                  <a:pt x="371594" y="624714"/>
                </a:lnTo>
                <a:lnTo>
                  <a:pt x="372457" y="624250"/>
                </a:lnTo>
                <a:lnTo>
                  <a:pt x="373315" y="624603"/>
                </a:lnTo>
                <a:lnTo>
                  <a:pt x="373963" y="624352"/>
                </a:lnTo>
                <a:lnTo>
                  <a:pt x="374607" y="624603"/>
                </a:lnTo>
                <a:lnTo>
                  <a:pt x="374693" y="624216"/>
                </a:lnTo>
                <a:lnTo>
                  <a:pt x="376220" y="623383"/>
                </a:lnTo>
                <a:lnTo>
                  <a:pt x="380088" y="622220"/>
                </a:lnTo>
                <a:lnTo>
                  <a:pt x="384857" y="622989"/>
                </a:lnTo>
                <a:lnTo>
                  <a:pt x="387357" y="624358"/>
                </a:lnTo>
                <a:lnTo>
                  <a:pt x="388243" y="625193"/>
                </a:lnTo>
                <a:lnTo>
                  <a:pt x="389062" y="625177"/>
                </a:lnTo>
                <a:lnTo>
                  <a:pt x="390171" y="625649"/>
                </a:lnTo>
                <a:lnTo>
                  <a:pt x="395196" y="625043"/>
                </a:lnTo>
                <a:lnTo>
                  <a:pt x="408036" y="619001"/>
                </a:lnTo>
                <a:lnTo>
                  <a:pt x="415922" y="618534"/>
                </a:lnTo>
                <a:lnTo>
                  <a:pt x="416980" y="619121"/>
                </a:lnTo>
                <a:lnTo>
                  <a:pt x="417777" y="618728"/>
                </a:lnTo>
                <a:lnTo>
                  <a:pt x="417949" y="618867"/>
                </a:lnTo>
                <a:lnTo>
                  <a:pt x="417766" y="619387"/>
                </a:lnTo>
                <a:lnTo>
                  <a:pt x="418204" y="620115"/>
                </a:lnTo>
                <a:lnTo>
                  <a:pt x="418932" y="619900"/>
                </a:lnTo>
                <a:lnTo>
                  <a:pt x="419088" y="620674"/>
                </a:lnTo>
                <a:lnTo>
                  <a:pt x="418901" y="621039"/>
                </a:lnTo>
                <a:lnTo>
                  <a:pt x="419401" y="621785"/>
                </a:lnTo>
                <a:lnTo>
                  <a:pt x="420488" y="621045"/>
                </a:lnTo>
                <a:lnTo>
                  <a:pt x="421502" y="620984"/>
                </a:lnTo>
                <a:lnTo>
                  <a:pt x="422034" y="622171"/>
                </a:lnTo>
                <a:lnTo>
                  <a:pt x="421675" y="622641"/>
                </a:lnTo>
                <a:lnTo>
                  <a:pt x="421880" y="623204"/>
                </a:lnTo>
                <a:lnTo>
                  <a:pt x="423233" y="621877"/>
                </a:lnTo>
                <a:lnTo>
                  <a:pt x="423982" y="623035"/>
                </a:lnTo>
                <a:lnTo>
                  <a:pt x="424450" y="623018"/>
                </a:lnTo>
                <a:lnTo>
                  <a:pt x="425170" y="623632"/>
                </a:lnTo>
                <a:lnTo>
                  <a:pt x="424635" y="624786"/>
                </a:lnTo>
                <a:lnTo>
                  <a:pt x="425116" y="624991"/>
                </a:lnTo>
                <a:lnTo>
                  <a:pt x="425637" y="625933"/>
                </a:lnTo>
                <a:lnTo>
                  <a:pt x="426118" y="625905"/>
                </a:lnTo>
                <a:lnTo>
                  <a:pt x="426377" y="627323"/>
                </a:lnTo>
                <a:lnTo>
                  <a:pt x="426936" y="626954"/>
                </a:lnTo>
                <a:lnTo>
                  <a:pt x="428672" y="627055"/>
                </a:lnTo>
                <a:lnTo>
                  <a:pt x="428912" y="626084"/>
                </a:lnTo>
                <a:lnTo>
                  <a:pt x="428066" y="625610"/>
                </a:lnTo>
                <a:lnTo>
                  <a:pt x="427795" y="625118"/>
                </a:lnTo>
                <a:lnTo>
                  <a:pt x="428473" y="625225"/>
                </a:lnTo>
                <a:lnTo>
                  <a:pt x="429559" y="624901"/>
                </a:lnTo>
                <a:lnTo>
                  <a:pt x="429851" y="625997"/>
                </a:lnTo>
                <a:lnTo>
                  <a:pt x="430822" y="626796"/>
                </a:lnTo>
                <a:lnTo>
                  <a:pt x="430812" y="627604"/>
                </a:lnTo>
                <a:lnTo>
                  <a:pt x="432024" y="627224"/>
                </a:lnTo>
                <a:lnTo>
                  <a:pt x="432345" y="627826"/>
                </a:lnTo>
                <a:lnTo>
                  <a:pt x="432769" y="628032"/>
                </a:lnTo>
                <a:lnTo>
                  <a:pt x="431608" y="628703"/>
                </a:lnTo>
                <a:lnTo>
                  <a:pt x="432031" y="629185"/>
                </a:lnTo>
                <a:lnTo>
                  <a:pt x="433166" y="628839"/>
                </a:lnTo>
                <a:lnTo>
                  <a:pt x="432568" y="630054"/>
                </a:lnTo>
                <a:lnTo>
                  <a:pt x="433884" y="630345"/>
                </a:lnTo>
                <a:lnTo>
                  <a:pt x="434672" y="629635"/>
                </a:lnTo>
                <a:lnTo>
                  <a:pt x="434773" y="630280"/>
                </a:lnTo>
                <a:lnTo>
                  <a:pt x="435902" y="631070"/>
                </a:lnTo>
                <a:lnTo>
                  <a:pt x="435957" y="631342"/>
                </a:lnTo>
                <a:lnTo>
                  <a:pt x="435056" y="631505"/>
                </a:lnTo>
                <a:lnTo>
                  <a:pt x="434800" y="633087"/>
                </a:lnTo>
                <a:lnTo>
                  <a:pt x="436175" y="632372"/>
                </a:lnTo>
                <a:lnTo>
                  <a:pt x="437470" y="632444"/>
                </a:lnTo>
                <a:lnTo>
                  <a:pt x="438040" y="633016"/>
                </a:lnTo>
                <a:lnTo>
                  <a:pt x="438440" y="633013"/>
                </a:lnTo>
                <a:lnTo>
                  <a:pt x="438708" y="631751"/>
                </a:lnTo>
                <a:lnTo>
                  <a:pt x="439588" y="631270"/>
                </a:lnTo>
                <a:lnTo>
                  <a:pt x="440318" y="631527"/>
                </a:lnTo>
                <a:lnTo>
                  <a:pt x="440893" y="631342"/>
                </a:lnTo>
                <a:lnTo>
                  <a:pt x="440670" y="630126"/>
                </a:lnTo>
                <a:lnTo>
                  <a:pt x="441020" y="630100"/>
                </a:lnTo>
                <a:lnTo>
                  <a:pt x="441568" y="630571"/>
                </a:lnTo>
                <a:lnTo>
                  <a:pt x="441699" y="629602"/>
                </a:lnTo>
                <a:lnTo>
                  <a:pt x="442240" y="629214"/>
                </a:lnTo>
                <a:lnTo>
                  <a:pt x="442171" y="626887"/>
                </a:lnTo>
                <a:lnTo>
                  <a:pt x="442624" y="625584"/>
                </a:lnTo>
                <a:lnTo>
                  <a:pt x="444183" y="625982"/>
                </a:lnTo>
                <a:lnTo>
                  <a:pt x="445374" y="625676"/>
                </a:lnTo>
                <a:lnTo>
                  <a:pt x="445752" y="625005"/>
                </a:lnTo>
                <a:lnTo>
                  <a:pt x="446176" y="625424"/>
                </a:lnTo>
                <a:lnTo>
                  <a:pt x="448852" y="625051"/>
                </a:lnTo>
                <a:lnTo>
                  <a:pt x="449582" y="624598"/>
                </a:lnTo>
                <a:lnTo>
                  <a:pt x="450134" y="624612"/>
                </a:lnTo>
                <a:lnTo>
                  <a:pt x="450430" y="625147"/>
                </a:lnTo>
                <a:lnTo>
                  <a:pt x="451113" y="624666"/>
                </a:lnTo>
                <a:lnTo>
                  <a:pt x="452249" y="624654"/>
                </a:lnTo>
                <a:lnTo>
                  <a:pt x="452526" y="624843"/>
                </a:lnTo>
                <a:lnTo>
                  <a:pt x="452575" y="625868"/>
                </a:lnTo>
                <a:lnTo>
                  <a:pt x="451911" y="627146"/>
                </a:lnTo>
                <a:lnTo>
                  <a:pt x="452424" y="628577"/>
                </a:lnTo>
                <a:lnTo>
                  <a:pt x="452172" y="629503"/>
                </a:lnTo>
                <a:lnTo>
                  <a:pt x="453466" y="631493"/>
                </a:lnTo>
                <a:lnTo>
                  <a:pt x="454725" y="632724"/>
                </a:lnTo>
                <a:lnTo>
                  <a:pt x="454424" y="634653"/>
                </a:lnTo>
                <a:lnTo>
                  <a:pt x="454916" y="635316"/>
                </a:lnTo>
                <a:lnTo>
                  <a:pt x="454723" y="636280"/>
                </a:lnTo>
                <a:lnTo>
                  <a:pt x="454986" y="636853"/>
                </a:lnTo>
                <a:lnTo>
                  <a:pt x="455994" y="636522"/>
                </a:lnTo>
                <a:lnTo>
                  <a:pt x="457308" y="635377"/>
                </a:lnTo>
                <a:lnTo>
                  <a:pt x="457757" y="635565"/>
                </a:lnTo>
                <a:lnTo>
                  <a:pt x="458029" y="636250"/>
                </a:lnTo>
                <a:lnTo>
                  <a:pt x="458555" y="636606"/>
                </a:lnTo>
                <a:lnTo>
                  <a:pt x="459755" y="636201"/>
                </a:lnTo>
                <a:lnTo>
                  <a:pt x="461055" y="635265"/>
                </a:lnTo>
                <a:lnTo>
                  <a:pt x="461742" y="635529"/>
                </a:lnTo>
                <a:lnTo>
                  <a:pt x="462305" y="635224"/>
                </a:lnTo>
                <a:lnTo>
                  <a:pt x="465318" y="635645"/>
                </a:lnTo>
                <a:lnTo>
                  <a:pt x="465847" y="634289"/>
                </a:lnTo>
                <a:lnTo>
                  <a:pt x="466422" y="633790"/>
                </a:lnTo>
                <a:lnTo>
                  <a:pt x="466790" y="633871"/>
                </a:lnTo>
                <a:lnTo>
                  <a:pt x="467285" y="635036"/>
                </a:lnTo>
                <a:lnTo>
                  <a:pt x="468351" y="636162"/>
                </a:lnTo>
                <a:lnTo>
                  <a:pt x="469086" y="634530"/>
                </a:lnTo>
                <a:lnTo>
                  <a:pt x="470260" y="633537"/>
                </a:lnTo>
                <a:lnTo>
                  <a:pt x="470934" y="633468"/>
                </a:lnTo>
                <a:lnTo>
                  <a:pt x="471409" y="634585"/>
                </a:lnTo>
                <a:lnTo>
                  <a:pt x="472414" y="634984"/>
                </a:lnTo>
                <a:lnTo>
                  <a:pt x="472800" y="634742"/>
                </a:lnTo>
                <a:lnTo>
                  <a:pt x="473247" y="633477"/>
                </a:lnTo>
                <a:lnTo>
                  <a:pt x="473661" y="633135"/>
                </a:lnTo>
                <a:lnTo>
                  <a:pt x="476162" y="632340"/>
                </a:lnTo>
                <a:lnTo>
                  <a:pt x="478424" y="633377"/>
                </a:lnTo>
                <a:lnTo>
                  <a:pt x="479375" y="631997"/>
                </a:lnTo>
                <a:lnTo>
                  <a:pt x="481952" y="631028"/>
                </a:lnTo>
                <a:lnTo>
                  <a:pt x="482386" y="631702"/>
                </a:lnTo>
                <a:lnTo>
                  <a:pt x="482257" y="632191"/>
                </a:lnTo>
                <a:lnTo>
                  <a:pt x="488733" y="637698"/>
                </a:lnTo>
                <a:lnTo>
                  <a:pt x="492909" y="639056"/>
                </a:lnTo>
                <a:lnTo>
                  <a:pt x="500068" y="629639"/>
                </a:lnTo>
                <a:lnTo>
                  <a:pt x="512685" y="616229"/>
                </a:lnTo>
                <a:lnTo>
                  <a:pt x="492119" y="607200"/>
                </a:lnTo>
                <a:lnTo>
                  <a:pt x="478098" y="586192"/>
                </a:lnTo>
                <a:lnTo>
                  <a:pt x="471674" y="580386"/>
                </a:lnTo>
                <a:lnTo>
                  <a:pt x="465707" y="574170"/>
                </a:lnTo>
                <a:lnTo>
                  <a:pt x="461681" y="565377"/>
                </a:lnTo>
                <a:lnTo>
                  <a:pt x="464589" y="560260"/>
                </a:lnTo>
                <a:lnTo>
                  <a:pt x="465184" y="558175"/>
                </a:lnTo>
                <a:lnTo>
                  <a:pt x="465569" y="552116"/>
                </a:lnTo>
                <a:lnTo>
                  <a:pt x="465155" y="549533"/>
                </a:lnTo>
                <a:lnTo>
                  <a:pt x="463479" y="548286"/>
                </a:lnTo>
                <a:lnTo>
                  <a:pt x="461923" y="546495"/>
                </a:lnTo>
                <a:lnTo>
                  <a:pt x="460161" y="545437"/>
                </a:lnTo>
                <a:lnTo>
                  <a:pt x="459820" y="544594"/>
                </a:lnTo>
                <a:lnTo>
                  <a:pt x="459225" y="544415"/>
                </a:lnTo>
                <a:lnTo>
                  <a:pt x="457300" y="542148"/>
                </a:lnTo>
                <a:lnTo>
                  <a:pt x="454393" y="539717"/>
                </a:lnTo>
                <a:lnTo>
                  <a:pt x="454365" y="538762"/>
                </a:lnTo>
                <a:lnTo>
                  <a:pt x="453596" y="538121"/>
                </a:lnTo>
                <a:lnTo>
                  <a:pt x="452496" y="529178"/>
                </a:lnTo>
                <a:lnTo>
                  <a:pt x="452525" y="525310"/>
                </a:lnTo>
                <a:lnTo>
                  <a:pt x="452051" y="526030"/>
                </a:lnTo>
                <a:lnTo>
                  <a:pt x="452022" y="527133"/>
                </a:lnTo>
                <a:lnTo>
                  <a:pt x="451663" y="527963"/>
                </a:lnTo>
                <a:lnTo>
                  <a:pt x="451818" y="528512"/>
                </a:lnTo>
                <a:lnTo>
                  <a:pt x="451545" y="528797"/>
                </a:lnTo>
                <a:lnTo>
                  <a:pt x="448886" y="529740"/>
                </a:lnTo>
                <a:lnTo>
                  <a:pt x="447032" y="531434"/>
                </a:lnTo>
                <a:lnTo>
                  <a:pt x="445587" y="531163"/>
                </a:lnTo>
                <a:lnTo>
                  <a:pt x="444699" y="531365"/>
                </a:lnTo>
                <a:lnTo>
                  <a:pt x="443948" y="532492"/>
                </a:lnTo>
                <a:lnTo>
                  <a:pt x="442581" y="532766"/>
                </a:lnTo>
                <a:lnTo>
                  <a:pt x="440606" y="535191"/>
                </a:lnTo>
                <a:lnTo>
                  <a:pt x="438502" y="535905"/>
                </a:lnTo>
                <a:lnTo>
                  <a:pt x="438397" y="535712"/>
                </a:lnTo>
                <a:lnTo>
                  <a:pt x="436909" y="531910"/>
                </a:lnTo>
                <a:lnTo>
                  <a:pt x="436027" y="510516"/>
                </a:lnTo>
                <a:lnTo>
                  <a:pt x="437651" y="483249"/>
                </a:lnTo>
                <a:lnTo>
                  <a:pt x="440953" y="463856"/>
                </a:lnTo>
                <a:lnTo>
                  <a:pt x="445952" y="453521"/>
                </a:lnTo>
                <a:lnTo>
                  <a:pt x="450772" y="448550"/>
                </a:lnTo>
                <a:lnTo>
                  <a:pt x="457284" y="436872"/>
                </a:lnTo>
                <a:lnTo>
                  <a:pt x="469803" y="426264"/>
                </a:lnTo>
                <a:lnTo>
                  <a:pt x="490599" y="390263"/>
                </a:lnTo>
                <a:lnTo>
                  <a:pt x="494213" y="382607"/>
                </a:lnTo>
                <a:lnTo>
                  <a:pt x="498639" y="374519"/>
                </a:lnTo>
                <a:lnTo>
                  <a:pt x="501654" y="362952"/>
                </a:lnTo>
                <a:lnTo>
                  <a:pt x="526365" y="343035"/>
                </a:lnTo>
                <a:lnTo>
                  <a:pt x="536077" y="330865"/>
                </a:lnTo>
                <a:lnTo>
                  <a:pt x="553597" y="327235"/>
                </a:lnTo>
                <a:lnTo>
                  <a:pt x="628009" y="385375"/>
                </a:lnTo>
                <a:lnTo>
                  <a:pt x="646701" y="377665"/>
                </a:lnTo>
                <a:lnTo>
                  <a:pt x="640606" y="355787"/>
                </a:lnTo>
                <a:lnTo>
                  <a:pt x="650564" y="328280"/>
                </a:lnTo>
                <a:lnTo>
                  <a:pt x="653750" y="325233"/>
                </a:lnTo>
                <a:lnTo>
                  <a:pt x="655863" y="319343"/>
                </a:lnTo>
                <a:lnTo>
                  <a:pt x="656010" y="315680"/>
                </a:lnTo>
                <a:lnTo>
                  <a:pt x="655467" y="296579"/>
                </a:lnTo>
                <a:lnTo>
                  <a:pt x="653010" y="295957"/>
                </a:lnTo>
                <a:lnTo>
                  <a:pt x="652492" y="293244"/>
                </a:lnTo>
                <a:lnTo>
                  <a:pt x="652902" y="286556"/>
                </a:lnTo>
                <a:lnTo>
                  <a:pt x="653488" y="283222"/>
                </a:lnTo>
                <a:lnTo>
                  <a:pt x="655410" y="279650"/>
                </a:lnTo>
                <a:lnTo>
                  <a:pt x="655690" y="277989"/>
                </a:lnTo>
                <a:lnTo>
                  <a:pt x="660124" y="270453"/>
                </a:lnTo>
                <a:lnTo>
                  <a:pt x="660495" y="269404"/>
                </a:lnTo>
                <a:lnTo>
                  <a:pt x="664463" y="242680"/>
                </a:lnTo>
                <a:lnTo>
                  <a:pt x="665682" y="231604"/>
                </a:lnTo>
                <a:lnTo>
                  <a:pt x="666543" y="221988"/>
                </a:lnTo>
                <a:lnTo>
                  <a:pt x="666722" y="209222"/>
                </a:lnTo>
                <a:lnTo>
                  <a:pt x="665794" y="182290"/>
                </a:lnTo>
                <a:lnTo>
                  <a:pt x="665493" y="137276"/>
                </a:lnTo>
                <a:lnTo>
                  <a:pt x="668637" y="115567"/>
                </a:lnTo>
                <a:lnTo>
                  <a:pt x="670727" y="92652"/>
                </a:lnTo>
                <a:lnTo>
                  <a:pt x="667927" y="63352"/>
                </a:lnTo>
                <a:lnTo>
                  <a:pt x="666964" y="62364"/>
                </a:lnTo>
                <a:lnTo>
                  <a:pt x="655492" y="39699"/>
                </a:lnTo>
                <a:lnTo>
                  <a:pt x="653457" y="1770"/>
                </a:lnTo>
                <a:lnTo>
                  <a:pt x="647999" y="1869"/>
                </a:lnTo>
                <a:lnTo>
                  <a:pt x="643174" y="1446"/>
                </a:lnTo>
                <a:lnTo>
                  <a:pt x="642537" y="2304"/>
                </a:lnTo>
                <a:lnTo>
                  <a:pt x="642565" y="3387"/>
                </a:lnTo>
                <a:lnTo>
                  <a:pt x="642237" y="3724"/>
                </a:lnTo>
                <a:lnTo>
                  <a:pt x="640864" y="3819"/>
                </a:lnTo>
                <a:lnTo>
                  <a:pt x="639520" y="3331"/>
                </a:lnTo>
                <a:lnTo>
                  <a:pt x="638945" y="2706"/>
                </a:lnTo>
                <a:lnTo>
                  <a:pt x="637817" y="2226"/>
                </a:lnTo>
                <a:lnTo>
                  <a:pt x="635845" y="225"/>
                </a:lnTo>
                <a:lnTo>
                  <a:pt x="634757" y="0"/>
                </a:lnTo>
                <a:lnTo>
                  <a:pt x="633615" y="304"/>
                </a:lnTo>
                <a:lnTo>
                  <a:pt x="630285" y="2867"/>
                </a:lnTo>
                <a:lnTo>
                  <a:pt x="629313" y="3923"/>
                </a:lnTo>
                <a:lnTo>
                  <a:pt x="627197" y="5299"/>
                </a:lnTo>
                <a:lnTo>
                  <a:pt x="626888" y="6621"/>
                </a:lnTo>
                <a:lnTo>
                  <a:pt x="627386" y="9269"/>
                </a:lnTo>
                <a:lnTo>
                  <a:pt x="627375" y="10603"/>
                </a:lnTo>
                <a:lnTo>
                  <a:pt x="626980" y="11923"/>
                </a:lnTo>
                <a:lnTo>
                  <a:pt x="623882" y="13794"/>
                </a:lnTo>
                <a:lnTo>
                  <a:pt x="620922" y="14207"/>
                </a:lnTo>
                <a:lnTo>
                  <a:pt x="617756" y="13944"/>
                </a:lnTo>
                <a:lnTo>
                  <a:pt x="617135" y="13357"/>
                </a:lnTo>
                <a:lnTo>
                  <a:pt x="616294" y="10694"/>
                </a:lnTo>
                <a:lnTo>
                  <a:pt x="615560" y="6443"/>
                </a:lnTo>
                <a:lnTo>
                  <a:pt x="615120" y="5606"/>
                </a:lnTo>
                <a:lnTo>
                  <a:pt x="613983" y="5040"/>
                </a:lnTo>
                <a:lnTo>
                  <a:pt x="609284" y="5489"/>
                </a:lnTo>
                <a:lnTo>
                  <a:pt x="607188" y="6389"/>
                </a:lnTo>
                <a:lnTo>
                  <a:pt x="605076" y="8756"/>
                </a:lnTo>
                <a:lnTo>
                  <a:pt x="604735" y="10895"/>
                </a:lnTo>
                <a:lnTo>
                  <a:pt x="602872" y="12454"/>
                </a:lnTo>
                <a:lnTo>
                  <a:pt x="602271" y="12428"/>
                </a:lnTo>
                <a:lnTo>
                  <a:pt x="600944" y="11665"/>
                </a:lnTo>
                <a:lnTo>
                  <a:pt x="599855" y="10518"/>
                </a:lnTo>
                <a:lnTo>
                  <a:pt x="598815" y="8579"/>
                </a:lnTo>
                <a:lnTo>
                  <a:pt x="597904" y="7722"/>
                </a:lnTo>
                <a:lnTo>
                  <a:pt x="596657" y="7756"/>
                </a:lnTo>
                <a:lnTo>
                  <a:pt x="594445" y="8309"/>
                </a:lnTo>
                <a:lnTo>
                  <a:pt x="593678" y="9267"/>
                </a:lnTo>
                <a:lnTo>
                  <a:pt x="593207" y="11444"/>
                </a:lnTo>
                <a:lnTo>
                  <a:pt x="592378" y="11753"/>
                </a:lnTo>
                <a:lnTo>
                  <a:pt x="590830" y="11818"/>
                </a:lnTo>
                <a:lnTo>
                  <a:pt x="589434" y="11284"/>
                </a:lnTo>
                <a:lnTo>
                  <a:pt x="587631" y="9056"/>
                </a:lnTo>
                <a:lnTo>
                  <a:pt x="586879" y="8550"/>
                </a:lnTo>
                <a:lnTo>
                  <a:pt x="582876" y="6573"/>
                </a:lnTo>
                <a:lnTo>
                  <a:pt x="579507" y="6000"/>
                </a:lnTo>
                <a:lnTo>
                  <a:pt x="577007" y="4000"/>
                </a:lnTo>
                <a:lnTo>
                  <a:pt x="575831" y="4135"/>
                </a:lnTo>
                <a:lnTo>
                  <a:pt x="575586" y="7429"/>
                </a:lnTo>
                <a:lnTo>
                  <a:pt x="573808" y="10011"/>
                </a:lnTo>
                <a:lnTo>
                  <a:pt x="573237" y="10389"/>
                </a:lnTo>
                <a:lnTo>
                  <a:pt x="571808" y="10674"/>
                </a:lnTo>
                <a:lnTo>
                  <a:pt x="568041" y="12584"/>
                </a:lnTo>
                <a:lnTo>
                  <a:pt x="567440" y="12558"/>
                </a:lnTo>
                <a:lnTo>
                  <a:pt x="566939" y="12193"/>
                </a:lnTo>
                <a:lnTo>
                  <a:pt x="566005" y="9536"/>
                </a:lnTo>
                <a:lnTo>
                  <a:pt x="565505" y="9334"/>
                </a:lnTo>
                <a:lnTo>
                  <a:pt x="564727" y="9473"/>
                </a:lnTo>
                <a:lnTo>
                  <a:pt x="562121" y="12421"/>
                </a:lnTo>
                <a:lnTo>
                  <a:pt x="561201" y="12900"/>
                </a:lnTo>
                <a:lnTo>
                  <a:pt x="559347" y="13081"/>
                </a:lnTo>
                <a:lnTo>
                  <a:pt x="554218" y="14674"/>
                </a:lnTo>
                <a:lnTo>
                  <a:pt x="552942" y="14363"/>
                </a:lnTo>
                <a:lnTo>
                  <a:pt x="550984" y="12817"/>
                </a:lnTo>
                <a:lnTo>
                  <a:pt x="550089" y="12652"/>
                </a:lnTo>
                <a:lnTo>
                  <a:pt x="549565" y="12844"/>
                </a:lnTo>
                <a:lnTo>
                  <a:pt x="546165" y="16364"/>
                </a:lnTo>
                <a:lnTo>
                  <a:pt x="544192" y="17401"/>
                </a:lnTo>
                <a:lnTo>
                  <a:pt x="542983" y="17566"/>
                </a:lnTo>
                <a:lnTo>
                  <a:pt x="542151" y="16886"/>
                </a:lnTo>
                <a:lnTo>
                  <a:pt x="541189" y="11807"/>
                </a:lnTo>
                <a:lnTo>
                  <a:pt x="539491" y="9067"/>
                </a:lnTo>
                <a:lnTo>
                  <a:pt x="537052" y="6640"/>
                </a:lnTo>
                <a:lnTo>
                  <a:pt x="534657" y="5640"/>
                </a:lnTo>
                <a:lnTo>
                  <a:pt x="532553" y="3615"/>
                </a:lnTo>
                <a:lnTo>
                  <a:pt x="529407" y="4460"/>
                </a:lnTo>
                <a:lnTo>
                  <a:pt x="528570" y="5904"/>
                </a:lnTo>
                <a:lnTo>
                  <a:pt x="528171" y="8641"/>
                </a:lnTo>
                <a:lnTo>
                  <a:pt x="526898" y="8842"/>
                </a:lnTo>
                <a:lnTo>
                  <a:pt x="524090" y="10526"/>
                </a:lnTo>
                <a:lnTo>
                  <a:pt x="521731" y="11164"/>
                </a:lnTo>
                <a:lnTo>
                  <a:pt x="520965" y="10973"/>
                </a:lnTo>
                <a:lnTo>
                  <a:pt x="519479" y="9990"/>
                </a:lnTo>
                <a:lnTo>
                  <a:pt x="516141" y="10273"/>
                </a:lnTo>
                <a:lnTo>
                  <a:pt x="514820" y="11132"/>
                </a:lnTo>
                <a:lnTo>
                  <a:pt x="510888" y="12409"/>
                </a:lnTo>
                <a:lnTo>
                  <a:pt x="509912" y="13559"/>
                </a:lnTo>
                <a:lnTo>
                  <a:pt x="509289" y="13874"/>
                </a:lnTo>
                <a:lnTo>
                  <a:pt x="513192" y="14671"/>
                </a:lnTo>
                <a:lnTo>
                  <a:pt x="519263" y="14191"/>
                </a:lnTo>
                <a:lnTo>
                  <a:pt x="518022" y="19651"/>
                </a:lnTo>
                <a:lnTo>
                  <a:pt x="514737" y="19117"/>
                </a:lnTo>
                <a:lnTo>
                  <a:pt x="516394" y="24626"/>
                </a:lnTo>
                <a:lnTo>
                  <a:pt x="505993" y="32000"/>
                </a:lnTo>
                <a:lnTo>
                  <a:pt x="506325" y="40536"/>
                </a:lnTo>
                <a:lnTo>
                  <a:pt x="506986" y="48186"/>
                </a:lnTo>
                <a:lnTo>
                  <a:pt x="505723" y="57683"/>
                </a:lnTo>
                <a:lnTo>
                  <a:pt x="513743" y="58473"/>
                </a:lnTo>
                <a:lnTo>
                  <a:pt x="522549" y="57991"/>
                </a:lnTo>
                <a:lnTo>
                  <a:pt x="530961" y="55838"/>
                </a:lnTo>
                <a:lnTo>
                  <a:pt x="537651" y="67762"/>
                </a:lnTo>
                <a:lnTo>
                  <a:pt x="523274" y="68899"/>
                </a:lnTo>
                <a:lnTo>
                  <a:pt x="522648" y="80675"/>
                </a:lnTo>
                <a:lnTo>
                  <a:pt x="530285" y="79008"/>
                </a:lnTo>
                <a:lnTo>
                  <a:pt x="538309" y="93335"/>
                </a:lnTo>
                <a:lnTo>
                  <a:pt x="532954" y="103901"/>
                </a:lnTo>
                <a:lnTo>
                  <a:pt x="502859" y="104963"/>
                </a:lnTo>
                <a:lnTo>
                  <a:pt x="486343" y="106318"/>
                </a:lnTo>
                <a:lnTo>
                  <a:pt x="486073" y="94695"/>
                </a:lnTo>
                <a:lnTo>
                  <a:pt x="478140" y="95127"/>
                </a:lnTo>
                <a:lnTo>
                  <a:pt x="471549" y="97206"/>
                </a:lnTo>
                <a:lnTo>
                  <a:pt x="459343" y="88997"/>
                </a:lnTo>
                <a:lnTo>
                  <a:pt x="452706" y="81265"/>
                </a:lnTo>
                <a:lnTo>
                  <a:pt x="447335" y="88294"/>
                </a:lnTo>
                <a:lnTo>
                  <a:pt x="447234" y="97757"/>
                </a:lnTo>
                <a:lnTo>
                  <a:pt x="446312" y="109287"/>
                </a:lnTo>
                <a:lnTo>
                  <a:pt x="441526" y="104777"/>
                </a:lnTo>
                <a:lnTo>
                  <a:pt x="437299" y="111671"/>
                </a:lnTo>
                <a:lnTo>
                  <a:pt x="442167" y="120267"/>
                </a:lnTo>
                <a:lnTo>
                  <a:pt x="443618" y="127574"/>
                </a:lnTo>
                <a:lnTo>
                  <a:pt x="437361" y="132435"/>
                </a:lnTo>
                <a:lnTo>
                  <a:pt x="436121" y="133022"/>
                </a:lnTo>
                <a:lnTo>
                  <a:pt x="428857" y="132316"/>
                </a:lnTo>
                <a:lnTo>
                  <a:pt x="428125" y="136941"/>
                </a:lnTo>
                <a:lnTo>
                  <a:pt x="433264" y="140282"/>
                </a:lnTo>
                <a:lnTo>
                  <a:pt x="431522" y="147272"/>
                </a:lnTo>
                <a:lnTo>
                  <a:pt x="427437" y="154905"/>
                </a:lnTo>
                <a:lnTo>
                  <a:pt x="424706" y="153136"/>
                </a:lnTo>
                <a:lnTo>
                  <a:pt x="422656" y="158410"/>
                </a:lnTo>
                <a:lnTo>
                  <a:pt x="417594" y="161007"/>
                </a:lnTo>
                <a:lnTo>
                  <a:pt x="417525" y="166643"/>
                </a:lnTo>
                <a:lnTo>
                  <a:pt x="414547" y="162587"/>
                </a:lnTo>
                <a:lnTo>
                  <a:pt x="402842" y="165480"/>
                </a:lnTo>
                <a:lnTo>
                  <a:pt x="402122" y="172803"/>
                </a:lnTo>
                <a:lnTo>
                  <a:pt x="395109" y="164572"/>
                </a:lnTo>
                <a:lnTo>
                  <a:pt x="393196" y="155377"/>
                </a:lnTo>
                <a:lnTo>
                  <a:pt x="391045" y="153460"/>
                </a:lnTo>
                <a:lnTo>
                  <a:pt x="384969" y="152123"/>
                </a:lnTo>
                <a:lnTo>
                  <a:pt x="385132" y="152645"/>
                </a:lnTo>
                <a:lnTo>
                  <a:pt x="384865" y="154195"/>
                </a:lnTo>
                <a:lnTo>
                  <a:pt x="385180" y="154589"/>
                </a:lnTo>
                <a:lnTo>
                  <a:pt x="385948" y="154375"/>
                </a:lnTo>
                <a:lnTo>
                  <a:pt x="386337" y="155786"/>
                </a:lnTo>
                <a:lnTo>
                  <a:pt x="385936" y="156331"/>
                </a:lnTo>
                <a:lnTo>
                  <a:pt x="378803" y="151788"/>
                </a:lnTo>
                <a:lnTo>
                  <a:pt x="378270" y="158285"/>
                </a:lnTo>
                <a:lnTo>
                  <a:pt x="371088" y="155922"/>
                </a:lnTo>
                <a:lnTo>
                  <a:pt x="370660" y="156366"/>
                </a:lnTo>
                <a:lnTo>
                  <a:pt x="370868" y="157383"/>
                </a:lnTo>
                <a:lnTo>
                  <a:pt x="371258" y="157755"/>
                </a:lnTo>
                <a:lnTo>
                  <a:pt x="371136" y="157993"/>
                </a:lnTo>
                <a:lnTo>
                  <a:pt x="370644" y="157772"/>
                </a:lnTo>
                <a:lnTo>
                  <a:pt x="370481" y="158207"/>
                </a:lnTo>
                <a:lnTo>
                  <a:pt x="370182" y="158042"/>
                </a:lnTo>
                <a:lnTo>
                  <a:pt x="370299" y="157515"/>
                </a:lnTo>
                <a:lnTo>
                  <a:pt x="368775" y="154820"/>
                </a:lnTo>
                <a:lnTo>
                  <a:pt x="350625" y="151598"/>
                </a:lnTo>
                <a:lnTo>
                  <a:pt x="347696" y="164168"/>
                </a:lnTo>
                <a:lnTo>
                  <a:pt x="346107" y="173204"/>
                </a:lnTo>
                <a:lnTo>
                  <a:pt x="345995" y="176896"/>
                </a:lnTo>
                <a:lnTo>
                  <a:pt x="347271" y="177047"/>
                </a:lnTo>
                <a:lnTo>
                  <a:pt x="347142" y="178848"/>
                </a:lnTo>
                <a:lnTo>
                  <a:pt x="349971" y="185048"/>
                </a:lnTo>
                <a:lnTo>
                  <a:pt x="350183" y="186105"/>
                </a:lnTo>
                <a:lnTo>
                  <a:pt x="343448" y="184191"/>
                </a:lnTo>
                <a:lnTo>
                  <a:pt x="341534" y="184924"/>
                </a:lnTo>
                <a:lnTo>
                  <a:pt x="341040" y="195895"/>
                </a:lnTo>
                <a:lnTo>
                  <a:pt x="340310" y="196101"/>
                </a:lnTo>
                <a:lnTo>
                  <a:pt x="340016" y="202306"/>
                </a:lnTo>
                <a:lnTo>
                  <a:pt x="336021" y="201556"/>
                </a:lnTo>
                <a:lnTo>
                  <a:pt x="330737" y="202191"/>
                </a:lnTo>
                <a:lnTo>
                  <a:pt x="330784" y="198874"/>
                </a:lnTo>
                <a:lnTo>
                  <a:pt x="320716" y="190005"/>
                </a:lnTo>
                <a:lnTo>
                  <a:pt x="320534" y="193898"/>
                </a:lnTo>
                <a:lnTo>
                  <a:pt x="311661" y="194925"/>
                </a:lnTo>
                <a:lnTo>
                  <a:pt x="315791" y="205091"/>
                </a:lnTo>
                <a:lnTo>
                  <a:pt x="315807" y="221678"/>
                </a:lnTo>
                <a:lnTo>
                  <a:pt x="316339" y="221642"/>
                </a:lnTo>
                <a:lnTo>
                  <a:pt x="313805" y="230784"/>
                </a:lnTo>
                <a:lnTo>
                  <a:pt x="314236" y="242421"/>
                </a:lnTo>
                <a:lnTo>
                  <a:pt x="302459" y="240094"/>
                </a:lnTo>
                <a:lnTo>
                  <a:pt x="293817" y="241139"/>
                </a:lnTo>
                <a:lnTo>
                  <a:pt x="293578" y="246045"/>
                </a:lnTo>
                <a:lnTo>
                  <a:pt x="285188" y="249856"/>
                </a:lnTo>
                <a:lnTo>
                  <a:pt x="284702" y="248968"/>
                </a:lnTo>
                <a:lnTo>
                  <a:pt x="284742" y="248023"/>
                </a:lnTo>
                <a:lnTo>
                  <a:pt x="284007" y="246682"/>
                </a:lnTo>
                <a:lnTo>
                  <a:pt x="283931" y="245822"/>
                </a:lnTo>
                <a:lnTo>
                  <a:pt x="283120" y="245692"/>
                </a:lnTo>
                <a:lnTo>
                  <a:pt x="282895" y="245132"/>
                </a:lnTo>
                <a:lnTo>
                  <a:pt x="282392" y="245147"/>
                </a:lnTo>
                <a:lnTo>
                  <a:pt x="281964" y="244471"/>
                </a:lnTo>
                <a:lnTo>
                  <a:pt x="281910" y="244822"/>
                </a:lnTo>
                <a:lnTo>
                  <a:pt x="281383" y="245046"/>
                </a:lnTo>
                <a:lnTo>
                  <a:pt x="277256" y="244867"/>
                </a:lnTo>
                <a:lnTo>
                  <a:pt x="272963" y="252206"/>
                </a:lnTo>
                <a:lnTo>
                  <a:pt x="265753" y="248568"/>
                </a:lnTo>
                <a:lnTo>
                  <a:pt x="256561" y="245870"/>
                </a:lnTo>
                <a:lnTo>
                  <a:pt x="245782" y="250825"/>
                </a:lnTo>
                <a:lnTo>
                  <a:pt x="241372" y="249593"/>
                </a:lnTo>
                <a:lnTo>
                  <a:pt x="230176" y="250994"/>
                </a:lnTo>
                <a:lnTo>
                  <a:pt x="229378" y="254346"/>
                </a:lnTo>
                <a:lnTo>
                  <a:pt x="218133" y="250761"/>
                </a:lnTo>
                <a:lnTo>
                  <a:pt x="208740" y="251950"/>
                </a:lnTo>
                <a:lnTo>
                  <a:pt x="200358" y="249655"/>
                </a:lnTo>
                <a:lnTo>
                  <a:pt x="199249" y="243585"/>
                </a:lnTo>
                <a:lnTo>
                  <a:pt x="195623" y="244732"/>
                </a:lnTo>
                <a:lnTo>
                  <a:pt x="185808" y="243487"/>
                </a:lnTo>
                <a:lnTo>
                  <a:pt x="183789" y="244945"/>
                </a:lnTo>
                <a:lnTo>
                  <a:pt x="181899" y="248693"/>
                </a:lnTo>
                <a:lnTo>
                  <a:pt x="180958" y="248414"/>
                </a:lnTo>
                <a:lnTo>
                  <a:pt x="175649" y="250534"/>
                </a:lnTo>
                <a:lnTo>
                  <a:pt x="173972" y="242016"/>
                </a:lnTo>
                <a:lnTo>
                  <a:pt x="162691" y="245370"/>
                </a:lnTo>
                <a:lnTo>
                  <a:pt x="164581" y="244605"/>
                </a:lnTo>
                <a:lnTo>
                  <a:pt x="168633" y="238787"/>
                </a:lnTo>
                <a:lnTo>
                  <a:pt x="170718" y="232001"/>
                </a:lnTo>
                <a:lnTo>
                  <a:pt x="169505" y="229070"/>
                </a:lnTo>
                <a:lnTo>
                  <a:pt x="161031" y="230615"/>
                </a:lnTo>
                <a:lnTo>
                  <a:pt x="157087" y="231973"/>
                </a:lnTo>
                <a:lnTo>
                  <a:pt x="156331" y="225881"/>
                </a:lnTo>
                <a:lnTo>
                  <a:pt x="155308" y="226505"/>
                </a:lnTo>
                <a:lnTo>
                  <a:pt x="155061" y="225390"/>
                </a:lnTo>
                <a:lnTo>
                  <a:pt x="153928" y="224873"/>
                </a:lnTo>
                <a:lnTo>
                  <a:pt x="153337" y="225280"/>
                </a:lnTo>
                <a:lnTo>
                  <a:pt x="150579" y="223733"/>
                </a:lnTo>
                <a:lnTo>
                  <a:pt x="149502" y="223855"/>
                </a:lnTo>
                <a:lnTo>
                  <a:pt x="147481" y="223064"/>
                </a:lnTo>
                <a:lnTo>
                  <a:pt x="146947" y="220774"/>
                </a:lnTo>
                <a:lnTo>
                  <a:pt x="148097" y="220145"/>
                </a:lnTo>
                <a:lnTo>
                  <a:pt x="146524" y="218149"/>
                </a:lnTo>
                <a:lnTo>
                  <a:pt x="149136" y="208965"/>
                </a:lnTo>
                <a:lnTo>
                  <a:pt x="149169" y="197197"/>
                </a:lnTo>
                <a:lnTo>
                  <a:pt x="157305" y="199034"/>
                </a:lnTo>
                <a:lnTo>
                  <a:pt x="156878" y="196745"/>
                </a:lnTo>
                <a:lnTo>
                  <a:pt x="164246" y="192555"/>
                </a:lnTo>
                <a:lnTo>
                  <a:pt x="160413" y="189997"/>
                </a:lnTo>
                <a:lnTo>
                  <a:pt x="159678" y="190405"/>
                </a:lnTo>
                <a:lnTo>
                  <a:pt x="159053" y="189909"/>
                </a:lnTo>
                <a:lnTo>
                  <a:pt x="158399" y="190448"/>
                </a:lnTo>
                <a:lnTo>
                  <a:pt x="157902" y="189854"/>
                </a:lnTo>
                <a:lnTo>
                  <a:pt x="157364" y="190485"/>
                </a:lnTo>
                <a:lnTo>
                  <a:pt x="156829" y="189337"/>
                </a:lnTo>
                <a:lnTo>
                  <a:pt x="157799" y="188246"/>
                </a:lnTo>
                <a:lnTo>
                  <a:pt x="157020" y="187641"/>
                </a:lnTo>
                <a:lnTo>
                  <a:pt x="154589" y="183098"/>
                </a:lnTo>
                <a:lnTo>
                  <a:pt x="145682" y="180734"/>
                </a:lnTo>
                <a:lnTo>
                  <a:pt x="138214" y="183483"/>
                </a:lnTo>
                <a:lnTo>
                  <a:pt x="138068" y="183071"/>
                </a:lnTo>
                <a:lnTo>
                  <a:pt x="137413" y="183328"/>
                </a:lnTo>
                <a:lnTo>
                  <a:pt x="133369" y="173035"/>
                </a:lnTo>
                <a:lnTo>
                  <a:pt x="131535" y="169719"/>
                </a:lnTo>
                <a:lnTo>
                  <a:pt x="127217" y="170904"/>
                </a:lnTo>
                <a:lnTo>
                  <a:pt x="126422" y="168749"/>
                </a:lnTo>
                <a:lnTo>
                  <a:pt x="127137" y="168689"/>
                </a:lnTo>
                <a:lnTo>
                  <a:pt x="124340" y="160952"/>
                </a:lnTo>
                <a:lnTo>
                  <a:pt x="133188" y="157124"/>
                </a:lnTo>
                <a:lnTo>
                  <a:pt x="132435" y="155037"/>
                </a:lnTo>
                <a:lnTo>
                  <a:pt x="130346" y="150891"/>
                </a:lnTo>
                <a:lnTo>
                  <a:pt x="116650" y="156424"/>
                </a:lnTo>
                <a:lnTo>
                  <a:pt x="115208" y="153080"/>
                </a:lnTo>
                <a:lnTo>
                  <a:pt x="101707" y="151689"/>
                </a:lnTo>
                <a:lnTo>
                  <a:pt x="93512" y="159449"/>
                </a:lnTo>
                <a:lnTo>
                  <a:pt x="83861" y="162635"/>
                </a:lnTo>
                <a:lnTo>
                  <a:pt x="79437" y="164806"/>
                </a:lnTo>
                <a:lnTo>
                  <a:pt x="74442" y="168260"/>
                </a:lnTo>
                <a:lnTo>
                  <a:pt x="79032" y="178874"/>
                </a:lnTo>
                <a:lnTo>
                  <a:pt x="74724" y="179036"/>
                </a:lnTo>
                <a:lnTo>
                  <a:pt x="74206" y="181018"/>
                </a:lnTo>
                <a:lnTo>
                  <a:pt x="51010" y="183810"/>
                </a:lnTo>
                <a:lnTo>
                  <a:pt x="54462" y="192026"/>
                </a:lnTo>
                <a:lnTo>
                  <a:pt x="46011" y="192512"/>
                </a:lnTo>
                <a:lnTo>
                  <a:pt x="45427" y="191180"/>
                </a:lnTo>
                <a:lnTo>
                  <a:pt x="37955" y="194505"/>
                </a:lnTo>
                <a:lnTo>
                  <a:pt x="34226" y="195813"/>
                </a:lnTo>
                <a:lnTo>
                  <a:pt x="36361" y="197573"/>
                </a:lnTo>
                <a:lnTo>
                  <a:pt x="39412" y="205434"/>
                </a:lnTo>
                <a:lnTo>
                  <a:pt x="35180" y="206922"/>
                </a:lnTo>
                <a:lnTo>
                  <a:pt x="48189" y="205098"/>
                </a:lnTo>
                <a:lnTo>
                  <a:pt x="54556" y="201573"/>
                </a:lnTo>
                <a:lnTo>
                  <a:pt x="60592" y="199489"/>
                </a:lnTo>
                <a:lnTo>
                  <a:pt x="61493" y="196208"/>
                </a:lnTo>
                <a:lnTo>
                  <a:pt x="71860" y="194699"/>
                </a:lnTo>
                <a:lnTo>
                  <a:pt x="71993" y="193920"/>
                </a:lnTo>
                <a:lnTo>
                  <a:pt x="78875" y="192190"/>
                </a:lnTo>
                <a:lnTo>
                  <a:pt x="78749" y="190322"/>
                </a:lnTo>
                <a:lnTo>
                  <a:pt x="81202" y="189379"/>
                </a:lnTo>
                <a:lnTo>
                  <a:pt x="81462" y="195105"/>
                </a:lnTo>
                <a:lnTo>
                  <a:pt x="84390" y="194377"/>
                </a:lnTo>
                <a:lnTo>
                  <a:pt x="91781" y="190362"/>
                </a:lnTo>
                <a:lnTo>
                  <a:pt x="97796" y="189353"/>
                </a:lnTo>
                <a:lnTo>
                  <a:pt x="100046" y="197085"/>
                </a:lnTo>
                <a:lnTo>
                  <a:pt x="99744" y="197101"/>
                </a:lnTo>
                <a:lnTo>
                  <a:pt x="102815" y="203672"/>
                </a:lnTo>
                <a:lnTo>
                  <a:pt x="102626" y="203674"/>
                </a:lnTo>
                <a:lnTo>
                  <a:pt x="103901" y="212283"/>
                </a:lnTo>
                <a:lnTo>
                  <a:pt x="102942" y="212659"/>
                </a:lnTo>
                <a:lnTo>
                  <a:pt x="100370" y="210708"/>
                </a:lnTo>
                <a:lnTo>
                  <a:pt x="94605" y="219665"/>
                </a:lnTo>
                <a:lnTo>
                  <a:pt x="95712" y="223398"/>
                </a:lnTo>
                <a:lnTo>
                  <a:pt x="94601" y="222245"/>
                </a:lnTo>
                <a:lnTo>
                  <a:pt x="88069" y="224248"/>
                </a:lnTo>
                <a:lnTo>
                  <a:pt x="85171" y="225771"/>
                </a:lnTo>
                <a:lnTo>
                  <a:pt x="78444" y="230226"/>
                </a:lnTo>
                <a:lnTo>
                  <a:pt x="77021" y="230909"/>
                </a:lnTo>
                <a:lnTo>
                  <a:pt x="75174" y="231254"/>
                </a:lnTo>
                <a:lnTo>
                  <a:pt x="77598" y="242847"/>
                </a:lnTo>
                <a:lnTo>
                  <a:pt x="74173" y="246044"/>
                </a:lnTo>
                <a:lnTo>
                  <a:pt x="74876" y="252980"/>
                </a:lnTo>
                <a:lnTo>
                  <a:pt x="75524" y="255243"/>
                </a:lnTo>
                <a:lnTo>
                  <a:pt x="74010" y="255922"/>
                </a:lnTo>
                <a:lnTo>
                  <a:pt x="73038" y="256772"/>
                </a:lnTo>
                <a:lnTo>
                  <a:pt x="73984" y="257340"/>
                </a:lnTo>
                <a:lnTo>
                  <a:pt x="75777" y="260790"/>
                </a:lnTo>
                <a:lnTo>
                  <a:pt x="75900" y="266798"/>
                </a:lnTo>
                <a:lnTo>
                  <a:pt x="74455" y="267349"/>
                </a:lnTo>
                <a:lnTo>
                  <a:pt x="74560" y="268897"/>
                </a:lnTo>
                <a:lnTo>
                  <a:pt x="75809" y="274284"/>
                </a:lnTo>
                <a:lnTo>
                  <a:pt x="77433" y="279420"/>
                </a:lnTo>
                <a:lnTo>
                  <a:pt x="77745" y="279402"/>
                </a:lnTo>
                <a:lnTo>
                  <a:pt x="76899" y="280179"/>
                </a:lnTo>
                <a:lnTo>
                  <a:pt x="81982" y="293521"/>
                </a:lnTo>
                <a:lnTo>
                  <a:pt x="81596" y="294686"/>
                </a:lnTo>
                <a:lnTo>
                  <a:pt x="83436" y="296727"/>
                </a:lnTo>
                <a:lnTo>
                  <a:pt x="87698" y="298302"/>
                </a:lnTo>
                <a:lnTo>
                  <a:pt x="90249" y="291026"/>
                </a:lnTo>
                <a:lnTo>
                  <a:pt x="90647" y="288674"/>
                </a:lnTo>
                <a:lnTo>
                  <a:pt x="93100" y="289165"/>
                </a:lnTo>
                <a:lnTo>
                  <a:pt x="97860" y="291842"/>
                </a:lnTo>
                <a:lnTo>
                  <a:pt x="96385" y="297707"/>
                </a:lnTo>
                <a:lnTo>
                  <a:pt x="95214" y="300695"/>
                </a:lnTo>
                <a:lnTo>
                  <a:pt x="95994" y="300994"/>
                </a:lnTo>
                <a:lnTo>
                  <a:pt x="95885" y="303003"/>
                </a:lnTo>
                <a:lnTo>
                  <a:pt x="97231" y="302618"/>
                </a:lnTo>
                <a:lnTo>
                  <a:pt x="97314" y="302056"/>
                </a:lnTo>
                <a:lnTo>
                  <a:pt x="97792" y="302127"/>
                </a:lnTo>
                <a:lnTo>
                  <a:pt x="98009" y="301727"/>
                </a:lnTo>
                <a:lnTo>
                  <a:pt x="99721" y="302394"/>
                </a:lnTo>
                <a:lnTo>
                  <a:pt x="102029" y="302574"/>
                </a:lnTo>
                <a:lnTo>
                  <a:pt x="104795" y="300121"/>
                </a:lnTo>
                <a:lnTo>
                  <a:pt x="106659" y="301347"/>
                </a:lnTo>
                <a:lnTo>
                  <a:pt x="111514" y="299114"/>
                </a:lnTo>
                <a:lnTo>
                  <a:pt x="107537" y="294481"/>
                </a:lnTo>
                <a:lnTo>
                  <a:pt x="105313" y="294436"/>
                </a:lnTo>
                <a:lnTo>
                  <a:pt x="105679" y="291381"/>
                </a:lnTo>
                <a:lnTo>
                  <a:pt x="109945" y="290462"/>
                </a:lnTo>
                <a:lnTo>
                  <a:pt x="109793" y="292027"/>
                </a:lnTo>
                <a:lnTo>
                  <a:pt x="110784" y="293753"/>
                </a:lnTo>
                <a:lnTo>
                  <a:pt x="111511" y="293370"/>
                </a:lnTo>
                <a:lnTo>
                  <a:pt x="115539" y="294631"/>
                </a:lnTo>
                <a:lnTo>
                  <a:pt x="116112" y="291508"/>
                </a:lnTo>
                <a:lnTo>
                  <a:pt x="114595" y="290290"/>
                </a:lnTo>
                <a:lnTo>
                  <a:pt x="113821" y="290120"/>
                </a:lnTo>
                <a:lnTo>
                  <a:pt x="111669" y="276997"/>
                </a:lnTo>
                <a:lnTo>
                  <a:pt x="105657" y="278070"/>
                </a:lnTo>
                <a:lnTo>
                  <a:pt x="103892" y="272052"/>
                </a:lnTo>
                <a:lnTo>
                  <a:pt x="108310" y="268479"/>
                </a:lnTo>
                <a:lnTo>
                  <a:pt x="113619" y="264744"/>
                </a:lnTo>
                <a:lnTo>
                  <a:pt x="116582" y="269232"/>
                </a:lnTo>
                <a:lnTo>
                  <a:pt x="117290" y="269699"/>
                </a:lnTo>
                <a:lnTo>
                  <a:pt x="114258" y="277596"/>
                </a:lnTo>
                <a:lnTo>
                  <a:pt x="123524" y="269441"/>
                </a:lnTo>
                <a:lnTo>
                  <a:pt x="124160" y="275863"/>
                </a:lnTo>
                <a:lnTo>
                  <a:pt x="129274" y="284033"/>
                </a:lnTo>
                <a:lnTo>
                  <a:pt x="140019" y="279559"/>
                </a:lnTo>
                <a:lnTo>
                  <a:pt x="136672" y="272950"/>
                </a:lnTo>
                <a:lnTo>
                  <a:pt x="136887" y="272831"/>
                </a:lnTo>
                <a:lnTo>
                  <a:pt x="137743" y="273435"/>
                </a:lnTo>
                <a:lnTo>
                  <a:pt x="140105" y="272588"/>
                </a:lnTo>
                <a:lnTo>
                  <a:pt x="140803" y="271776"/>
                </a:lnTo>
                <a:lnTo>
                  <a:pt x="142299" y="270803"/>
                </a:lnTo>
                <a:lnTo>
                  <a:pt x="141492" y="267984"/>
                </a:lnTo>
                <a:lnTo>
                  <a:pt x="145270" y="269674"/>
                </a:lnTo>
                <a:lnTo>
                  <a:pt x="146351" y="269663"/>
                </a:lnTo>
                <a:lnTo>
                  <a:pt x="147279" y="268930"/>
                </a:lnTo>
                <a:lnTo>
                  <a:pt x="147388" y="269558"/>
                </a:lnTo>
                <a:lnTo>
                  <a:pt x="149158" y="270965"/>
                </a:lnTo>
                <a:lnTo>
                  <a:pt x="152811" y="265837"/>
                </a:lnTo>
                <a:lnTo>
                  <a:pt x="152599" y="265188"/>
                </a:lnTo>
                <a:lnTo>
                  <a:pt x="153068" y="264901"/>
                </a:lnTo>
                <a:lnTo>
                  <a:pt x="154764" y="271828"/>
                </a:lnTo>
                <a:lnTo>
                  <a:pt x="155928" y="273236"/>
                </a:lnTo>
                <a:lnTo>
                  <a:pt x="153858" y="275232"/>
                </a:lnTo>
                <a:lnTo>
                  <a:pt x="150642" y="275803"/>
                </a:lnTo>
                <a:lnTo>
                  <a:pt x="144674" y="277687"/>
                </a:lnTo>
                <a:lnTo>
                  <a:pt x="145932" y="279619"/>
                </a:lnTo>
                <a:lnTo>
                  <a:pt x="146501" y="281080"/>
                </a:lnTo>
                <a:lnTo>
                  <a:pt x="145263" y="288042"/>
                </a:lnTo>
                <a:lnTo>
                  <a:pt x="149413" y="288798"/>
                </a:lnTo>
                <a:lnTo>
                  <a:pt x="149675" y="290682"/>
                </a:lnTo>
                <a:lnTo>
                  <a:pt x="148006" y="291021"/>
                </a:lnTo>
                <a:lnTo>
                  <a:pt x="149325" y="292946"/>
                </a:lnTo>
                <a:lnTo>
                  <a:pt x="132587" y="298183"/>
                </a:lnTo>
                <a:lnTo>
                  <a:pt x="129061" y="308531"/>
                </a:lnTo>
                <a:lnTo>
                  <a:pt x="134236" y="311454"/>
                </a:lnTo>
                <a:lnTo>
                  <a:pt x="129917" y="317410"/>
                </a:lnTo>
                <a:lnTo>
                  <a:pt x="126222" y="326546"/>
                </a:lnTo>
                <a:lnTo>
                  <a:pt x="127104" y="326787"/>
                </a:lnTo>
                <a:lnTo>
                  <a:pt x="128234" y="329307"/>
                </a:lnTo>
                <a:lnTo>
                  <a:pt x="125752" y="338995"/>
                </a:lnTo>
                <a:lnTo>
                  <a:pt x="117035" y="335377"/>
                </a:lnTo>
                <a:lnTo>
                  <a:pt x="116484" y="336676"/>
                </a:lnTo>
                <a:lnTo>
                  <a:pt x="117343" y="337087"/>
                </a:lnTo>
                <a:lnTo>
                  <a:pt x="115396" y="345579"/>
                </a:lnTo>
                <a:lnTo>
                  <a:pt x="115598" y="354083"/>
                </a:lnTo>
                <a:lnTo>
                  <a:pt x="115715" y="354399"/>
                </a:lnTo>
                <a:lnTo>
                  <a:pt x="116051" y="354404"/>
                </a:lnTo>
                <a:lnTo>
                  <a:pt x="115996" y="354980"/>
                </a:lnTo>
                <a:lnTo>
                  <a:pt x="112720" y="361083"/>
                </a:lnTo>
                <a:lnTo>
                  <a:pt x="112330" y="359966"/>
                </a:lnTo>
                <a:lnTo>
                  <a:pt x="106819" y="360432"/>
                </a:lnTo>
                <a:lnTo>
                  <a:pt x="100105" y="360133"/>
                </a:lnTo>
                <a:lnTo>
                  <a:pt x="96603" y="361736"/>
                </a:lnTo>
                <a:lnTo>
                  <a:pt x="94849" y="355834"/>
                </a:lnTo>
                <a:lnTo>
                  <a:pt x="94065" y="355934"/>
                </a:lnTo>
                <a:lnTo>
                  <a:pt x="93959" y="357235"/>
                </a:lnTo>
                <a:lnTo>
                  <a:pt x="85930" y="356939"/>
                </a:lnTo>
                <a:lnTo>
                  <a:pt x="76039" y="353460"/>
                </a:lnTo>
                <a:lnTo>
                  <a:pt x="72554" y="352672"/>
                </a:lnTo>
                <a:lnTo>
                  <a:pt x="65237" y="358454"/>
                </a:lnTo>
                <a:lnTo>
                  <a:pt x="64423" y="361008"/>
                </a:lnTo>
                <a:lnTo>
                  <a:pt x="62788" y="369259"/>
                </a:lnTo>
                <a:lnTo>
                  <a:pt x="55939" y="366768"/>
                </a:lnTo>
                <a:lnTo>
                  <a:pt x="54497" y="369341"/>
                </a:lnTo>
                <a:lnTo>
                  <a:pt x="51939" y="368669"/>
                </a:lnTo>
                <a:lnTo>
                  <a:pt x="49719" y="369597"/>
                </a:lnTo>
                <a:lnTo>
                  <a:pt x="51797" y="372999"/>
                </a:lnTo>
                <a:lnTo>
                  <a:pt x="49228" y="374495"/>
                </a:lnTo>
                <a:lnTo>
                  <a:pt x="49850" y="376357"/>
                </a:lnTo>
                <a:lnTo>
                  <a:pt x="48405" y="377193"/>
                </a:lnTo>
                <a:lnTo>
                  <a:pt x="47148" y="381444"/>
                </a:lnTo>
                <a:lnTo>
                  <a:pt x="52324" y="385079"/>
                </a:lnTo>
                <a:lnTo>
                  <a:pt x="53094" y="391638"/>
                </a:lnTo>
                <a:lnTo>
                  <a:pt x="54363" y="390444"/>
                </a:lnTo>
                <a:lnTo>
                  <a:pt x="53364" y="400530"/>
                </a:lnTo>
                <a:lnTo>
                  <a:pt x="62108" y="403128"/>
                </a:lnTo>
                <a:lnTo>
                  <a:pt x="68950" y="405490"/>
                </a:lnTo>
                <a:lnTo>
                  <a:pt x="69440" y="413912"/>
                </a:lnTo>
                <a:lnTo>
                  <a:pt x="77178" y="417866"/>
                </a:lnTo>
                <a:lnTo>
                  <a:pt x="77102" y="419623"/>
                </a:lnTo>
                <a:lnTo>
                  <a:pt x="83371" y="423731"/>
                </a:lnTo>
                <a:lnTo>
                  <a:pt x="88500" y="420734"/>
                </a:lnTo>
                <a:lnTo>
                  <a:pt x="90972" y="420099"/>
                </a:lnTo>
                <a:lnTo>
                  <a:pt x="95332" y="419539"/>
                </a:lnTo>
                <a:lnTo>
                  <a:pt x="99894" y="417738"/>
                </a:lnTo>
                <a:lnTo>
                  <a:pt x="101796" y="425275"/>
                </a:lnTo>
                <a:lnTo>
                  <a:pt x="105369" y="424462"/>
                </a:lnTo>
                <a:lnTo>
                  <a:pt x="107218" y="429548"/>
                </a:lnTo>
                <a:lnTo>
                  <a:pt x="108869" y="435626"/>
                </a:lnTo>
                <a:lnTo>
                  <a:pt x="103811" y="437186"/>
                </a:lnTo>
                <a:lnTo>
                  <a:pt x="99143" y="439759"/>
                </a:lnTo>
                <a:lnTo>
                  <a:pt x="98047" y="439523"/>
                </a:lnTo>
                <a:lnTo>
                  <a:pt x="98188" y="440075"/>
                </a:lnTo>
                <a:lnTo>
                  <a:pt x="96445" y="440473"/>
                </a:lnTo>
                <a:lnTo>
                  <a:pt x="95314" y="442659"/>
                </a:lnTo>
                <a:lnTo>
                  <a:pt x="95695" y="444779"/>
                </a:lnTo>
                <a:lnTo>
                  <a:pt x="94625" y="444997"/>
                </a:lnTo>
                <a:lnTo>
                  <a:pt x="92014" y="448892"/>
                </a:lnTo>
                <a:lnTo>
                  <a:pt x="91340" y="457748"/>
                </a:lnTo>
                <a:lnTo>
                  <a:pt x="78545" y="456334"/>
                </a:lnTo>
                <a:lnTo>
                  <a:pt x="73949" y="454786"/>
                </a:lnTo>
                <a:lnTo>
                  <a:pt x="72498" y="455271"/>
                </a:lnTo>
                <a:lnTo>
                  <a:pt x="71952" y="455112"/>
                </a:lnTo>
                <a:lnTo>
                  <a:pt x="71874" y="455708"/>
                </a:lnTo>
                <a:lnTo>
                  <a:pt x="70483" y="454986"/>
                </a:lnTo>
                <a:lnTo>
                  <a:pt x="68580" y="458173"/>
                </a:lnTo>
                <a:lnTo>
                  <a:pt x="69614" y="462535"/>
                </a:lnTo>
                <a:lnTo>
                  <a:pt x="60564" y="460537"/>
                </a:lnTo>
                <a:lnTo>
                  <a:pt x="60988" y="457018"/>
                </a:lnTo>
                <a:lnTo>
                  <a:pt x="59869" y="456596"/>
                </a:lnTo>
                <a:lnTo>
                  <a:pt x="59317" y="458255"/>
                </a:lnTo>
                <a:lnTo>
                  <a:pt x="57932" y="457856"/>
                </a:lnTo>
                <a:lnTo>
                  <a:pt x="58812" y="456198"/>
                </a:lnTo>
                <a:lnTo>
                  <a:pt x="53719" y="454280"/>
                </a:lnTo>
                <a:lnTo>
                  <a:pt x="53214" y="453609"/>
                </a:lnTo>
                <a:lnTo>
                  <a:pt x="53444" y="453114"/>
                </a:lnTo>
                <a:lnTo>
                  <a:pt x="52690" y="453524"/>
                </a:lnTo>
                <a:lnTo>
                  <a:pt x="51967" y="453044"/>
                </a:lnTo>
                <a:lnTo>
                  <a:pt x="51011" y="453262"/>
                </a:lnTo>
                <a:lnTo>
                  <a:pt x="50245" y="458249"/>
                </a:lnTo>
                <a:lnTo>
                  <a:pt x="50323" y="464737"/>
                </a:lnTo>
                <a:lnTo>
                  <a:pt x="50729" y="465202"/>
                </a:lnTo>
                <a:lnTo>
                  <a:pt x="51411" y="467713"/>
                </a:lnTo>
                <a:lnTo>
                  <a:pt x="50446" y="470109"/>
                </a:lnTo>
                <a:lnTo>
                  <a:pt x="46621" y="469786"/>
                </a:lnTo>
                <a:lnTo>
                  <a:pt x="47186" y="470604"/>
                </a:lnTo>
                <a:lnTo>
                  <a:pt x="46718" y="471091"/>
                </a:lnTo>
                <a:lnTo>
                  <a:pt x="46893" y="472501"/>
                </a:lnTo>
                <a:lnTo>
                  <a:pt x="45381" y="472460"/>
                </a:lnTo>
                <a:lnTo>
                  <a:pt x="44029" y="473675"/>
                </a:lnTo>
                <a:lnTo>
                  <a:pt x="43466" y="473280"/>
                </a:lnTo>
                <a:lnTo>
                  <a:pt x="43163" y="473469"/>
                </a:lnTo>
                <a:lnTo>
                  <a:pt x="42600" y="475177"/>
                </a:lnTo>
                <a:lnTo>
                  <a:pt x="42359" y="474871"/>
                </a:lnTo>
                <a:lnTo>
                  <a:pt x="42050" y="474939"/>
                </a:lnTo>
                <a:lnTo>
                  <a:pt x="43721" y="478395"/>
                </a:lnTo>
                <a:lnTo>
                  <a:pt x="35628" y="478843"/>
                </a:lnTo>
                <a:lnTo>
                  <a:pt x="35652" y="481754"/>
                </a:lnTo>
                <a:lnTo>
                  <a:pt x="31921" y="481681"/>
                </a:lnTo>
                <a:lnTo>
                  <a:pt x="30709" y="481923"/>
                </a:lnTo>
                <a:lnTo>
                  <a:pt x="28171" y="481611"/>
                </a:lnTo>
                <a:lnTo>
                  <a:pt x="24831" y="493414"/>
                </a:lnTo>
                <a:lnTo>
                  <a:pt x="26718" y="493330"/>
                </a:lnTo>
                <a:lnTo>
                  <a:pt x="28622" y="501972"/>
                </a:lnTo>
                <a:lnTo>
                  <a:pt x="18531" y="503760"/>
                </a:lnTo>
                <a:lnTo>
                  <a:pt x="18654" y="504710"/>
                </a:lnTo>
                <a:lnTo>
                  <a:pt x="17532" y="504905"/>
                </a:lnTo>
                <a:lnTo>
                  <a:pt x="17638" y="506123"/>
                </a:lnTo>
                <a:lnTo>
                  <a:pt x="16942" y="506124"/>
                </a:lnTo>
                <a:lnTo>
                  <a:pt x="13485" y="507357"/>
                </a:lnTo>
                <a:lnTo>
                  <a:pt x="13737" y="511000"/>
                </a:lnTo>
                <a:lnTo>
                  <a:pt x="13177" y="510995"/>
                </a:lnTo>
                <a:lnTo>
                  <a:pt x="13292" y="512452"/>
                </a:lnTo>
                <a:lnTo>
                  <a:pt x="13846" y="512623"/>
                </a:lnTo>
                <a:lnTo>
                  <a:pt x="14128" y="516610"/>
                </a:lnTo>
                <a:lnTo>
                  <a:pt x="11240" y="523828"/>
                </a:lnTo>
                <a:lnTo>
                  <a:pt x="6814" y="523228"/>
                </a:lnTo>
                <a:lnTo>
                  <a:pt x="7030" y="520815"/>
                </a:lnTo>
                <a:lnTo>
                  <a:pt x="3436" y="521091"/>
                </a:lnTo>
                <a:lnTo>
                  <a:pt x="3137" y="522755"/>
                </a:lnTo>
                <a:lnTo>
                  <a:pt x="0" y="522355"/>
                </a:lnTo>
                <a:lnTo>
                  <a:pt x="777" y="524358"/>
                </a:lnTo>
                <a:lnTo>
                  <a:pt x="68" y="524472"/>
                </a:lnTo>
                <a:lnTo>
                  <a:pt x="1265" y="525357"/>
                </a:lnTo>
                <a:lnTo>
                  <a:pt x="1283" y="526086"/>
                </a:lnTo>
                <a:lnTo>
                  <a:pt x="2945" y="527984"/>
                </a:lnTo>
                <a:lnTo>
                  <a:pt x="2726" y="529646"/>
                </a:lnTo>
                <a:lnTo>
                  <a:pt x="2997" y="530290"/>
                </a:lnTo>
                <a:lnTo>
                  <a:pt x="3757" y="530226"/>
                </a:lnTo>
                <a:lnTo>
                  <a:pt x="5590" y="528796"/>
                </a:lnTo>
                <a:lnTo>
                  <a:pt x="6282" y="528741"/>
                </a:lnTo>
                <a:lnTo>
                  <a:pt x="6202" y="530398"/>
                </a:lnTo>
                <a:lnTo>
                  <a:pt x="7355" y="532977"/>
                </a:lnTo>
                <a:lnTo>
                  <a:pt x="9501" y="535493"/>
                </a:lnTo>
                <a:lnTo>
                  <a:pt x="10243" y="535467"/>
                </a:lnTo>
                <a:lnTo>
                  <a:pt x="11140" y="534595"/>
                </a:lnTo>
                <a:lnTo>
                  <a:pt x="11428" y="533071"/>
                </a:lnTo>
                <a:lnTo>
                  <a:pt x="11808" y="532489"/>
                </a:lnTo>
                <a:lnTo>
                  <a:pt x="13069" y="532118"/>
                </a:lnTo>
                <a:lnTo>
                  <a:pt x="14462" y="532427"/>
                </a:lnTo>
                <a:lnTo>
                  <a:pt x="14642" y="532807"/>
                </a:lnTo>
                <a:lnTo>
                  <a:pt x="14454" y="533283"/>
                </a:lnTo>
                <a:lnTo>
                  <a:pt x="12600" y="534763"/>
                </a:lnTo>
                <a:lnTo>
                  <a:pt x="12725" y="535797"/>
                </a:lnTo>
                <a:lnTo>
                  <a:pt x="13344" y="537161"/>
                </a:lnTo>
                <a:lnTo>
                  <a:pt x="14207" y="536861"/>
                </a:lnTo>
                <a:lnTo>
                  <a:pt x="17377" y="534438"/>
                </a:lnTo>
                <a:lnTo>
                  <a:pt x="18295" y="534019"/>
                </a:lnTo>
                <a:lnTo>
                  <a:pt x="19864" y="534113"/>
                </a:lnTo>
                <a:lnTo>
                  <a:pt x="21637" y="534733"/>
                </a:lnTo>
                <a:lnTo>
                  <a:pt x="24454" y="534060"/>
                </a:lnTo>
                <a:lnTo>
                  <a:pt x="26228" y="535073"/>
                </a:lnTo>
                <a:lnTo>
                  <a:pt x="26527" y="536034"/>
                </a:lnTo>
                <a:lnTo>
                  <a:pt x="26262" y="537970"/>
                </a:lnTo>
                <a:lnTo>
                  <a:pt x="27028" y="538805"/>
                </a:lnTo>
                <a:lnTo>
                  <a:pt x="28596" y="542265"/>
                </a:lnTo>
                <a:lnTo>
                  <a:pt x="29551" y="543275"/>
                </a:lnTo>
                <a:lnTo>
                  <a:pt x="30901" y="545437"/>
                </a:lnTo>
                <a:lnTo>
                  <a:pt x="30367" y="546342"/>
                </a:lnTo>
                <a:lnTo>
                  <a:pt x="28129" y="548596"/>
                </a:lnTo>
                <a:lnTo>
                  <a:pt x="28333" y="549397"/>
                </a:lnTo>
                <a:lnTo>
                  <a:pt x="28942" y="549910"/>
                </a:lnTo>
                <a:lnTo>
                  <a:pt x="31244" y="548596"/>
                </a:lnTo>
                <a:lnTo>
                  <a:pt x="34755" y="544077"/>
                </a:lnTo>
                <a:lnTo>
                  <a:pt x="34795" y="543607"/>
                </a:lnTo>
                <a:lnTo>
                  <a:pt x="32314" y="541237"/>
                </a:lnTo>
                <a:lnTo>
                  <a:pt x="32359" y="540792"/>
                </a:lnTo>
                <a:lnTo>
                  <a:pt x="33602" y="540017"/>
                </a:lnTo>
                <a:lnTo>
                  <a:pt x="34881" y="540732"/>
                </a:lnTo>
                <a:lnTo>
                  <a:pt x="36513" y="542414"/>
                </a:lnTo>
                <a:lnTo>
                  <a:pt x="36528" y="543393"/>
                </a:lnTo>
                <a:lnTo>
                  <a:pt x="36991" y="544447"/>
                </a:lnTo>
                <a:lnTo>
                  <a:pt x="37507" y="544446"/>
                </a:lnTo>
                <a:lnTo>
                  <a:pt x="38356" y="543950"/>
                </a:lnTo>
                <a:lnTo>
                  <a:pt x="38019" y="542565"/>
                </a:lnTo>
                <a:lnTo>
                  <a:pt x="39083" y="540670"/>
                </a:lnTo>
                <a:lnTo>
                  <a:pt x="39040" y="540193"/>
                </a:lnTo>
                <a:lnTo>
                  <a:pt x="38293" y="539833"/>
                </a:lnTo>
                <a:lnTo>
                  <a:pt x="38154" y="539456"/>
                </a:lnTo>
                <a:lnTo>
                  <a:pt x="39067" y="538350"/>
                </a:lnTo>
                <a:lnTo>
                  <a:pt x="39485" y="538323"/>
                </a:lnTo>
                <a:lnTo>
                  <a:pt x="40705" y="542337"/>
                </a:lnTo>
                <a:lnTo>
                  <a:pt x="41797" y="543225"/>
                </a:lnTo>
                <a:lnTo>
                  <a:pt x="43149" y="543692"/>
                </a:lnTo>
                <a:lnTo>
                  <a:pt x="44651" y="545434"/>
                </a:lnTo>
                <a:lnTo>
                  <a:pt x="44825" y="546615"/>
                </a:lnTo>
                <a:lnTo>
                  <a:pt x="43640" y="548362"/>
                </a:lnTo>
                <a:lnTo>
                  <a:pt x="43477" y="549478"/>
                </a:lnTo>
                <a:lnTo>
                  <a:pt x="47506" y="551527"/>
                </a:lnTo>
                <a:lnTo>
                  <a:pt x="47990" y="553277"/>
                </a:lnTo>
                <a:lnTo>
                  <a:pt x="49252" y="554573"/>
                </a:lnTo>
                <a:lnTo>
                  <a:pt x="49989" y="554802"/>
                </a:lnTo>
                <a:lnTo>
                  <a:pt x="51084" y="556093"/>
                </a:lnTo>
                <a:lnTo>
                  <a:pt x="51091" y="556804"/>
                </a:lnTo>
                <a:lnTo>
                  <a:pt x="50357" y="558291"/>
                </a:lnTo>
                <a:lnTo>
                  <a:pt x="48737" y="558824"/>
                </a:lnTo>
                <a:lnTo>
                  <a:pt x="48065" y="560272"/>
                </a:lnTo>
                <a:lnTo>
                  <a:pt x="48325" y="560892"/>
                </a:lnTo>
                <a:lnTo>
                  <a:pt x="51820" y="559772"/>
                </a:lnTo>
                <a:lnTo>
                  <a:pt x="52757" y="558623"/>
                </a:lnTo>
                <a:lnTo>
                  <a:pt x="52943" y="557422"/>
                </a:lnTo>
                <a:lnTo>
                  <a:pt x="52731" y="556123"/>
                </a:lnTo>
                <a:lnTo>
                  <a:pt x="53019" y="555802"/>
                </a:lnTo>
                <a:lnTo>
                  <a:pt x="54433" y="555006"/>
                </a:lnTo>
                <a:lnTo>
                  <a:pt x="55644" y="555854"/>
                </a:lnTo>
                <a:lnTo>
                  <a:pt x="56853" y="555644"/>
                </a:lnTo>
                <a:lnTo>
                  <a:pt x="58650" y="553041"/>
                </a:lnTo>
                <a:lnTo>
                  <a:pt x="61337" y="552537"/>
                </a:lnTo>
                <a:lnTo>
                  <a:pt x="61322" y="550156"/>
                </a:lnTo>
                <a:lnTo>
                  <a:pt x="64242" y="550743"/>
                </a:lnTo>
                <a:lnTo>
                  <a:pt x="66535" y="552569"/>
                </a:lnTo>
                <a:lnTo>
                  <a:pt x="67031" y="552812"/>
                </a:lnTo>
                <a:lnTo>
                  <a:pt x="67396" y="552684"/>
                </a:lnTo>
                <a:lnTo>
                  <a:pt x="67916" y="551999"/>
                </a:lnTo>
                <a:lnTo>
                  <a:pt x="68233" y="550914"/>
                </a:lnTo>
                <a:lnTo>
                  <a:pt x="68647" y="550655"/>
                </a:lnTo>
                <a:lnTo>
                  <a:pt x="69484" y="548621"/>
                </a:lnTo>
                <a:lnTo>
                  <a:pt x="69114" y="547969"/>
                </a:lnTo>
                <a:lnTo>
                  <a:pt x="67829" y="547370"/>
                </a:lnTo>
                <a:lnTo>
                  <a:pt x="65654" y="547016"/>
                </a:lnTo>
                <a:lnTo>
                  <a:pt x="63970" y="547744"/>
                </a:lnTo>
                <a:lnTo>
                  <a:pt x="62903" y="548678"/>
                </a:lnTo>
                <a:lnTo>
                  <a:pt x="61664" y="547416"/>
                </a:lnTo>
                <a:lnTo>
                  <a:pt x="61002" y="547504"/>
                </a:lnTo>
                <a:lnTo>
                  <a:pt x="60872" y="547276"/>
                </a:lnTo>
                <a:lnTo>
                  <a:pt x="63839" y="542735"/>
                </a:lnTo>
                <a:lnTo>
                  <a:pt x="66118" y="541516"/>
                </a:lnTo>
                <a:lnTo>
                  <a:pt x="66562" y="540204"/>
                </a:lnTo>
                <a:lnTo>
                  <a:pt x="67680" y="540087"/>
                </a:lnTo>
                <a:lnTo>
                  <a:pt x="68055" y="539811"/>
                </a:lnTo>
                <a:lnTo>
                  <a:pt x="69527" y="541293"/>
                </a:lnTo>
                <a:lnTo>
                  <a:pt x="70713" y="541451"/>
                </a:lnTo>
                <a:lnTo>
                  <a:pt x="74352" y="544331"/>
                </a:lnTo>
                <a:lnTo>
                  <a:pt x="77178" y="544525"/>
                </a:lnTo>
                <a:lnTo>
                  <a:pt x="78291" y="543242"/>
                </a:lnTo>
                <a:lnTo>
                  <a:pt x="79087" y="543364"/>
                </a:lnTo>
                <a:lnTo>
                  <a:pt x="79564" y="543843"/>
                </a:lnTo>
                <a:lnTo>
                  <a:pt x="79842" y="545282"/>
                </a:lnTo>
                <a:lnTo>
                  <a:pt x="81443" y="546391"/>
                </a:lnTo>
                <a:lnTo>
                  <a:pt x="82345" y="548501"/>
                </a:lnTo>
                <a:lnTo>
                  <a:pt x="83216" y="549720"/>
                </a:lnTo>
                <a:lnTo>
                  <a:pt x="84431" y="550088"/>
                </a:lnTo>
                <a:lnTo>
                  <a:pt x="86442" y="549026"/>
                </a:lnTo>
                <a:lnTo>
                  <a:pt x="87881" y="549933"/>
                </a:lnTo>
                <a:lnTo>
                  <a:pt x="89033" y="550184"/>
                </a:lnTo>
                <a:lnTo>
                  <a:pt x="90036" y="551378"/>
                </a:lnTo>
                <a:lnTo>
                  <a:pt x="89455" y="553247"/>
                </a:lnTo>
                <a:lnTo>
                  <a:pt x="92542" y="554588"/>
                </a:lnTo>
                <a:lnTo>
                  <a:pt x="92994" y="555283"/>
                </a:lnTo>
                <a:lnTo>
                  <a:pt x="93488" y="554811"/>
                </a:lnTo>
                <a:lnTo>
                  <a:pt x="94261" y="553093"/>
                </a:lnTo>
                <a:lnTo>
                  <a:pt x="94187" y="552203"/>
                </a:lnTo>
                <a:lnTo>
                  <a:pt x="94801" y="552031"/>
                </a:lnTo>
                <a:lnTo>
                  <a:pt x="95577" y="553540"/>
                </a:lnTo>
                <a:lnTo>
                  <a:pt x="95800" y="556234"/>
                </a:lnTo>
                <a:lnTo>
                  <a:pt x="95616" y="557177"/>
                </a:lnTo>
                <a:lnTo>
                  <a:pt x="96130" y="558004"/>
                </a:lnTo>
                <a:lnTo>
                  <a:pt x="98194" y="557022"/>
                </a:lnTo>
                <a:lnTo>
                  <a:pt x="99608" y="557963"/>
                </a:lnTo>
                <a:lnTo>
                  <a:pt x="100387" y="557985"/>
                </a:lnTo>
                <a:lnTo>
                  <a:pt x="101199" y="557539"/>
                </a:lnTo>
                <a:lnTo>
                  <a:pt x="102747" y="555353"/>
                </a:lnTo>
                <a:lnTo>
                  <a:pt x="103731" y="554927"/>
                </a:lnTo>
                <a:lnTo>
                  <a:pt x="104826" y="556037"/>
                </a:lnTo>
                <a:lnTo>
                  <a:pt x="105728" y="556278"/>
                </a:lnTo>
                <a:lnTo>
                  <a:pt x="107259" y="560846"/>
                </a:lnTo>
                <a:lnTo>
                  <a:pt x="108713" y="561672"/>
                </a:lnTo>
                <a:lnTo>
                  <a:pt x="110059" y="560709"/>
                </a:lnTo>
                <a:lnTo>
                  <a:pt x="110814" y="559615"/>
                </a:lnTo>
                <a:lnTo>
                  <a:pt x="110132" y="558560"/>
                </a:lnTo>
                <a:lnTo>
                  <a:pt x="110690" y="557053"/>
                </a:lnTo>
                <a:lnTo>
                  <a:pt x="110538" y="556086"/>
                </a:lnTo>
                <a:lnTo>
                  <a:pt x="109851" y="555472"/>
                </a:lnTo>
                <a:lnTo>
                  <a:pt x="108413" y="555088"/>
                </a:lnTo>
                <a:lnTo>
                  <a:pt x="109897" y="552966"/>
                </a:lnTo>
                <a:lnTo>
                  <a:pt x="111655" y="554261"/>
                </a:lnTo>
                <a:lnTo>
                  <a:pt x="112229" y="554342"/>
                </a:lnTo>
                <a:lnTo>
                  <a:pt x="113133" y="553960"/>
                </a:lnTo>
                <a:lnTo>
                  <a:pt x="114485" y="552701"/>
                </a:lnTo>
                <a:lnTo>
                  <a:pt x="115299" y="552926"/>
                </a:lnTo>
                <a:lnTo>
                  <a:pt x="115899" y="553457"/>
                </a:lnTo>
                <a:lnTo>
                  <a:pt x="116869" y="553611"/>
                </a:lnTo>
                <a:lnTo>
                  <a:pt x="117995" y="553678"/>
                </a:lnTo>
                <a:lnTo>
                  <a:pt x="120267" y="553053"/>
                </a:lnTo>
                <a:lnTo>
                  <a:pt x="121579" y="550654"/>
                </a:lnTo>
                <a:lnTo>
                  <a:pt x="122391" y="549919"/>
                </a:lnTo>
                <a:lnTo>
                  <a:pt x="122602" y="549303"/>
                </a:lnTo>
                <a:lnTo>
                  <a:pt x="123004" y="549319"/>
                </a:lnTo>
                <a:lnTo>
                  <a:pt x="127000" y="551688"/>
                </a:lnTo>
                <a:lnTo>
                  <a:pt x="129743" y="552408"/>
                </a:lnTo>
                <a:lnTo>
                  <a:pt x="131882" y="554186"/>
                </a:lnTo>
                <a:lnTo>
                  <a:pt x="132613" y="554434"/>
                </a:lnTo>
                <a:lnTo>
                  <a:pt x="132778" y="554826"/>
                </a:lnTo>
                <a:lnTo>
                  <a:pt x="132427" y="555507"/>
                </a:lnTo>
                <a:lnTo>
                  <a:pt x="133236" y="556850"/>
                </a:lnTo>
                <a:lnTo>
                  <a:pt x="133931" y="556559"/>
                </a:lnTo>
                <a:lnTo>
                  <a:pt x="134568" y="555668"/>
                </a:lnTo>
                <a:lnTo>
                  <a:pt x="134715" y="552302"/>
                </a:lnTo>
                <a:lnTo>
                  <a:pt x="135509" y="552147"/>
                </a:lnTo>
                <a:lnTo>
                  <a:pt x="136686" y="552551"/>
                </a:lnTo>
                <a:lnTo>
                  <a:pt x="137814" y="553281"/>
                </a:lnTo>
                <a:lnTo>
                  <a:pt x="138194" y="554643"/>
                </a:lnTo>
                <a:lnTo>
                  <a:pt x="137040" y="557186"/>
                </a:lnTo>
                <a:lnTo>
                  <a:pt x="136962" y="557901"/>
                </a:lnTo>
                <a:lnTo>
                  <a:pt x="138858" y="559721"/>
                </a:lnTo>
                <a:lnTo>
                  <a:pt x="138785" y="560042"/>
                </a:lnTo>
                <a:lnTo>
                  <a:pt x="138268" y="560298"/>
                </a:lnTo>
                <a:lnTo>
                  <a:pt x="138295" y="560851"/>
                </a:lnTo>
                <a:lnTo>
                  <a:pt x="139352" y="562064"/>
                </a:lnTo>
                <a:lnTo>
                  <a:pt x="139962" y="562337"/>
                </a:lnTo>
                <a:lnTo>
                  <a:pt x="139741" y="563044"/>
                </a:lnTo>
                <a:lnTo>
                  <a:pt x="140298" y="563661"/>
                </a:lnTo>
                <a:lnTo>
                  <a:pt x="140124" y="564002"/>
                </a:lnTo>
                <a:lnTo>
                  <a:pt x="139708" y="563788"/>
                </a:lnTo>
                <a:lnTo>
                  <a:pt x="139890" y="564172"/>
                </a:lnTo>
                <a:lnTo>
                  <a:pt x="139554" y="564506"/>
                </a:lnTo>
                <a:lnTo>
                  <a:pt x="139243" y="564430"/>
                </a:lnTo>
                <a:lnTo>
                  <a:pt x="139121" y="563912"/>
                </a:lnTo>
                <a:lnTo>
                  <a:pt x="138786" y="563963"/>
                </a:lnTo>
                <a:lnTo>
                  <a:pt x="137984" y="565204"/>
                </a:lnTo>
                <a:lnTo>
                  <a:pt x="138143" y="565934"/>
                </a:lnTo>
                <a:lnTo>
                  <a:pt x="137905" y="566495"/>
                </a:lnTo>
                <a:lnTo>
                  <a:pt x="137032" y="566498"/>
                </a:lnTo>
                <a:lnTo>
                  <a:pt x="137010" y="566995"/>
                </a:lnTo>
                <a:lnTo>
                  <a:pt x="138033" y="567786"/>
                </a:lnTo>
                <a:lnTo>
                  <a:pt x="138513" y="567500"/>
                </a:lnTo>
                <a:lnTo>
                  <a:pt x="138952" y="567867"/>
                </a:lnTo>
                <a:lnTo>
                  <a:pt x="139716" y="567941"/>
                </a:lnTo>
                <a:lnTo>
                  <a:pt x="139999" y="568924"/>
                </a:lnTo>
                <a:lnTo>
                  <a:pt x="140668" y="569286"/>
                </a:lnTo>
                <a:lnTo>
                  <a:pt x="141516" y="571772"/>
                </a:lnTo>
                <a:lnTo>
                  <a:pt x="142041" y="572032"/>
                </a:lnTo>
                <a:lnTo>
                  <a:pt x="141894" y="572709"/>
                </a:lnTo>
                <a:lnTo>
                  <a:pt x="142370" y="573251"/>
                </a:lnTo>
                <a:lnTo>
                  <a:pt x="141935" y="573808"/>
                </a:lnTo>
                <a:lnTo>
                  <a:pt x="142355" y="574310"/>
                </a:lnTo>
                <a:lnTo>
                  <a:pt x="143027" y="574262"/>
                </a:lnTo>
                <a:lnTo>
                  <a:pt x="142832" y="574823"/>
                </a:lnTo>
                <a:lnTo>
                  <a:pt x="143722" y="575162"/>
                </a:lnTo>
                <a:lnTo>
                  <a:pt x="144066" y="575968"/>
                </a:lnTo>
                <a:lnTo>
                  <a:pt x="144851" y="576660"/>
                </a:lnTo>
                <a:lnTo>
                  <a:pt x="145063" y="577321"/>
                </a:lnTo>
                <a:lnTo>
                  <a:pt x="144450" y="577388"/>
                </a:lnTo>
                <a:lnTo>
                  <a:pt x="144345" y="577956"/>
                </a:lnTo>
                <a:lnTo>
                  <a:pt x="145347" y="578884"/>
                </a:lnTo>
                <a:lnTo>
                  <a:pt x="145843" y="580015"/>
                </a:lnTo>
                <a:lnTo>
                  <a:pt x="146309" y="580387"/>
                </a:lnTo>
                <a:lnTo>
                  <a:pt x="146054" y="581000"/>
                </a:lnTo>
                <a:lnTo>
                  <a:pt x="146349" y="582173"/>
                </a:lnTo>
                <a:lnTo>
                  <a:pt x="146239" y="582994"/>
                </a:lnTo>
                <a:lnTo>
                  <a:pt x="146726" y="584760"/>
                </a:lnTo>
                <a:lnTo>
                  <a:pt x="147355" y="584683"/>
                </a:lnTo>
                <a:lnTo>
                  <a:pt x="148039" y="583829"/>
                </a:lnTo>
                <a:lnTo>
                  <a:pt x="148393" y="583818"/>
                </a:lnTo>
                <a:lnTo>
                  <a:pt x="148448" y="584183"/>
                </a:lnTo>
                <a:lnTo>
                  <a:pt x="148906" y="584079"/>
                </a:lnTo>
                <a:lnTo>
                  <a:pt x="148951" y="583024"/>
                </a:lnTo>
                <a:lnTo>
                  <a:pt x="149292" y="582965"/>
                </a:lnTo>
                <a:lnTo>
                  <a:pt x="149400" y="582537"/>
                </a:lnTo>
                <a:lnTo>
                  <a:pt x="149606" y="583001"/>
                </a:lnTo>
                <a:lnTo>
                  <a:pt x="150253" y="582777"/>
                </a:lnTo>
                <a:lnTo>
                  <a:pt x="150409" y="582242"/>
                </a:lnTo>
                <a:lnTo>
                  <a:pt x="150161" y="581506"/>
                </a:lnTo>
                <a:lnTo>
                  <a:pt x="150406" y="581097"/>
                </a:lnTo>
                <a:lnTo>
                  <a:pt x="151078" y="581391"/>
                </a:lnTo>
                <a:lnTo>
                  <a:pt x="151831" y="581219"/>
                </a:lnTo>
                <a:lnTo>
                  <a:pt x="152084" y="580529"/>
                </a:lnTo>
                <a:lnTo>
                  <a:pt x="152684" y="581092"/>
                </a:lnTo>
                <a:lnTo>
                  <a:pt x="153007" y="579979"/>
                </a:lnTo>
                <a:lnTo>
                  <a:pt x="153611" y="579800"/>
                </a:lnTo>
                <a:lnTo>
                  <a:pt x="154051" y="580035"/>
                </a:lnTo>
                <a:lnTo>
                  <a:pt x="154187" y="579476"/>
                </a:lnTo>
                <a:lnTo>
                  <a:pt x="156007" y="579229"/>
                </a:lnTo>
                <a:lnTo>
                  <a:pt x="157355" y="580260"/>
                </a:lnTo>
                <a:lnTo>
                  <a:pt x="157645" y="579810"/>
                </a:lnTo>
                <a:lnTo>
                  <a:pt x="158184" y="580082"/>
                </a:lnTo>
                <a:lnTo>
                  <a:pt x="159420" y="579717"/>
                </a:lnTo>
                <a:lnTo>
                  <a:pt x="159348" y="579273"/>
                </a:lnTo>
                <a:lnTo>
                  <a:pt x="159843" y="579171"/>
                </a:lnTo>
                <a:lnTo>
                  <a:pt x="159892" y="578553"/>
                </a:lnTo>
                <a:lnTo>
                  <a:pt x="160265" y="579171"/>
                </a:lnTo>
                <a:lnTo>
                  <a:pt x="160752" y="579269"/>
                </a:lnTo>
                <a:lnTo>
                  <a:pt x="161748" y="580121"/>
                </a:lnTo>
                <a:lnTo>
                  <a:pt x="162745" y="579687"/>
                </a:lnTo>
                <a:lnTo>
                  <a:pt x="163733" y="580730"/>
                </a:lnTo>
                <a:lnTo>
                  <a:pt x="165136" y="580229"/>
                </a:lnTo>
                <a:lnTo>
                  <a:pt x="165784" y="580710"/>
                </a:lnTo>
                <a:lnTo>
                  <a:pt x="165648" y="581242"/>
                </a:lnTo>
                <a:lnTo>
                  <a:pt x="165986" y="581468"/>
                </a:lnTo>
                <a:lnTo>
                  <a:pt x="165581" y="582279"/>
                </a:lnTo>
                <a:lnTo>
                  <a:pt x="165843" y="582567"/>
                </a:lnTo>
                <a:lnTo>
                  <a:pt x="165728" y="583379"/>
                </a:lnTo>
                <a:lnTo>
                  <a:pt x="166176" y="583262"/>
                </a:lnTo>
                <a:lnTo>
                  <a:pt x="165968" y="584563"/>
                </a:lnTo>
                <a:lnTo>
                  <a:pt x="166891" y="585719"/>
                </a:lnTo>
                <a:lnTo>
                  <a:pt x="167022" y="586583"/>
                </a:lnTo>
                <a:lnTo>
                  <a:pt x="166677" y="587632"/>
                </a:lnTo>
                <a:lnTo>
                  <a:pt x="167795" y="587507"/>
                </a:lnTo>
                <a:lnTo>
                  <a:pt x="168195" y="587762"/>
                </a:lnTo>
                <a:lnTo>
                  <a:pt x="168130" y="588091"/>
                </a:lnTo>
                <a:lnTo>
                  <a:pt x="167671" y="587944"/>
                </a:lnTo>
                <a:lnTo>
                  <a:pt x="167484" y="588267"/>
                </a:lnTo>
                <a:lnTo>
                  <a:pt x="167858" y="588685"/>
                </a:lnTo>
                <a:lnTo>
                  <a:pt x="167994" y="588254"/>
                </a:lnTo>
                <a:lnTo>
                  <a:pt x="168281" y="588277"/>
                </a:lnTo>
                <a:lnTo>
                  <a:pt x="168644" y="588727"/>
                </a:lnTo>
                <a:lnTo>
                  <a:pt x="168417" y="589189"/>
                </a:lnTo>
                <a:lnTo>
                  <a:pt x="168575" y="589392"/>
                </a:lnTo>
                <a:lnTo>
                  <a:pt x="169920" y="589011"/>
                </a:lnTo>
                <a:lnTo>
                  <a:pt x="169787" y="589824"/>
                </a:lnTo>
                <a:lnTo>
                  <a:pt x="170251" y="589966"/>
                </a:lnTo>
                <a:lnTo>
                  <a:pt x="170674" y="588021"/>
                </a:lnTo>
                <a:lnTo>
                  <a:pt x="171066" y="587467"/>
                </a:lnTo>
                <a:lnTo>
                  <a:pt x="171475" y="587795"/>
                </a:lnTo>
                <a:lnTo>
                  <a:pt x="171009" y="587936"/>
                </a:lnTo>
                <a:lnTo>
                  <a:pt x="171496" y="588638"/>
                </a:lnTo>
                <a:lnTo>
                  <a:pt x="171932" y="588535"/>
                </a:lnTo>
                <a:lnTo>
                  <a:pt x="172127" y="588026"/>
                </a:lnTo>
                <a:lnTo>
                  <a:pt x="172357" y="588192"/>
                </a:lnTo>
                <a:lnTo>
                  <a:pt x="171876" y="589457"/>
                </a:lnTo>
                <a:lnTo>
                  <a:pt x="172671" y="589061"/>
                </a:lnTo>
                <a:lnTo>
                  <a:pt x="172493" y="589740"/>
                </a:lnTo>
                <a:lnTo>
                  <a:pt x="172710" y="590293"/>
                </a:lnTo>
                <a:lnTo>
                  <a:pt x="172279" y="590334"/>
                </a:lnTo>
                <a:lnTo>
                  <a:pt x="172253" y="590753"/>
                </a:lnTo>
                <a:lnTo>
                  <a:pt x="172904" y="590381"/>
                </a:lnTo>
                <a:lnTo>
                  <a:pt x="172983" y="589509"/>
                </a:lnTo>
                <a:lnTo>
                  <a:pt x="173398" y="589736"/>
                </a:lnTo>
                <a:lnTo>
                  <a:pt x="173119" y="590282"/>
                </a:lnTo>
                <a:lnTo>
                  <a:pt x="173725" y="590057"/>
                </a:lnTo>
                <a:lnTo>
                  <a:pt x="174621" y="590224"/>
                </a:lnTo>
                <a:lnTo>
                  <a:pt x="174379" y="590958"/>
                </a:lnTo>
                <a:lnTo>
                  <a:pt x="174569" y="591096"/>
                </a:lnTo>
                <a:lnTo>
                  <a:pt x="175135" y="590238"/>
                </a:lnTo>
                <a:lnTo>
                  <a:pt x="174622" y="589676"/>
                </a:lnTo>
                <a:lnTo>
                  <a:pt x="174958" y="589977"/>
                </a:lnTo>
                <a:lnTo>
                  <a:pt x="175012" y="589420"/>
                </a:lnTo>
                <a:lnTo>
                  <a:pt x="175408" y="589362"/>
                </a:lnTo>
                <a:lnTo>
                  <a:pt x="175524" y="589521"/>
                </a:lnTo>
                <a:lnTo>
                  <a:pt x="175138" y="589761"/>
                </a:lnTo>
                <a:lnTo>
                  <a:pt x="175600" y="589826"/>
                </a:lnTo>
                <a:lnTo>
                  <a:pt x="175745" y="590561"/>
                </a:lnTo>
                <a:lnTo>
                  <a:pt x="176229" y="591167"/>
                </a:lnTo>
                <a:lnTo>
                  <a:pt x="176914" y="591471"/>
                </a:lnTo>
                <a:lnTo>
                  <a:pt x="176845" y="591869"/>
                </a:lnTo>
                <a:lnTo>
                  <a:pt x="177266" y="592071"/>
                </a:lnTo>
                <a:lnTo>
                  <a:pt x="177119" y="592394"/>
                </a:lnTo>
                <a:lnTo>
                  <a:pt x="177369" y="593045"/>
                </a:lnTo>
                <a:lnTo>
                  <a:pt x="177884" y="593172"/>
                </a:lnTo>
                <a:lnTo>
                  <a:pt x="177641" y="593582"/>
                </a:lnTo>
                <a:lnTo>
                  <a:pt x="178306" y="594213"/>
                </a:lnTo>
                <a:lnTo>
                  <a:pt x="179041" y="594453"/>
                </a:lnTo>
                <a:lnTo>
                  <a:pt x="179564" y="594084"/>
                </a:lnTo>
                <a:lnTo>
                  <a:pt x="179466" y="593528"/>
                </a:lnTo>
                <a:lnTo>
                  <a:pt x="179998" y="593245"/>
                </a:lnTo>
                <a:lnTo>
                  <a:pt x="180650" y="593425"/>
                </a:lnTo>
                <a:lnTo>
                  <a:pt x="181919" y="593103"/>
                </a:lnTo>
                <a:lnTo>
                  <a:pt x="182701" y="592206"/>
                </a:lnTo>
                <a:lnTo>
                  <a:pt x="182825" y="593050"/>
                </a:lnTo>
                <a:lnTo>
                  <a:pt x="183550" y="592956"/>
                </a:lnTo>
                <a:lnTo>
                  <a:pt x="183463" y="593244"/>
                </a:lnTo>
                <a:lnTo>
                  <a:pt x="183115" y="593165"/>
                </a:lnTo>
                <a:lnTo>
                  <a:pt x="183139" y="593454"/>
                </a:lnTo>
                <a:lnTo>
                  <a:pt x="182864" y="593496"/>
                </a:lnTo>
                <a:lnTo>
                  <a:pt x="182834" y="594010"/>
                </a:lnTo>
                <a:lnTo>
                  <a:pt x="183337" y="594233"/>
                </a:lnTo>
                <a:lnTo>
                  <a:pt x="182855" y="595003"/>
                </a:lnTo>
                <a:lnTo>
                  <a:pt x="183090" y="595177"/>
                </a:lnTo>
                <a:lnTo>
                  <a:pt x="183103" y="594783"/>
                </a:lnTo>
                <a:lnTo>
                  <a:pt x="183536" y="594851"/>
                </a:lnTo>
                <a:lnTo>
                  <a:pt x="183639" y="594315"/>
                </a:lnTo>
                <a:lnTo>
                  <a:pt x="183812" y="595019"/>
                </a:lnTo>
                <a:lnTo>
                  <a:pt x="183516" y="595722"/>
                </a:lnTo>
                <a:lnTo>
                  <a:pt x="183872" y="596134"/>
                </a:lnTo>
                <a:lnTo>
                  <a:pt x="183654" y="596249"/>
                </a:lnTo>
                <a:lnTo>
                  <a:pt x="183428" y="595860"/>
                </a:lnTo>
                <a:lnTo>
                  <a:pt x="183154" y="596104"/>
                </a:lnTo>
                <a:lnTo>
                  <a:pt x="183587" y="596651"/>
                </a:lnTo>
                <a:lnTo>
                  <a:pt x="182865" y="597338"/>
                </a:lnTo>
                <a:lnTo>
                  <a:pt x="183534" y="597656"/>
                </a:lnTo>
                <a:lnTo>
                  <a:pt x="183861" y="598264"/>
                </a:lnTo>
                <a:lnTo>
                  <a:pt x="183203" y="598488"/>
                </a:lnTo>
                <a:lnTo>
                  <a:pt x="183317" y="599138"/>
                </a:lnTo>
                <a:lnTo>
                  <a:pt x="182752" y="600039"/>
                </a:lnTo>
                <a:lnTo>
                  <a:pt x="182041" y="600389"/>
                </a:lnTo>
                <a:lnTo>
                  <a:pt x="181533" y="601406"/>
                </a:lnTo>
                <a:lnTo>
                  <a:pt x="182432" y="603610"/>
                </a:lnTo>
                <a:lnTo>
                  <a:pt x="183623" y="603874"/>
                </a:lnTo>
                <a:lnTo>
                  <a:pt x="183791" y="603710"/>
                </a:lnTo>
                <a:lnTo>
                  <a:pt x="184097" y="603096"/>
                </a:lnTo>
                <a:lnTo>
                  <a:pt x="183974" y="601501"/>
                </a:lnTo>
                <a:lnTo>
                  <a:pt x="184516" y="600843"/>
                </a:lnTo>
                <a:lnTo>
                  <a:pt x="186010" y="600943"/>
                </a:lnTo>
                <a:lnTo>
                  <a:pt x="186283" y="601174"/>
                </a:lnTo>
                <a:lnTo>
                  <a:pt x="187785" y="600705"/>
                </a:lnTo>
                <a:lnTo>
                  <a:pt x="189091" y="601613"/>
                </a:lnTo>
                <a:lnTo>
                  <a:pt x="189586" y="601400"/>
                </a:lnTo>
                <a:lnTo>
                  <a:pt x="190006" y="601557"/>
                </a:lnTo>
                <a:lnTo>
                  <a:pt x="190984" y="600911"/>
                </a:lnTo>
                <a:lnTo>
                  <a:pt x="191617" y="601246"/>
                </a:lnTo>
                <a:lnTo>
                  <a:pt x="192300" y="600696"/>
                </a:lnTo>
                <a:lnTo>
                  <a:pt x="192400" y="600985"/>
                </a:lnTo>
                <a:lnTo>
                  <a:pt x="191929" y="601249"/>
                </a:lnTo>
                <a:lnTo>
                  <a:pt x="192111" y="601437"/>
                </a:lnTo>
                <a:lnTo>
                  <a:pt x="192597" y="601032"/>
                </a:lnTo>
                <a:lnTo>
                  <a:pt x="192064" y="600228"/>
                </a:lnTo>
                <a:lnTo>
                  <a:pt x="192749" y="600097"/>
                </a:lnTo>
                <a:lnTo>
                  <a:pt x="194335" y="600203"/>
                </a:lnTo>
                <a:lnTo>
                  <a:pt x="194494" y="601475"/>
                </a:lnTo>
                <a:lnTo>
                  <a:pt x="194957" y="602018"/>
                </a:lnTo>
                <a:lnTo>
                  <a:pt x="196040" y="602072"/>
                </a:lnTo>
                <a:lnTo>
                  <a:pt x="196805" y="601750"/>
                </a:lnTo>
                <a:lnTo>
                  <a:pt x="197497" y="602717"/>
                </a:lnTo>
                <a:lnTo>
                  <a:pt x="197660" y="602434"/>
                </a:lnTo>
                <a:lnTo>
                  <a:pt x="197941" y="602478"/>
                </a:lnTo>
                <a:lnTo>
                  <a:pt x="197811" y="602963"/>
                </a:lnTo>
                <a:lnTo>
                  <a:pt x="198143" y="603159"/>
                </a:lnTo>
                <a:lnTo>
                  <a:pt x="198701" y="602938"/>
                </a:lnTo>
                <a:lnTo>
                  <a:pt x="198413" y="602634"/>
                </a:lnTo>
                <a:lnTo>
                  <a:pt x="199000" y="602491"/>
                </a:lnTo>
                <a:lnTo>
                  <a:pt x="199587" y="604106"/>
                </a:lnTo>
                <a:lnTo>
                  <a:pt x="199987" y="603957"/>
                </a:lnTo>
                <a:lnTo>
                  <a:pt x="200202" y="604255"/>
                </a:lnTo>
                <a:lnTo>
                  <a:pt x="200343" y="603912"/>
                </a:lnTo>
                <a:lnTo>
                  <a:pt x="200803" y="605199"/>
                </a:lnTo>
                <a:lnTo>
                  <a:pt x="201484" y="605091"/>
                </a:lnTo>
                <a:lnTo>
                  <a:pt x="202229" y="606278"/>
                </a:lnTo>
                <a:lnTo>
                  <a:pt x="202247" y="606736"/>
                </a:lnTo>
                <a:lnTo>
                  <a:pt x="202651" y="606645"/>
                </a:lnTo>
                <a:lnTo>
                  <a:pt x="202617" y="607277"/>
                </a:lnTo>
                <a:lnTo>
                  <a:pt x="202820" y="606944"/>
                </a:lnTo>
                <a:lnTo>
                  <a:pt x="203085" y="607072"/>
                </a:lnTo>
                <a:lnTo>
                  <a:pt x="203371" y="607592"/>
                </a:lnTo>
                <a:lnTo>
                  <a:pt x="203285" y="608163"/>
                </a:lnTo>
                <a:lnTo>
                  <a:pt x="203600" y="607963"/>
                </a:lnTo>
                <a:lnTo>
                  <a:pt x="203560" y="608479"/>
                </a:lnTo>
                <a:lnTo>
                  <a:pt x="204205" y="608539"/>
                </a:lnTo>
                <a:lnTo>
                  <a:pt x="203985" y="608900"/>
                </a:lnTo>
                <a:lnTo>
                  <a:pt x="204316" y="608985"/>
                </a:lnTo>
                <a:lnTo>
                  <a:pt x="204441" y="608732"/>
                </a:lnTo>
                <a:lnTo>
                  <a:pt x="204751" y="609200"/>
                </a:lnTo>
                <a:lnTo>
                  <a:pt x="205111" y="611369"/>
                </a:lnTo>
                <a:lnTo>
                  <a:pt x="205507" y="611338"/>
                </a:lnTo>
                <a:lnTo>
                  <a:pt x="205724" y="611636"/>
                </a:lnTo>
                <a:lnTo>
                  <a:pt x="205498" y="611861"/>
                </a:lnTo>
                <a:lnTo>
                  <a:pt x="205872" y="611881"/>
                </a:lnTo>
                <a:lnTo>
                  <a:pt x="205653" y="612264"/>
                </a:lnTo>
                <a:lnTo>
                  <a:pt x="206024" y="613414"/>
                </a:lnTo>
                <a:lnTo>
                  <a:pt x="205191" y="614543"/>
                </a:lnTo>
                <a:lnTo>
                  <a:pt x="205593" y="615469"/>
                </a:lnTo>
                <a:lnTo>
                  <a:pt x="205413" y="616308"/>
                </a:lnTo>
                <a:lnTo>
                  <a:pt x="207276" y="617918"/>
                </a:lnTo>
                <a:lnTo>
                  <a:pt x="207602" y="617819"/>
                </a:lnTo>
                <a:lnTo>
                  <a:pt x="207754" y="617034"/>
                </a:lnTo>
                <a:lnTo>
                  <a:pt x="208278" y="616921"/>
                </a:lnTo>
                <a:lnTo>
                  <a:pt x="207734" y="619075"/>
                </a:lnTo>
                <a:lnTo>
                  <a:pt x="208192" y="619462"/>
                </a:lnTo>
                <a:lnTo>
                  <a:pt x="208436" y="618871"/>
                </a:lnTo>
                <a:lnTo>
                  <a:pt x="208832" y="618759"/>
                </a:lnTo>
                <a:lnTo>
                  <a:pt x="208728" y="620243"/>
                </a:lnTo>
                <a:lnTo>
                  <a:pt x="207855" y="620655"/>
                </a:lnTo>
                <a:lnTo>
                  <a:pt x="208213" y="621358"/>
                </a:lnTo>
                <a:lnTo>
                  <a:pt x="207460" y="622528"/>
                </a:lnTo>
                <a:lnTo>
                  <a:pt x="207394" y="623119"/>
                </a:lnTo>
                <a:lnTo>
                  <a:pt x="208013" y="623671"/>
                </a:lnTo>
                <a:lnTo>
                  <a:pt x="210834" y="622913"/>
                </a:lnTo>
                <a:lnTo>
                  <a:pt x="211164" y="624239"/>
                </a:lnTo>
                <a:lnTo>
                  <a:pt x="212366" y="624826"/>
                </a:lnTo>
                <a:lnTo>
                  <a:pt x="211852" y="625065"/>
                </a:lnTo>
                <a:lnTo>
                  <a:pt x="211695" y="625730"/>
                </a:lnTo>
                <a:lnTo>
                  <a:pt x="211683" y="626425"/>
                </a:lnTo>
                <a:lnTo>
                  <a:pt x="212180" y="627055"/>
                </a:lnTo>
                <a:lnTo>
                  <a:pt x="213514" y="628030"/>
                </a:lnTo>
                <a:lnTo>
                  <a:pt x="213893" y="627743"/>
                </a:lnTo>
                <a:lnTo>
                  <a:pt x="213285" y="626779"/>
                </a:lnTo>
                <a:lnTo>
                  <a:pt x="214237" y="626689"/>
                </a:lnTo>
                <a:lnTo>
                  <a:pt x="214776" y="626922"/>
                </a:lnTo>
                <a:lnTo>
                  <a:pt x="215297" y="627802"/>
                </a:lnTo>
                <a:lnTo>
                  <a:pt x="215159" y="628491"/>
                </a:lnTo>
                <a:lnTo>
                  <a:pt x="214464" y="628432"/>
                </a:lnTo>
                <a:lnTo>
                  <a:pt x="214641" y="629938"/>
                </a:lnTo>
                <a:lnTo>
                  <a:pt x="216556" y="628671"/>
                </a:lnTo>
                <a:lnTo>
                  <a:pt x="217113" y="629545"/>
                </a:lnTo>
                <a:lnTo>
                  <a:pt x="217375" y="630992"/>
                </a:lnTo>
                <a:lnTo>
                  <a:pt x="218524" y="630819"/>
                </a:lnTo>
                <a:lnTo>
                  <a:pt x="218827" y="631008"/>
                </a:lnTo>
                <a:lnTo>
                  <a:pt x="218246" y="632124"/>
                </a:lnTo>
                <a:lnTo>
                  <a:pt x="218250" y="632973"/>
                </a:lnTo>
                <a:lnTo>
                  <a:pt x="218703" y="633831"/>
                </a:lnTo>
                <a:lnTo>
                  <a:pt x="217906" y="633897"/>
                </a:lnTo>
                <a:lnTo>
                  <a:pt x="217038" y="634978"/>
                </a:lnTo>
                <a:lnTo>
                  <a:pt x="218269" y="635822"/>
                </a:lnTo>
                <a:lnTo>
                  <a:pt x="217598" y="636770"/>
                </a:lnTo>
                <a:lnTo>
                  <a:pt x="217608" y="637133"/>
                </a:lnTo>
                <a:lnTo>
                  <a:pt x="218888" y="637350"/>
                </a:lnTo>
                <a:lnTo>
                  <a:pt x="219253" y="637175"/>
                </a:lnTo>
                <a:lnTo>
                  <a:pt x="219886" y="637436"/>
                </a:lnTo>
                <a:lnTo>
                  <a:pt x="220037" y="639189"/>
                </a:lnTo>
                <a:lnTo>
                  <a:pt x="220367" y="639461"/>
                </a:lnTo>
                <a:lnTo>
                  <a:pt x="221097" y="639226"/>
                </a:lnTo>
                <a:lnTo>
                  <a:pt x="221351" y="639394"/>
                </a:lnTo>
                <a:lnTo>
                  <a:pt x="222948" y="641822"/>
                </a:lnTo>
                <a:lnTo>
                  <a:pt x="222859" y="642211"/>
                </a:lnTo>
                <a:lnTo>
                  <a:pt x="222526" y="642281"/>
                </a:lnTo>
                <a:lnTo>
                  <a:pt x="222736" y="642792"/>
                </a:lnTo>
                <a:lnTo>
                  <a:pt x="223070" y="642580"/>
                </a:lnTo>
                <a:lnTo>
                  <a:pt x="223223" y="643031"/>
                </a:lnTo>
                <a:lnTo>
                  <a:pt x="223816" y="643277"/>
                </a:lnTo>
                <a:lnTo>
                  <a:pt x="223637" y="643353"/>
                </a:lnTo>
                <a:lnTo>
                  <a:pt x="223779" y="643751"/>
                </a:lnTo>
                <a:lnTo>
                  <a:pt x="224545" y="643573"/>
                </a:lnTo>
                <a:lnTo>
                  <a:pt x="224638" y="644167"/>
                </a:lnTo>
                <a:lnTo>
                  <a:pt x="225434" y="644408"/>
                </a:lnTo>
                <a:lnTo>
                  <a:pt x="226008" y="644945"/>
                </a:lnTo>
                <a:lnTo>
                  <a:pt x="226254" y="644729"/>
                </a:lnTo>
                <a:lnTo>
                  <a:pt x="226480" y="644959"/>
                </a:lnTo>
                <a:lnTo>
                  <a:pt x="226306" y="645476"/>
                </a:lnTo>
                <a:lnTo>
                  <a:pt x="226615" y="645293"/>
                </a:lnTo>
                <a:lnTo>
                  <a:pt x="226825" y="645751"/>
                </a:lnTo>
                <a:lnTo>
                  <a:pt x="226465" y="646252"/>
                </a:lnTo>
                <a:lnTo>
                  <a:pt x="226935" y="646915"/>
                </a:lnTo>
                <a:lnTo>
                  <a:pt x="226571" y="647175"/>
                </a:lnTo>
                <a:lnTo>
                  <a:pt x="227056" y="647914"/>
                </a:lnTo>
                <a:lnTo>
                  <a:pt x="226828" y="649582"/>
                </a:lnTo>
                <a:lnTo>
                  <a:pt x="227293" y="650059"/>
                </a:lnTo>
                <a:lnTo>
                  <a:pt x="227715" y="650049"/>
                </a:lnTo>
                <a:lnTo>
                  <a:pt x="229259" y="651947"/>
                </a:lnTo>
                <a:lnTo>
                  <a:pt x="230384" y="651940"/>
                </a:lnTo>
                <a:lnTo>
                  <a:pt x="231113" y="651321"/>
                </a:lnTo>
                <a:lnTo>
                  <a:pt x="232300" y="651835"/>
                </a:lnTo>
                <a:lnTo>
                  <a:pt x="234446" y="651837"/>
                </a:lnTo>
                <a:lnTo>
                  <a:pt x="234674" y="650992"/>
                </a:lnTo>
                <a:lnTo>
                  <a:pt x="235473" y="650358"/>
                </a:lnTo>
                <a:lnTo>
                  <a:pt x="237477" y="650383"/>
                </a:lnTo>
                <a:lnTo>
                  <a:pt x="238691" y="650838"/>
                </a:lnTo>
                <a:lnTo>
                  <a:pt x="239609" y="650653"/>
                </a:lnTo>
                <a:lnTo>
                  <a:pt x="239843" y="651297"/>
                </a:lnTo>
                <a:lnTo>
                  <a:pt x="240674" y="650882"/>
                </a:lnTo>
                <a:lnTo>
                  <a:pt x="241136" y="650090"/>
                </a:lnTo>
                <a:lnTo>
                  <a:pt x="242034" y="649891"/>
                </a:lnTo>
                <a:lnTo>
                  <a:pt x="242917" y="650395"/>
                </a:lnTo>
                <a:lnTo>
                  <a:pt x="243356" y="650276"/>
                </a:lnTo>
                <a:lnTo>
                  <a:pt x="244270" y="649162"/>
                </a:lnTo>
                <a:lnTo>
                  <a:pt x="244010" y="648755"/>
                </a:lnTo>
                <a:lnTo>
                  <a:pt x="244289" y="647985"/>
                </a:lnTo>
                <a:lnTo>
                  <a:pt x="243123" y="647174"/>
                </a:lnTo>
                <a:lnTo>
                  <a:pt x="242889" y="646715"/>
                </a:lnTo>
                <a:lnTo>
                  <a:pt x="243160" y="646590"/>
                </a:lnTo>
                <a:lnTo>
                  <a:pt x="243021" y="646177"/>
                </a:lnTo>
                <a:lnTo>
                  <a:pt x="243763" y="644930"/>
                </a:lnTo>
                <a:lnTo>
                  <a:pt x="243308" y="643618"/>
                </a:lnTo>
                <a:lnTo>
                  <a:pt x="243343" y="642032"/>
                </a:lnTo>
                <a:lnTo>
                  <a:pt x="244280" y="641047"/>
                </a:lnTo>
                <a:lnTo>
                  <a:pt x="245339" y="640820"/>
                </a:lnTo>
                <a:lnTo>
                  <a:pt x="246501" y="640182"/>
                </a:lnTo>
                <a:lnTo>
                  <a:pt x="246485" y="639816"/>
                </a:lnTo>
                <a:lnTo>
                  <a:pt x="246934" y="639806"/>
                </a:lnTo>
                <a:lnTo>
                  <a:pt x="247279" y="638774"/>
                </a:lnTo>
                <a:lnTo>
                  <a:pt x="249175" y="638508"/>
                </a:lnTo>
                <a:lnTo>
                  <a:pt x="251220" y="638920"/>
                </a:lnTo>
                <a:lnTo>
                  <a:pt x="251530" y="639425"/>
                </a:lnTo>
                <a:lnTo>
                  <a:pt x="253515" y="640928"/>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44684" y="3621752"/>
            <a:ext cx="979844" cy="659016"/>
          </a:xfrm>
          <a:custGeom>
            <a:avLst/>
            <a:gdLst/>
            <a:ahLst/>
            <a:cxnLst/>
            <a:rect l="l" t="t" r="r" b="b"/>
            <a:pathLst>
              <a:path w="979844" h="659016">
                <a:moveTo>
                  <a:pt x="849766" y="405137"/>
                </a:moveTo>
                <a:lnTo>
                  <a:pt x="849503" y="404623"/>
                </a:lnTo>
                <a:lnTo>
                  <a:pt x="848263" y="403692"/>
                </a:lnTo>
                <a:lnTo>
                  <a:pt x="849618" y="402413"/>
                </a:lnTo>
                <a:lnTo>
                  <a:pt x="851868" y="402240"/>
                </a:lnTo>
                <a:lnTo>
                  <a:pt x="852134" y="396449"/>
                </a:lnTo>
                <a:lnTo>
                  <a:pt x="847105" y="400769"/>
                </a:lnTo>
                <a:lnTo>
                  <a:pt x="847287" y="394719"/>
                </a:lnTo>
                <a:lnTo>
                  <a:pt x="846607" y="394618"/>
                </a:lnTo>
                <a:lnTo>
                  <a:pt x="846605" y="387660"/>
                </a:lnTo>
                <a:lnTo>
                  <a:pt x="835908" y="387185"/>
                </a:lnTo>
                <a:lnTo>
                  <a:pt x="827147" y="383914"/>
                </a:lnTo>
                <a:lnTo>
                  <a:pt x="823690" y="384103"/>
                </a:lnTo>
                <a:lnTo>
                  <a:pt x="822075" y="387426"/>
                </a:lnTo>
                <a:lnTo>
                  <a:pt x="814160" y="379819"/>
                </a:lnTo>
                <a:lnTo>
                  <a:pt x="815398" y="378630"/>
                </a:lnTo>
                <a:lnTo>
                  <a:pt x="812203" y="372743"/>
                </a:lnTo>
                <a:lnTo>
                  <a:pt x="807559" y="372220"/>
                </a:lnTo>
                <a:lnTo>
                  <a:pt x="807563" y="373438"/>
                </a:lnTo>
                <a:lnTo>
                  <a:pt x="806244" y="375729"/>
                </a:lnTo>
                <a:lnTo>
                  <a:pt x="808308" y="380132"/>
                </a:lnTo>
                <a:lnTo>
                  <a:pt x="800544" y="381642"/>
                </a:lnTo>
                <a:lnTo>
                  <a:pt x="800172" y="381282"/>
                </a:lnTo>
                <a:lnTo>
                  <a:pt x="799549" y="381651"/>
                </a:lnTo>
                <a:lnTo>
                  <a:pt x="798337" y="381450"/>
                </a:lnTo>
                <a:lnTo>
                  <a:pt x="797989" y="381590"/>
                </a:lnTo>
                <a:lnTo>
                  <a:pt x="798200" y="382124"/>
                </a:lnTo>
                <a:lnTo>
                  <a:pt x="797198" y="382260"/>
                </a:lnTo>
                <a:lnTo>
                  <a:pt x="797150" y="381999"/>
                </a:lnTo>
                <a:lnTo>
                  <a:pt x="797066" y="382382"/>
                </a:lnTo>
                <a:lnTo>
                  <a:pt x="796715" y="382268"/>
                </a:lnTo>
                <a:lnTo>
                  <a:pt x="796707" y="382855"/>
                </a:lnTo>
                <a:lnTo>
                  <a:pt x="796039" y="383444"/>
                </a:lnTo>
                <a:lnTo>
                  <a:pt x="795824" y="383097"/>
                </a:lnTo>
                <a:lnTo>
                  <a:pt x="795213" y="383555"/>
                </a:lnTo>
                <a:lnTo>
                  <a:pt x="795032" y="383110"/>
                </a:lnTo>
                <a:lnTo>
                  <a:pt x="794775" y="383471"/>
                </a:lnTo>
                <a:lnTo>
                  <a:pt x="794565" y="383309"/>
                </a:lnTo>
                <a:lnTo>
                  <a:pt x="794084" y="383653"/>
                </a:lnTo>
                <a:lnTo>
                  <a:pt x="793890" y="383258"/>
                </a:lnTo>
                <a:lnTo>
                  <a:pt x="793361" y="383116"/>
                </a:lnTo>
                <a:lnTo>
                  <a:pt x="793381" y="383344"/>
                </a:lnTo>
                <a:lnTo>
                  <a:pt x="792722" y="383416"/>
                </a:lnTo>
                <a:lnTo>
                  <a:pt x="792294" y="383829"/>
                </a:lnTo>
                <a:lnTo>
                  <a:pt x="791977" y="383698"/>
                </a:lnTo>
                <a:lnTo>
                  <a:pt x="791876" y="384075"/>
                </a:lnTo>
                <a:lnTo>
                  <a:pt x="791642" y="383749"/>
                </a:lnTo>
                <a:lnTo>
                  <a:pt x="790680" y="384123"/>
                </a:lnTo>
                <a:lnTo>
                  <a:pt x="789594" y="380694"/>
                </a:lnTo>
                <a:lnTo>
                  <a:pt x="789396" y="376274"/>
                </a:lnTo>
                <a:lnTo>
                  <a:pt x="789623" y="376177"/>
                </a:lnTo>
                <a:lnTo>
                  <a:pt x="788684" y="371603"/>
                </a:lnTo>
                <a:lnTo>
                  <a:pt x="780839" y="372086"/>
                </a:lnTo>
                <a:lnTo>
                  <a:pt x="780880" y="369897"/>
                </a:lnTo>
                <a:lnTo>
                  <a:pt x="779575" y="367211"/>
                </a:lnTo>
                <a:lnTo>
                  <a:pt x="778289" y="367602"/>
                </a:lnTo>
                <a:lnTo>
                  <a:pt x="776983" y="362611"/>
                </a:lnTo>
                <a:lnTo>
                  <a:pt x="776574" y="362390"/>
                </a:lnTo>
                <a:lnTo>
                  <a:pt x="780397" y="361850"/>
                </a:lnTo>
                <a:lnTo>
                  <a:pt x="782032" y="362814"/>
                </a:lnTo>
                <a:lnTo>
                  <a:pt x="781130" y="361744"/>
                </a:lnTo>
                <a:lnTo>
                  <a:pt x="786232" y="360819"/>
                </a:lnTo>
                <a:lnTo>
                  <a:pt x="789523" y="359125"/>
                </a:lnTo>
                <a:lnTo>
                  <a:pt x="788472" y="348860"/>
                </a:lnTo>
                <a:lnTo>
                  <a:pt x="788692" y="347379"/>
                </a:lnTo>
                <a:lnTo>
                  <a:pt x="782682" y="334626"/>
                </a:lnTo>
                <a:lnTo>
                  <a:pt x="790907" y="327286"/>
                </a:lnTo>
                <a:lnTo>
                  <a:pt x="797885" y="322886"/>
                </a:lnTo>
                <a:lnTo>
                  <a:pt x="802134" y="321133"/>
                </a:lnTo>
                <a:lnTo>
                  <a:pt x="807526" y="316953"/>
                </a:lnTo>
                <a:lnTo>
                  <a:pt x="804082" y="306067"/>
                </a:lnTo>
                <a:lnTo>
                  <a:pt x="801557" y="290646"/>
                </a:lnTo>
                <a:lnTo>
                  <a:pt x="812994" y="292848"/>
                </a:lnTo>
                <a:lnTo>
                  <a:pt x="813781" y="285446"/>
                </a:lnTo>
                <a:lnTo>
                  <a:pt x="823692" y="286057"/>
                </a:lnTo>
                <a:lnTo>
                  <a:pt x="824336" y="280674"/>
                </a:lnTo>
                <a:lnTo>
                  <a:pt x="824827" y="280729"/>
                </a:lnTo>
                <a:lnTo>
                  <a:pt x="826068" y="273685"/>
                </a:lnTo>
                <a:lnTo>
                  <a:pt x="826859" y="268881"/>
                </a:lnTo>
                <a:lnTo>
                  <a:pt x="826672" y="268030"/>
                </a:lnTo>
                <a:lnTo>
                  <a:pt x="826964" y="268049"/>
                </a:lnTo>
                <a:lnTo>
                  <a:pt x="827551" y="266481"/>
                </a:lnTo>
                <a:lnTo>
                  <a:pt x="829424" y="266911"/>
                </a:lnTo>
                <a:lnTo>
                  <a:pt x="830837" y="260392"/>
                </a:lnTo>
                <a:lnTo>
                  <a:pt x="830557" y="248625"/>
                </a:lnTo>
                <a:lnTo>
                  <a:pt x="832233" y="248920"/>
                </a:lnTo>
                <a:lnTo>
                  <a:pt x="831317" y="242570"/>
                </a:lnTo>
                <a:lnTo>
                  <a:pt x="833549" y="242594"/>
                </a:lnTo>
                <a:lnTo>
                  <a:pt x="832266" y="238653"/>
                </a:lnTo>
                <a:lnTo>
                  <a:pt x="836147" y="237979"/>
                </a:lnTo>
                <a:lnTo>
                  <a:pt x="838437" y="237293"/>
                </a:lnTo>
                <a:lnTo>
                  <a:pt x="838884" y="237635"/>
                </a:lnTo>
                <a:lnTo>
                  <a:pt x="841142" y="237508"/>
                </a:lnTo>
                <a:lnTo>
                  <a:pt x="844471" y="235623"/>
                </a:lnTo>
                <a:lnTo>
                  <a:pt x="844682" y="236046"/>
                </a:lnTo>
                <a:lnTo>
                  <a:pt x="846213" y="236170"/>
                </a:lnTo>
                <a:lnTo>
                  <a:pt x="847066" y="235969"/>
                </a:lnTo>
                <a:lnTo>
                  <a:pt x="846849" y="234964"/>
                </a:lnTo>
                <a:lnTo>
                  <a:pt x="849255" y="234398"/>
                </a:lnTo>
                <a:lnTo>
                  <a:pt x="851826" y="233164"/>
                </a:lnTo>
                <a:lnTo>
                  <a:pt x="855999" y="230150"/>
                </a:lnTo>
                <a:lnTo>
                  <a:pt x="856209" y="228849"/>
                </a:lnTo>
                <a:lnTo>
                  <a:pt x="857309" y="228026"/>
                </a:lnTo>
                <a:lnTo>
                  <a:pt x="863922" y="225866"/>
                </a:lnTo>
                <a:lnTo>
                  <a:pt x="864350" y="229352"/>
                </a:lnTo>
                <a:lnTo>
                  <a:pt x="863531" y="228815"/>
                </a:lnTo>
                <a:lnTo>
                  <a:pt x="863410" y="229069"/>
                </a:lnTo>
                <a:lnTo>
                  <a:pt x="864127" y="230430"/>
                </a:lnTo>
                <a:lnTo>
                  <a:pt x="864626" y="233340"/>
                </a:lnTo>
                <a:lnTo>
                  <a:pt x="864302" y="234389"/>
                </a:lnTo>
                <a:lnTo>
                  <a:pt x="864861" y="234816"/>
                </a:lnTo>
                <a:lnTo>
                  <a:pt x="864722" y="234967"/>
                </a:lnTo>
                <a:lnTo>
                  <a:pt x="865569" y="235332"/>
                </a:lnTo>
                <a:lnTo>
                  <a:pt x="867196" y="234357"/>
                </a:lnTo>
                <a:lnTo>
                  <a:pt x="870624" y="241209"/>
                </a:lnTo>
                <a:lnTo>
                  <a:pt x="874042" y="239955"/>
                </a:lnTo>
                <a:lnTo>
                  <a:pt x="878546" y="237590"/>
                </a:lnTo>
                <a:lnTo>
                  <a:pt x="879492" y="237637"/>
                </a:lnTo>
                <a:lnTo>
                  <a:pt x="880708" y="236706"/>
                </a:lnTo>
                <a:lnTo>
                  <a:pt x="880784" y="245168"/>
                </a:lnTo>
                <a:lnTo>
                  <a:pt x="888896" y="241606"/>
                </a:lnTo>
                <a:lnTo>
                  <a:pt x="895940" y="239050"/>
                </a:lnTo>
                <a:lnTo>
                  <a:pt x="898155" y="236967"/>
                </a:lnTo>
                <a:lnTo>
                  <a:pt x="899519" y="236533"/>
                </a:lnTo>
                <a:lnTo>
                  <a:pt x="898946" y="235159"/>
                </a:lnTo>
                <a:lnTo>
                  <a:pt x="900870" y="231314"/>
                </a:lnTo>
                <a:lnTo>
                  <a:pt x="906520" y="232265"/>
                </a:lnTo>
                <a:lnTo>
                  <a:pt x="906205" y="233578"/>
                </a:lnTo>
                <a:lnTo>
                  <a:pt x="905346" y="234605"/>
                </a:lnTo>
                <a:lnTo>
                  <a:pt x="905173" y="235244"/>
                </a:lnTo>
                <a:lnTo>
                  <a:pt x="904980" y="236563"/>
                </a:lnTo>
                <a:lnTo>
                  <a:pt x="905161" y="237722"/>
                </a:lnTo>
                <a:lnTo>
                  <a:pt x="904735" y="239638"/>
                </a:lnTo>
                <a:lnTo>
                  <a:pt x="907434" y="239314"/>
                </a:lnTo>
                <a:lnTo>
                  <a:pt x="907944" y="235725"/>
                </a:lnTo>
                <a:lnTo>
                  <a:pt x="914683" y="235159"/>
                </a:lnTo>
                <a:lnTo>
                  <a:pt x="912396" y="232673"/>
                </a:lnTo>
                <a:lnTo>
                  <a:pt x="914884" y="231903"/>
                </a:lnTo>
                <a:lnTo>
                  <a:pt x="918358" y="231308"/>
                </a:lnTo>
                <a:lnTo>
                  <a:pt x="917935" y="228348"/>
                </a:lnTo>
                <a:lnTo>
                  <a:pt x="919055" y="228114"/>
                </a:lnTo>
                <a:lnTo>
                  <a:pt x="918855" y="226723"/>
                </a:lnTo>
                <a:lnTo>
                  <a:pt x="919045" y="225820"/>
                </a:lnTo>
                <a:lnTo>
                  <a:pt x="918429" y="225602"/>
                </a:lnTo>
                <a:lnTo>
                  <a:pt x="917561" y="225745"/>
                </a:lnTo>
                <a:lnTo>
                  <a:pt x="916815" y="220538"/>
                </a:lnTo>
                <a:lnTo>
                  <a:pt x="917394" y="220522"/>
                </a:lnTo>
                <a:lnTo>
                  <a:pt x="917948" y="219971"/>
                </a:lnTo>
                <a:lnTo>
                  <a:pt x="919453" y="220219"/>
                </a:lnTo>
                <a:lnTo>
                  <a:pt x="920937" y="220105"/>
                </a:lnTo>
                <a:lnTo>
                  <a:pt x="922057" y="219118"/>
                </a:lnTo>
                <a:lnTo>
                  <a:pt x="916989" y="208239"/>
                </a:lnTo>
                <a:lnTo>
                  <a:pt x="918602" y="207999"/>
                </a:lnTo>
                <a:lnTo>
                  <a:pt x="918088" y="204027"/>
                </a:lnTo>
                <a:lnTo>
                  <a:pt x="917760" y="203704"/>
                </a:lnTo>
                <a:lnTo>
                  <a:pt x="917936" y="200318"/>
                </a:lnTo>
                <a:lnTo>
                  <a:pt x="918826" y="199230"/>
                </a:lnTo>
                <a:lnTo>
                  <a:pt x="918819" y="198467"/>
                </a:lnTo>
                <a:lnTo>
                  <a:pt x="920205" y="198844"/>
                </a:lnTo>
                <a:lnTo>
                  <a:pt x="920212" y="196829"/>
                </a:lnTo>
                <a:lnTo>
                  <a:pt x="922932" y="196524"/>
                </a:lnTo>
                <a:lnTo>
                  <a:pt x="921685" y="189833"/>
                </a:lnTo>
                <a:lnTo>
                  <a:pt x="919208" y="188748"/>
                </a:lnTo>
                <a:lnTo>
                  <a:pt x="923608" y="179377"/>
                </a:lnTo>
                <a:lnTo>
                  <a:pt x="932010" y="182615"/>
                </a:lnTo>
                <a:lnTo>
                  <a:pt x="935258" y="182946"/>
                </a:lnTo>
                <a:lnTo>
                  <a:pt x="935897" y="178436"/>
                </a:lnTo>
                <a:lnTo>
                  <a:pt x="931096" y="177313"/>
                </a:lnTo>
                <a:lnTo>
                  <a:pt x="925647" y="174727"/>
                </a:lnTo>
                <a:lnTo>
                  <a:pt x="928446" y="168344"/>
                </a:lnTo>
                <a:lnTo>
                  <a:pt x="929231" y="167676"/>
                </a:lnTo>
                <a:lnTo>
                  <a:pt x="933438" y="165926"/>
                </a:lnTo>
                <a:lnTo>
                  <a:pt x="926052" y="156912"/>
                </a:lnTo>
                <a:lnTo>
                  <a:pt x="922177" y="159574"/>
                </a:lnTo>
                <a:lnTo>
                  <a:pt x="920636" y="157277"/>
                </a:lnTo>
                <a:lnTo>
                  <a:pt x="920254" y="157082"/>
                </a:lnTo>
                <a:lnTo>
                  <a:pt x="918201" y="153273"/>
                </a:lnTo>
                <a:lnTo>
                  <a:pt x="922794" y="145074"/>
                </a:lnTo>
                <a:lnTo>
                  <a:pt x="927941" y="144560"/>
                </a:lnTo>
                <a:lnTo>
                  <a:pt x="935357" y="152861"/>
                </a:lnTo>
                <a:lnTo>
                  <a:pt x="937234" y="152597"/>
                </a:lnTo>
                <a:lnTo>
                  <a:pt x="942137" y="149855"/>
                </a:lnTo>
                <a:lnTo>
                  <a:pt x="946503" y="146592"/>
                </a:lnTo>
                <a:lnTo>
                  <a:pt x="946901" y="148872"/>
                </a:lnTo>
                <a:lnTo>
                  <a:pt x="958378" y="146758"/>
                </a:lnTo>
                <a:lnTo>
                  <a:pt x="958617" y="139658"/>
                </a:lnTo>
                <a:lnTo>
                  <a:pt x="962923" y="138868"/>
                </a:lnTo>
                <a:lnTo>
                  <a:pt x="967381" y="144826"/>
                </a:lnTo>
                <a:lnTo>
                  <a:pt x="976843" y="142937"/>
                </a:lnTo>
                <a:lnTo>
                  <a:pt x="977002" y="142073"/>
                </a:lnTo>
                <a:lnTo>
                  <a:pt x="978056" y="142148"/>
                </a:lnTo>
                <a:lnTo>
                  <a:pt x="978060" y="142694"/>
                </a:lnTo>
                <a:lnTo>
                  <a:pt x="979529" y="142397"/>
                </a:lnTo>
                <a:lnTo>
                  <a:pt x="979726" y="136880"/>
                </a:lnTo>
                <a:lnTo>
                  <a:pt x="979844" y="133614"/>
                </a:lnTo>
                <a:lnTo>
                  <a:pt x="973540" y="123004"/>
                </a:lnTo>
                <a:lnTo>
                  <a:pt x="971347" y="118009"/>
                </a:lnTo>
                <a:lnTo>
                  <a:pt x="965364" y="114994"/>
                </a:lnTo>
                <a:lnTo>
                  <a:pt x="958076" y="116922"/>
                </a:lnTo>
                <a:lnTo>
                  <a:pt x="952253" y="116012"/>
                </a:lnTo>
                <a:lnTo>
                  <a:pt x="951440" y="104557"/>
                </a:lnTo>
                <a:lnTo>
                  <a:pt x="945427" y="104895"/>
                </a:lnTo>
                <a:lnTo>
                  <a:pt x="943890" y="95676"/>
                </a:lnTo>
                <a:lnTo>
                  <a:pt x="949810" y="95424"/>
                </a:lnTo>
                <a:lnTo>
                  <a:pt x="953067" y="94615"/>
                </a:lnTo>
                <a:lnTo>
                  <a:pt x="956114" y="93476"/>
                </a:lnTo>
                <a:lnTo>
                  <a:pt x="959617" y="98704"/>
                </a:lnTo>
                <a:lnTo>
                  <a:pt x="959362" y="99916"/>
                </a:lnTo>
                <a:lnTo>
                  <a:pt x="963552" y="101498"/>
                </a:lnTo>
                <a:lnTo>
                  <a:pt x="966445" y="101699"/>
                </a:lnTo>
                <a:lnTo>
                  <a:pt x="966845" y="100709"/>
                </a:lnTo>
                <a:lnTo>
                  <a:pt x="966899" y="98820"/>
                </a:lnTo>
                <a:lnTo>
                  <a:pt x="974674" y="87156"/>
                </a:lnTo>
                <a:lnTo>
                  <a:pt x="957338" y="80897"/>
                </a:lnTo>
                <a:lnTo>
                  <a:pt x="951614" y="77699"/>
                </a:lnTo>
                <a:lnTo>
                  <a:pt x="950868" y="72850"/>
                </a:lnTo>
                <a:lnTo>
                  <a:pt x="943942" y="72634"/>
                </a:lnTo>
                <a:lnTo>
                  <a:pt x="936592" y="73230"/>
                </a:lnTo>
                <a:lnTo>
                  <a:pt x="936432" y="73515"/>
                </a:lnTo>
                <a:lnTo>
                  <a:pt x="933167" y="71259"/>
                </a:lnTo>
                <a:lnTo>
                  <a:pt x="929671" y="71045"/>
                </a:lnTo>
                <a:lnTo>
                  <a:pt x="927323" y="67990"/>
                </a:lnTo>
                <a:lnTo>
                  <a:pt x="925825" y="69442"/>
                </a:lnTo>
                <a:lnTo>
                  <a:pt x="922290" y="70183"/>
                </a:lnTo>
                <a:lnTo>
                  <a:pt x="920644" y="76051"/>
                </a:lnTo>
                <a:lnTo>
                  <a:pt x="914877" y="73945"/>
                </a:lnTo>
                <a:lnTo>
                  <a:pt x="910343" y="73274"/>
                </a:lnTo>
                <a:lnTo>
                  <a:pt x="901128" y="70183"/>
                </a:lnTo>
                <a:lnTo>
                  <a:pt x="899143" y="70326"/>
                </a:lnTo>
                <a:lnTo>
                  <a:pt x="893505" y="68623"/>
                </a:lnTo>
                <a:lnTo>
                  <a:pt x="888327" y="68927"/>
                </a:lnTo>
                <a:lnTo>
                  <a:pt x="884731" y="71535"/>
                </a:lnTo>
                <a:lnTo>
                  <a:pt x="875729" y="73413"/>
                </a:lnTo>
                <a:lnTo>
                  <a:pt x="875318" y="71779"/>
                </a:lnTo>
                <a:lnTo>
                  <a:pt x="865654" y="69193"/>
                </a:lnTo>
                <a:lnTo>
                  <a:pt x="860199" y="71167"/>
                </a:lnTo>
                <a:lnTo>
                  <a:pt x="859372" y="79639"/>
                </a:lnTo>
                <a:lnTo>
                  <a:pt x="854673" y="85224"/>
                </a:lnTo>
                <a:lnTo>
                  <a:pt x="853190" y="88591"/>
                </a:lnTo>
                <a:lnTo>
                  <a:pt x="854152" y="89077"/>
                </a:lnTo>
                <a:lnTo>
                  <a:pt x="854119" y="89649"/>
                </a:lnTo>
                <a:lnTo>
                  <a:pt x="850287" y="92050"/>
                </a:lnTo>
                <a:lnTo>
                  <a:pt x="850133" y="92446"/>
                </a:lnTo>
                <a:lnTo>
                  <a:pt x="848329" y="91712"/>
                </a:lnTo>
                <a:lnTo>
                  <a:pt x="848673" y="89598"/>
                </a:lnTo>
                <a:lnTo>
                  <a:pt x="846483" y="88860"/>
                </a:lnTo>
                <a:lnTo>
                  <a:pt x="846512" y="88156"/>
                </a:lnTo>
                <a:lnTo>
                  <a:pt x="842502" y="87515"/>
                </a:lnTo>
                <a:lnTo>
                  <a:pt x="840547" y="88457"/>
                </a:lnTo>
                <a:lnTo>
                  <a:pt x="839710" y="86271"/>
                </a:lnTo>
                <a:lnTo>
                  <a:pt x="830895" y="88889"/>
                </a:lnTo>
                <a:lnTo>
                  <a:pt x="829793" y="86356"/>
                </a:lnTo>
                <a:lnTo>
                  <a:pt x="822442" y="88277"/>
                </a:lnTo>
                <a:lnTo>
                  <a:pt x="814506" y="89559"/>
                </a:lnTo>
                <a:lnTo>
                  <a:pt x="810675" y="80745"/>
                </a:lnTo>
                <a:lnTo>
                  <a:pt x="803476" y="79538"/>
                </a:lnTo>
                <a:lnTo>
                  <a:pt x="794942" y="85170"/>
                </a:lnTo>
                <a:lnTo>
                  <a:pt x="796496" y="79246"/>
                </a:lnTo>
                <a:lnTo>
                  <a:pt x="791616" y="78566"/>
                </a:lnTo>
                <a:lnTo>
                  <a:pt x="792767" y="71441"/>
                </a:lnTo>
                <a:lnTo>
                  <a:pt x="795860" y="65477"/>
                </a:lnTo>
                <a:lnTo>
                  <a:pt x="788524" y="62357"/>
                </a:lnTo>
                <a:lnTo>
                  <a:pt x="783290" y="68029"/>
                </a:lnTo>
                <a:lnTo>
                  <a:pt x="781667" y="61737"/>
                </a:lnTo>
                <a:lnTo>
                  <a:pt x="774459" y="52776"/>
                </a:lnTo>
                <a:lnTo>
                  <a:pt x="764110" y="50040"/>
                </a:lnTo>
                <a:lnTo>
                  <a:pt x="762248" y="17922"/>
                </a:lnTo>
                <a:lnTo>
                  <a:pt x="753471" y="18107"/>
                </a:lnTo>
                <a:lnTo>
                  <a:pt x="754075" y="28619"/>
                </a:lnTo>
                <a:lnTo>
                  <a:pt x="747455" y="28562"/>
                </a:lnTo>
                <a:lnTo>
                  <a:pt x="747550" y="29536"/>
                </a:lnTo>
                <a:lnTo>
                  <a:pt x="718859" y="39631"/>
                </a:lnTo>
                <a:lnTo>
                  <a:pt x="713768" y="48147"/>
                </a:lnTo>
                <a:lnTo>
                  <a:pt x="705849" y="43028"/>
                </a:lnTo>
                <a:lnTo>
                  <a:pt x="704804" y="44972"/>
                </a:lnTo>
                <a:lnTo>
                  <a:pt x="698150" y="39551"/>
                </a:lnTo>
                <a:lnTo>
                  <a:pt x="691592" y="33759"/>
                </a:lnTo>
                <a:lnTo>
                  <a:pt x="687915" y="34813"/>
                </a:lnTo>
                <a:lnTo>
                  <a:pt x="681899" y="35477"/>
                </a:lnTo>
                <a:lnTo>
                  <a:pt x="675340" y="34194"/>
                </a:lnTo>
                <a:lnTo>
                  <a:pt x="663137" y="33126"/>
                </a:lnTo>
                <a:lnTo>
                  <a:pt x="663700" y="31348"/>
                </a:lnTo>
                <a:lnTo>
                  <a:pt x="663764" y="30436"/>
                </a:lnTo>
                <a:lnTo>
                  <a:pt x="663414" y="29515"/>
                </a:lnTo>
                <a:lnTo>
                  <a:pt x="662459" y="29171"/>
                </a:lnTo>
                <a:lnTo>
                  <a:pt x="661467" y="29783"/>
                </a:lnTo>
                <a:lnTo>
                  <a:pt x="660831" y="29523"/>
                </a:lnTo>
                <a:lnTo>
                  <a:pt x="659251" y="27987"/>
                </a:lnTo>
                <a:lnTo>
                  <a:pt x="657660" y="25734"/>
                </a:lnTo>
                <a:lnTo>
                  <a:pt x="658313" y="24643"/>
                </a:lnTo>
                <a:lnTo>
                  <a:pt x="657857" y="23206"/>
                </a:lnTo>
                <a:lnTo>
                  <a:pt x="658094" y="22431"/>
                </a:lnTo>
                <a:lnTo>
                  <a:pt x="656447" y="17672"/>
                </a:lnTo>
                <a:lnTo>
                  <a:pt x="657245" y="16085"/>
                </a:lnTo>
                <a:lnTo>
                  <a:pt x="656756" y="15200"/>
                </a:lnTo>
                <a:lnTo>
                  <a:pt x="658127" y="11547"/>
                </a:lnTo>
                <a:lnTo>
                  <a:pt x="657950" y="11132"/>
                </a:lnTo>
                <a:lnTo>
                  <a:pt x="657116" y="10566"/>
                </a:lnTo>
                <a:lnTo>
                  <a:pt x="657412" y="8674"/>
                </a:lnTo>
                <a:lnTo>
                  <a:pt x="657273" y="6593"/>
                </a:lnTo>
                <a:lnTo>
                  <a:pt x="658188" y="5555"/>
                </a:lnTo>
                <a:lnTo>
                  <a:pt x="658319" y="4215"/>
                </a:lnTo>
                <a:lnTo>
                  <a:pt x="654994" y="2657"/>
                </a:lnTo>
                <a:lnTo>
                  <a:pt x="655092" y="1859"/>
                </a:lnTo>
                <a:lnTo>
                  <a:pt x="652426" y="0"/>
                </a:lnTo>
                <a:lnTo>
                  <a:pt x="616364" y="9052"/>
                </a:lnTo>
                <a:lnTo>
                  <a:pt x="585012" y="15549"/>
                </a:lnTo>
                <a:lnTo>
                  <a:pt x="577462" y="20226"/>
                </a:lnTo>
                <a:lnTo>
                  <a:pt x="569238" y="19354"/>
                </a:lnTo>
                <a:lnTo>
                  <a:pt x="568228" y="20901"/>
                </a:lnTo>
                <a:lnTo>
                  <a:pt x="558990" y="21427"/>
                </a:lnTo>
                <a:lnTo>
                  <a:pt x="557251" y="20991"/>
                </a:lnTo>
                <a:lnTo>
                  <a:pt x="557736" y="22394"/>
                </a:lnTo>
                <a:lnTo>
                  <a:pt x="557756" y="24708"/>
                </a:lnTo>
                <a:lnTo>
                  <a:pt x="557521" y="25135"/>
                </a:lnTo>
                <a:lnTo>
                  <a:pt x="556468" y="25791"/>
                </a:lnTo>
                <a:lnTo>
                  <a:pt x="556138" y="27702"/>
                </a:lnTo>
                <a:lnTo>
                  <a:pt x="559377" y="31133"/>
                </a:lnTo>
                <a:lnTo>
                  <a:pt x="559701" y="31208"/>
                </a:lnTo>
                <a:lnTo>
                  <a:pt x="558849" y="33685"/>
                </a:lnTo>
                <a:lnTo>
                  <a:pt x="558978" y="34579"/>
                </a:lnTo>
                <a:lnTo>
                  <a:pt x="559495" y="34723"/>
                </a:lnTo>
                <a:lnTo>
                  <a:pt x="560060" y="34101"/>
                </a:lnTo>
                <a:lnTo>
                  <a:pt x="560386" y="34077"/>
                </a:lnTo>
                <a:lnTo>
                  <a:pt x="560743" y="34749"/>
                </a:lnTo>
                <a:lnTo>
                  <a:pt x="561401" y="35166"/>
                </a:lnTo>
                <a:lnTo>
                  <a:pt x="561664" y="37050"/>
                </a:lnTo>
                <a:lnTo>
                  <a:pt x="561472" y="38462"/>
                </a:lnTo>
                <a:lnTo>
                  <a:pt x="561956" y="39532"/>
                </a:lnTo>
                <a:lnTo>
                  <a:pt x="561846" y="40304"/>
                </a:lnTo>
                <a:lnTo>
                  <a:pt x="562736" y="40877"/>
                </a:lnTo>
                <a:lnTo>
                  <a:pt x="562953" y="44097"/>
                </a:lnTo>
                <a:lnTo>
                  <a:pt x="563384" y="45075"/>
                </a:lnTo>
                <a:lnTo>
                  <a:pt x="563950" y="45361"/>
                </a:lnTo>
                <a:lnTo>
                  <a:pt x="563250" y="46347"/>
                </a:lnTo>
                <a:lnTo>
                  <a:pt x="562421" y="46133"/>
                </a:lnTo>
                <a:lnTo>
                  <a:pt x="561815" y="46442"/>
                </a:lnTo>
                <a:lnTo>
                  <a:pt x="561757" y="48228"/>
                </a:lnTo>
                <a:lnTo>
                  <a:pt x="562452" y="48834"/>
                </a:lnTo>
                <a:lnTo>
                  <a:pt x="562484" y="49168"/>
                </a:lnTo>
                <a:lnTo>
                  <a:pt x="561328" y="49334"/>
                </a:lnTo>
                <a:lnTo>
                  <a:pt x="561073" y="49662"/>
                </a:lnTo>
                <a:lnTo>
                  <a:pt x="562658" y="51395"/>
                </a:lnTo>
                <a:lnTo>
                  <a:pt x="562012" y="51988"/>
                </a:lnTo>
                <a:lnTo>
                  <a:pt x="561023" y="52261"/>
                </a:lnTo>
                <a:lnTo>
                  <a:pt x="560704" y="52718"/>
                </a:lnTo>
                <a:lnTo>
                  <a:pt x="558973" y="53251"/>
                </a:lnTo>
                <a:lnTo>
                  <a:pt x="559148" y="53595"/>
                </a:lnTo>
                <a:lnTo>
                  <a:pt x="555372" y="63873"/>
                </a:lnTo>
                <a:lnTo>
                  <a:pt x="535284" y="116279"/>
                </a:lnTo>
                <a:lnTo>
                  <a:pt x="530130" y="122710"/>
                </a:lnTo>
                <a:lnTo>
                  <a:pt x="527916" y="138872"/>
                </a:lnTo>
                <a:lnTo>
                  <a:pt x="522754" y="157548"/>
                </a:lnTo>
                <a:lnTo>
                  <a:pt x="508743" y="188685"/>
                </a:lnTo>
                <a:lnTo>
                  <a:pt x="508153" y="188672"/>
                </a:lnTo>
                <a:lnTo>
                  <a:pt x="506277" y="190299"/>
                </a:lnTo>
                <a:lnTo>
                  <a:pt x="504699" y="190733"/>
                </a:lnTo>
                <a:lnTo>
                  <a:pt x="500653" y="193702"/>
                </a:lnTo>
                <a:lnTo>
                  <a:pt x="500069" y="194535"/>
                </a:lnTo>
                <a:lnTo>
                  <a:pt x="499454" y="194707"/>
                </a:lnTo>
                <a:lnTo>
                  <a:pt x="496917" y="197296"/>
                </a:lnTo>
                <a:lnTo>
                  <a:pt x="495891" y="197528"/>
                </a:lnTo>
                <a:lnTo>
                  <a:pt x="494673" y="198399"/>
                </a:lnTo>
                <a:lnTo>
                  <a:pt x="494404" y="198173"/>
                </a:lnTo>
                <a:lnTo>
                  <a:pt x="493532" y="198365"/>
                </a:lnTo>
                <a:lnTo>
                  <a:pt x="492689" y="198020"/>
                </a:lnTo>
                <a:lnTo>
                  <a:pt x="492124" y="199006"/>
                </a:lnTo>
                <a:lnTo>
                  <a:pt x="491203" y="199384"/>
                </a:lnTo>
                <a:lnTo>
                  <a:pt x="489381" y="199329"/>
                </a:lnTo>
                <a:lnTo>
                  <a:pt x="488657" y="200345"/>
                </a:lnTo>
                <a:lnTo>
                  <a:pt x="487489" y="201079"/>
                </a:lnTo>
                <a:lnTo>
                  <a:pt x="486833" y="202037"/>
                </a:lnTo>
                <a:lnTo>
                  <a:pt x="486268" y="202031"/>
                </a:lnTo>
                <a:lnTo>
                  <a:pt x="485295" y="202696"/>
                </a:lnTo>
                <a:lnTo>
                  <a:pt x="481422" y="206015"/>
                </a:lnTo>
                <a:lnTo>
                  <a:pt x="478572" y="207340"/>
                </a:lnTo>
                <a:lnTo>
                  <a:pt x="474947" y="208434"/>
                </a:lnTo>
                <a:lnTo>
                  <a:pt x="473514" y="209523"/>
                </a:lnTo>
                <a:lnTo>
                  <a:pt x="472402" y="209934"/>
                </a:lnTo>
                <a:lnTo>
                  <a:pt x="471545" y="210944"/>
                </a:lnTo>
                <a:lnTo>
                  <a:pt x="468919" y="211655"/>
                </a:lnTo>
                <a:lnTo>
                  <a:pt x="468109" y="212571"/>
                </a:lnTo>
                <a:lnTo>
                  <a:pt x="467258" y="213010"/>
                </a:lnTo>
                <a:lnTo>
                  <a:pt x="465881" y="213391"/>
                </a:lnTo>
                <a:lnTo>
                  <a:pt x="464941" y="213144"/>
                </a:lnTo>
                <a:lnTo>
                  <a:pt x="463349" y="213700"/>
                </a:lnTo>
                <a:lnTo>
                  <a:pt x="459906" y="212313"/>
                </a:lnTo>
                <a:lnTo>
                  <a:pt x="457453" y="212227"/>
                </a:lnTo>
                <a:lnTo>
                  <a:pt x="455656" y="212708"/>
                </a:lnTo>
                <a:lnTo>
                  <a:pt x="453929" y="212404"/>
                </a:lnTo>
                <a:lnTo>
                  <a:pt x="453347" y="212811"/>
                </a:lnTo>
                <a:lnTo>
                  <a:pt x="451773" y="212579"/>
                </a:lnTo>
                <a:lnTo>
                  <a:pt x="451122" y="212205"/>
                </a:lnTo>
                <a:lnTo>
                  <a:pt x="446890" y="211777"/>
                </a:lnTo>
                <a:lnTo>
                  <a:pt x="446177" y="212218"/>
                </a:lnTo>
                <a:lnTo>
                  <a:pt x="445449" y="211691"/>
                </a:lnTo>
                <a:lnTo>
                  <a:pt x="444344" y="211585"/>
                </a:lnTo>
                <a:lnTo>
                  <a:pt x="443949" y="211002"/>
                </a:lnTo>
                <a:lnTo>
                  <a:pt x="443306" y="210764"/>
                </a:lnTo>
                <a:lnTo>
                  <a:pt x="441409" y="211529"/>
                </a:lnTo>
                <a:lnTo>
                  <a:pt x="439937" y="211571"/>
                </a:lnTo>
                <a:lnTo>
                  <a:pt x="438641" y="212208"/>
                </a:lnTo>
                <a:lnTo>
                  <a:pt x="438034" y="212199"/>
                </a:lnTo>
                <a:lnTo>
                  <a:pt x="437361" y="212062"/>
                </a:lnTo>
                <a:lnTo>
                  <a:pt x="436831" y="211371"/>
                </a:lnTo>
                <a:lnTo>
                  <a:pt x="436055" y="210924"/>
                </a:lnTo>
                <a:lnTo>
                  <a:pt x="433866" y="210904"/>
                </a:lnTo>
                <a:lnTo>
                  <a:pt x="432878" y="210280"/>
                </a:lnTo>
                <a:lnTo>
                  <a:pt x="431549" y="210522"/>
                </a:lnTo>
                <a:lnTo>
                  <a:pt x="430189" y="211472"/>
                </a:lnTo>
                <a:lnTo>
                  <a:pt x="429202" y="211655"/>
                </a:lnTo>
                <a:lnTo>
                  <a:pt x="428298" y="211066"/>
                </a:lnTo>
                <a:lnTo>
                  <a:pt x="427736" y="210210"/>
                </a:lnTo>
                <a:lnTo>
                  <a:pt x="427035" y="209859"/>
                </a:lnTo>
                <a:lnTo>
                  <a:pt x="427253" y="208764"/>
                </a:lnTo>
                <a:lnTo>
                  <a:pt x="425924" y="208634"/>
                </a:lnTo>
                <a:lnTo>
                  <a:pt x="425905" y="208265"/>
                </a:lnTo>
                <a:lnTo>
                  <a:pt x="426453" y="207584"/>
                </a:lnTo>
                <a:lnTo>
                  <a:pt x="426296" y="207325"/>
                </a:lnTo>
                <a:lnTo>
                  <a:pt x="425423" y="207575"/>
                </a:lnTo>
                <a:lnTo>
                  <a:pt x="423308" y="207259"/>
                </a:lnTo>
                <a:lnTo>
                  <a:pt x="422841" y="206770"/>
                </a:lnTo>
                <a:lnTo>
                  <a:pt x="422271" y="205241"/>
                </a:lnTo>
                <a:lnTo>
                  <a:pt x="421579" y="205403"/>
                </a:lnTo>
                <a:lnTo>
                  <a:pt x="420657" y="206351"/>
                </a:lnTo>
                <a:lnTo>
                  <a:pt x="419919" y="206109"/>
                </a:lnTo>
                <a:lnTo>
                  <a:pt x="418952" y="206191"/>
                </a:lnTo>
                <a:lnTo>
                  <a:pt x="417618" y="205383"/>
                </a:lnTo>
                <a:lnTo>
                  <a:pt x="417219" y="204380"/>
                </a:lnTo>
                <a:lnTo>
                  <a:pt x="414789" y="203621"/>
                </a:lnTo>
                <a:lnTo>
                  <a:pt x="412270" y="205275"/>
                </a:lnTo>
                <a:lnTo>
                  <a:pt x="411507" y="205162"/>
                </a:lnTo>
                <a:lnTo>
                  <a:pt x="410853" y="204214"/>
                </a:lnTo>
                <a:lnTo>
                  <a:pt x="408413" y="204971"/>
                </a:lnTo>
                <a:lnTo>
                  <a:pt x="408278" y="205288"/>
                </a:lnTo>
                <a:lnTo>
                  <a:pt x="408959" y="206154"/>
                </a:lnTo>
                <a:lnTo>
                  <a:pt x="408926" y="206708"/>
                </a:lnTo>
                <a:lnTo>
                  <a:pt x="406509" y="207981"/>
                </a:lnTo>
                <a:lnTo>
                  <a:pt x="405496" y="209666"/>
                </a:lnTo>
                <a:lnTo>
                  <a:pt x="404017" y="209567"/>
                </a:lnTo>
                <a:lnTo>
                  <a:pt x="402525" y="211878"/>
                </a:lnTo>
                <a:lnTo>
                  <a:pt x="401623" y="211875"/>
                </a:lnTo>
                <a:lnTo>
                  <a:pt x="400401" y="210763"/>
                </a:lnTo>
                <a:lnTo>
                  <a:pt x="399958" y="211145"/>
                </a:lnTo>
                <a:lnTo>
                  <a:pt x="400298" y="212282"/>
                </a:lnTo>
                <a:lnTo>
                  <a:pt x="399830" y="212443"/>
                </a:lnTo>
                <a:lnTo>
                  <a:pt x="399868" y="212927"/>
                </a:lnTo>
                <a:lnTo>
                  <a:pt x="398894" y="213478"/>
                </a:lnTo>
                <a:lnTo>
                  <a:pt x="396832" y="213851"/>
                </a:lnTo>
                <a:lnTo>
                  <a:pt x="395779" y="215949"/>
                </a:lnTo>
                <a:lnTo>
                  <a:pt x="394481" y="216379"/>
                </a:lnTo>
                <a:lnTo>
                  <a:pt x="393723" y="215315"/>
                </a:lnTo>
                <a:lnTo>
                  <a:pt x="393197" y="215305"/>
                </a:lnTo>
                <a:lnTo>
                  <a:pt x="393226" y="217803"/>
                </a:lnTo>
                <a:lnTo>
                  <a:pt x="392311" y="217966"/>
                </a:lnTo>
                <a:lnTo>
                  <a:pt x="391781" y="218754"/>
                </a:lnTo>
                <a:lnTo>
                  <a:pt x="390557" y="218744"/>
                </a:lnTo>
                <a:lnTo>
                  <a:pt x="390328" y="219380"/>
                </a:lnTo>
                <a:lnTo>
                  <a:pt x="390762" y="220033"/>
                </a:lnTo>
                <a:lnTo>
                  <a:pt x="390425" y="220307"/>
                </a:lnTo>
                <a:lnTo>
                  <a:pt x="388502" y="219592"/>
                </a:lnTo>
                <a:lnTo>
                  <a:pt x="386698" y="219971"/>
                </a:lnTo>
                <a:lnTo>
                  <a:pt x="385718" y="219250"/>
                </a:lnTo>
                <a:lnTo>
                  <a:pt x="384431" y="219647"/>
                </a:lnTo>
                <a:lnTo>
                  <a:pt x="383529" y="219433"/>
                </a:lnTo>
                <a:lnTo>
                  <a:pt x="382484" y="219874"/>
                </a:lnTo>
                <a:lnTo>
                  <a:pt x="381360" y="219956"/>
                </a:lnTo>
                <a:lnTo>
                  <a:pt x="379478" y="221098"/>
                </a:lnTo>
                <a:lnTo>
                  <a:pt x="377962" y="220408"/>
                </a:lnTo>
                <a:lnTo>
                  <a:pt x="376874" y="221401"/>
                </a:lnTo>
                <a:lnTo>
                  <a:pt x="376500" y="221221"/>
                </a:lnTo>
                <a:lnTo>
                  <a:pt x="376405" y="220381"/>
                </a:lnTo>
                <a:lnTo>
                  <a:pt x="375984" y="220125"/>
                </a:lnTo>
                <a:lnTo>
                  <a:pt x="375628" y="220604"/>
                </a:lnTo>
                <a:lnTo>
                  <a:pt x="375514" y="221653"/>
                </a:lnTo>
                <a:lnTo>
                  <a:pt x="374147" y="221709"/>
                </a:lnTo>
                <a:lnTo>
                  <a:pt x="372787" y="222949"/>
                </a:lnTo>
                <a:lnTo>
                  <a:pt x="371550" y="221463"/>
                </a:lnTo>
                <a:lnTo>
                  <a:pt x="370899" y="221409"/>
                </a:lnTo>
                <a:lnTo>
                  <a:pt x="369972" y="221884"/>
                </a:lnTo>
                <a:lnTo>
                  <a:pt x="368092" y="220545"/>
                </a:lnTo>
                <a:lnTo>
                  <a:pt x="367111" y="220196"/>
                </a:lnTo>
                <a:lnTo>
                  <a:pt x="366112" y="220272"/>
                </a:lnTo>
                <a:lnTo>
                  <a:pt x="365431" y="220855"/>
                </a:lnTo>
                <a:lnTo>
                  <a:pt x="364768" y="220775"/>
                </a:lnTo>
                <a:lnTo>
                  <a:pt x="363671" y="220454"/>
                </a:lnTo>
                <a:lnTo>
                  <a:pt x="362795" y="219536"/>
                </a:lnTo>
                <a:lnTo>
                  <a:pt x="361482" y="218834"/>
                </a:lnTo>
                <a:lnTo>
                  <a:pt x="358476" y="219158"/>
                </a:lnTo>
                <a:lnTo>
                  <a:pt x="355876" y="220197"/>
                </a:lnTo>
                <a:lnTo>
                  <a:pt x="354022" y="222475"/>
                </a:lnTo>
                <a:lnTo>
                  <a:pt x="353329" y="222534"/>
                </a:lnTo>
                <a:lnTo>
                  <a:pt x="352847" y="221682"/>
                </a:lnTo>
                <a:lnTo>
                  <a:pt x="352279" y="221441"/>
                </a:lnTo>
                <a:lnTo>
                  <a:pt x="350302" y="221501"/>
                </a:lnTo>
                <a:lnTo>
                  <a:pt x="349511" y="220906"/>
                </a:lnTo>
                <a:lnTo>
                  <a:pt x="347040" y="220071"/>
                </a:lnTo>
                <a:lnTo>
                  <a:pt x="346172" y="219434"/>
                </a:lnTo>
                <a:lnTo>
                  <a:pt x="340773" y="218088"/>
                </a:lnTo>
                <a:lnTo>
                  <a:pt x="339055" y="216727"/>
                </a:lnTo>
                <a:lnTo>
                  <a:pt x="337414" y="216005"/>
                </a:lnTo>
                <a:lnTo>
                  <a:pt x="335481" y="213636"/>
                </a:lnTo>
                <a:lnTo>
                  <a:pt x="333985" y="212730"/>
                </a:lnTo>
                <a:lnTo>
                  <a:pt x="332620" y="212391"/>
                </a:lnTo>
                <a:lnTo>
                  <a:pt x="330732" y="212718"/>
                </a:lnTo>
                <a:lnTo>
                  <a:pt x="329665" y="212588"/>
                </a:lnTo>
                <a:lnTo>
                  <a:pt x="320450" y="208574"/>
                </a:lnTo>
                <a:lnTo>
                  <a:pt x="317182" y="207807"/>
                </a:lnTo>
                <a:lnTo>
                  <a:pt x="316969" y="207579"/>
                </a:lnTo>
                <a:lnTo>
                  <a:pt x="316955" y="206383"/>
                </a:lnTo>
                <a:lnTo>
                  <a:pt x="316411" y="205962"/>
                </a:lnTo>
                <a:lnTo>
                  <a:pt x="315945" y="206079"/>
                </a:lnTo>
                <a:lnTo>
                  <a:pt x="315653" y="206935"/>
                </a:lnTo>
                <a:lnTo>
                  <a:pt x="314904" y="207023"/>
                </a:lnTo>
                <a:lnTo>
                  <a:pt x="312844" y="205195"/>
                </a:lnTo>
                <a:lnTo>
                  <a:pt x="312424" y="205363"/>
                </a:lnTo>
                <a:lnTo>
                  <a:pt x="312357" y="206283"/>
                </a:lnTo>
                <a:lnTo>
                  <a:pt x="311923" y="206582"/>
                </a:lnTo>
                <a:lnTo>
                  <a:pt x="310890" y="205305"/>
                </a:lnTo>
                <a:lnTo>
                  <a:pt x="310463" y="205277"/>
                </a:lnTo>
                <a:lnTo>
                  <a:pt x="310374" y="207518"/>
                </a:lnTo>
                <a:lnTo>
                  <a:pt x="309263" y="208594"/>
                </a:lnTo>
                <a:lnTo>
                  <a:pt x="308334" y="208393"/>
                </a:lnTo>
                <a:lnTo>
                  <a:pt x="306668" y="207510"/>
                </a:lnTo>
                <a:lnTo>
                  <a:pt x="305710" y="207749"/>
                </a:lnTo>
                <a:lnTo>
                  <a:pt x="305451" y="208519"/>
                </a:lnTo>
                <a:lnTo>
                  <a:pt x="305428" y="210272"/>
                </a:lnTo>
                <a:lnTo>
                  <a:pt x="305087" y="210629"/>
                </a:lnTo>
                <a:lnTo>
                  <a:pt x="304306" y="210561"/>
                </a:lnTo>
                <a:lnTo>
                  <a:pt x="303728" y="209411"/>
                </a:lnTo>
                <a:lnTo>
                  <a:pt x="303320" y="209208"/>
                </a:lnTo>
                <a:lnTo>
                  <a:pt x="302331" y="209894"/>
                </a:lnTo>
                <a:lnTo>
                  <a:pt x="301596" y="211048"/>
                </a:lnTo>
                <a:lnTo>
                  <a:pt x="300451" y="210961"/>
                </a:lnTo>
                <a:lnTo>
                  <a:pt x="298646" y="210038"/>
                </a:lnTo>
                <a:lnTo>
                  <a:pt x="296998" y="209624"/>
                </a:lnTo>
                <a:lnTo>
                  <a:pt x="296189" y="208271"/>
                </a:lnTo>
                <a:lnTo>
                  <a:pt x="294327" y="207436"/>
                </a:lnTo>
                <a:lnTo>
                  <a:pt x="293232" y="205871"/>
                </a:lnTo>
                <a:lnTo>
                  <a:pt x="291830" y="204926"/>
                </a:lnTo>
                <a:lnTo>
                  <a:pt x="291426" y="204007"/>
                </a:lnTo>
                <a:lnTo>
                  <a:pt x="291439" y="203041"/>
                </a:lnTo>
                <a:lnTo>
                  <a:pt x="292375" y="201432"/>
                </a:lnTo>
                <a:lnTo>
                  <a:pt x="291845" y="200667"/>
                </a:lnTo>
                <a:lnTo>
                  <a:pt x="290109" y="201396"/>
                </a:lnTo>
                <a:lnTo>
                  <a:pt x="287681" y="201440"/>
                </a:lnTo>
                <a:lnTo>
                  <a:pt x="285531" y="203711"/>
                </a:lnTo>
                <a:lnTo>
                  <a:pt x="285010" y="203754"/>
                </a:lnTo>
                <a:lnTo>
                  <a:pt x="283969" y="202285"/>
                </a:lnTo>
                <a:lnTo>
                  <a:pt x="283798" y="201446"/>
                </a:lnTo>
                <a:lnTo>
                  <a:pt x="284644" y="200509"/>
                </a:lnTo>
                <a:lnTo>
                  <a:pt x="286002" y="200015"/>
                </a:lnTo>
                <a:lnTo>
                  <a:pt x="285943" y="198432"/>
                </a:lnTo>
                <a:lnTo>
                  <a:pt x="285553" y="197629"/>
                </a:lnTo>
                <a:lnTo>
                  <a:pt x="284910" y="197426"/>
                </a:lnTo>
                <a:lnTo>
                  <a:pt x="283869" y="198090"/>
                </a:lnTo>
                <a:lnTo>
                  <a:pt x="282901" y="199713"/>
                </a:lnTo>
                <a:lnTo>
                  <a:pt x="282405" y="199994"/>
                </a:lnTo>
                <a:lnTo>
                  <a:pt x="281664" y="200280"/>
                </a:lnTo>
                <a:lnTo>
                  <a:pt x="280799" y="200097"/>
                </a:lnTo>
                <a:lnTo>
                  <a:pt x="280464" y="199220"/>
                </a:lnTo>
                <a:lnTo>
                  <a:pt x="280775" y="197170"/>
                </a:lnTo>
                <a:lnTo>
                  <a:pt x="279715" y="196343"/>
                </a:lnTo>
                <a:lnTo>
                  <a:pt x="278460" y="195815"/>
                </a:lnTo>
                <a:lnTo>
                  <a:pt x="279209" y="193868"/>
                </a:lnTo>
                <a:lnTo>
                  <a:pt x="278488" y="193398"/>
                </a:lnTo>
                <a:lnTo>
                  <a:pt x="277545" y="193592"/>
                </a:lnTo>
                <a:lnTo>
                  <a:pt x="276621" y="192981"/>
                </a:lnTo>
                <a:lnTo>
                  <a:pt x="276132" y="191574"/>
                </a:lnTo>
                <a:lnTo>
                  <a:pt x="274875" y="190290"/>
                </a:lnTo>
                <a:lnTo>
                  <a:pt x="275115" y="188692"/>
                </a:lnTo>
                <a:lnTo>
                  <a:pt x="274942" y="188031"/>
                </a:lnTo>
                <a:lnTo>
                  <a:pt x="272911" y="188077"/>
                </a:lnTo>
                <a:lnTo>
                  <a:pt x="271583" y="185780"/>
                </a:lnTo>
                <a:lnTo>
                  <a:pt x="270322" y="185208"/>
                </a:lnTo>
                <a:lnTo>
                  <a:pt x="269469" y="183803"/>
                </a:lnTo>
                <a:lnTo>
                  <a:pt x="268894" y="183522"/>
                </a:lnTo>
                <a:lnTo>
                  <a:pt x="267632" y="183686"/>
                </a:lnTo>
                <a:lnTo>
                  <a:pt x="266770" y="184738"/>
                </a:lnTo>
                <a:lnTo>
                  <a:pt x="265268" y="185559"/>
                </a:lnTo>
                <a:lnTo>
                  <a:pt x="264743" y="185699"/>
                </a:lnTo>
                <a:lnTo>
                  <a:pt x="263310" y="185374"/>
                </a:lnTo>
                <a:lnTo>
                  <a:pt x="262864" y="184474"/>
                </a:lnTo>
                <a:lnTo>
                  <a:pt x="263812" y="183129"/>
                </a:lnTo>
                <a:lnTo>
                  <a:pt x="263941" y="182525"/>
                </a:lnTo>
                <a:lnTo>
                  <a:pt x="263515" y="181664"/>
                </a:lnTo>
                <a:lnTo>
                  <a:pt x="262911" y="181191"/>
                </a:lnTo>
                <a:lnTo>
                  <a:pt x="262146" y="181251"/>
                </a:lnTo>
                <a:lnTo>
                  <a:pt x="260055" y="182336"/>
                </a:lnTo>
                <a:lnTo>
                  <a:pt x="259790" y="182756"/>
                </a:lnTo>
                <a:lnTo>
                  <a:pt x="260070" y="184437"/>
                </a:lnTo>
                <a:lnTo>
                  <a:pt x="259712" y="184977"/>
                </a:lnTo>
                <a:lnTo>
                  <a:pt x="257610" y="184927"/>
                </a:lnTo>
                <a:lnTo>
                  <a:pt x="255634" y="185661"/>
                </a:lnTo>
                <a:lnTo>
                  <a:pt x="253794" y="185410"/>
                </a:lnTo>
                <a:lnTo>
                  <a:pt x="251814" y="186330"/>
                </a:lnTo>
                <a:lnTo>
                  <a:pt x="250596" y="187885"/>
                </a:lnTo>
                <a:lnTo>
                  <a:pt x="249734" y="187431"/>
                </a:lnTo>
                <a:lnTo>
                  <a:pt x="249172" y="185490"/>
                </a:lnTo>
                <a:lnTo>
                  <a:pt x="248515" y="185275"/>
                </a:lnTo>
                <a:lnTo>
                  <a:pt x="247473" y="185520"/>
                </a:lnTo>
                <a:lnTo>
                  <a:pt x="246870" y="186331"/>
                </a:lnTo>
                <a:lnTo>
                  <a:pt x="247465" y="188057"/>
                </a:lnTo>
                <a:lnTo>
                  <a:pt x="247380" y="188838"/>
                </a:lnTo>
                <a:lnTo>
                  <a:pt x="247117" y="189218"/>
                </a:lnTo>
                <a:lnTo>
                  <a:pt x="245891" y="189502"/>
                </a:lnTo>
                <a:lnTo>
                  <a:pt x="244659" y="189326"/>
                </a:lnTo>
                <a:lnTo>
                  <a:pt x="243079" y="188194"/>
                </a:lnTo>
                <a:lnTo>
                  <a:pt x="241947" y="186649"/>
                </a:lnTo>
                <a:lnTo>
                  <a:pt x="240946" y="186148"/>
                </a:lnTo>
                <a:lnTo>
                  <a:pt x="240386" y="186549"/>
                </a:lnTo>
                <a:lnTo>
                  <a:pt x="240505" y="187673"/>
                </a:lnTo>
                <a:lnTo>
                  <a:pt x="240230" y="188130"/>
                </a:lnTo>
                <a:lnTo>
                  <a:pt x="238728" y="188332"/>
                </a:lnTo>
                <a:lnTo>
                  <a:pt x="237323" y="189303"/>
                </a:lnTo>
                <a:lnTo>
                  <a:pt x="236680" y="189397"/>
                </a:lnTo>
                <a:lnTo>
                  <a:pt x="236276" y="188842"/>
                </a:lnTo>
                <a:lnTo>
                  <a:pt x="236290" y="186200"/>
                </a:lnTo>
                <a:lnTo>
                  <a:pt x="236499" y="185840"/>
                </a:lnTo>
                <a:lnTo>
                  <a:pt x="237894" y="185081"/>
                </a:lnTo>
                <a:lnTo>
                  <a:pt x="237850" y="184284"/>
                </a:lnTo>
                <a:lnTo>
                  <a:pt x="236416" y="183471"/>
                </a:lnTo>
                <a:lnTo>
                  <a:pt x="232979" y="183740"/>
                </a:lnTo>
                <a:lnTo>
                  <a:pt x="231879" y="182690"/>
                </a:lnTo>
                <a:lnTo>
                  <a:pt x="231042" y="182449"/>
                </a:lnTo>
                <a:lnTo>
                  <a:pt x="229912" y="182538"/>
                </a:lnTo>
                <a:lnTo>
                  <a:pt x="229033" y="184057"/>
                </a:lnTo>
                <a:lnTo>
                  <a:pt x="227648" y="183728"/>
                </a:lnTo>
                <a:lnTo>
                  <a:pt x="227280" y="183970"/>
                </a:lnTo>
                <a:lnTo>
                  <a:pt x="227516" y="185985"/>
                </a:lnTo>
                <a:lnTo>
                  <a:pt x="227135" y="186612"/>
                </a:lnTo>
                <a:lnTo>
                  <a:pt x="226484" y="186938"/>
                </a:lnTo>
                <a:lnTo>
                  <a:pt x="224672" y="186645"/>
                </a:lnTo>
                <a:lnTo>
                  <a:pt x="223438" y="186899"/>
                </a:lnTo>
                <a:lnTo>
                  <a:pt x="221705" y="185249"/>
                </a:lnTo>
                <a:lnTo>
                  <a:pt x="219285" y="184868"/>
                </a:lnTo>
                <a:lnTo>
                  <a:pt x="218791" y="183887"/>
                </a:lnTo>
                <a:lnTo>
                  <a:pt x="219717" y="180673"/>
                </a:lnTo>
                <a:lnTo>
                  <a:pt x="218929" y="180001"/>
                </a:lnTo>
                <a:lnTo>
                  <a:pt x="216466" y="179360"/>
                </a:lnTo>
                <a:lnTo>
                  <a:pt x="215536" y="178667"/>
                </a:lnTo>
                <a:lnTo>
                  <a:pt x="215171" y="177999"/>
                </a:lnTo>
                <a:lnTo>
                  <a:pt x="215433" y="176178"/>
                </a:lnTo>
                <a:lnTo>
                  <a:pt x="215085" y="175334"/>
                </a:lnTo>
                <a:lnTo>
                  <a:pt x="212928" y="174304"/>
                </a:lnTo>
                <a:lnTo>
                  <a:pt x="210931" y="174453"/>
                </a:lnTo>
                <a:lnTo>
                  <a:pt x="208913" y="174070"/>
                </a:lnTo>
                <a:lnTo>
                  <a:pt x="208078" y="173521"/>
                </a:lnTo>
                <a:lnTo>
                  <a:pt x="207721" y="172843"/>
                </a:lnTo>
                <a:lnTo>
                  <a:pt x="207798" y="172344"/>
                </a:lnTo>
                <a:lnTo>
                  <a:pt x="208500" y="171505"/>
                </a:lnTo>
                <a:lnTo>
                  <a:pt x="208715" y="170490"/>
                </a:lnTo>
                <a:lnTo>
                  <a:pt x="207288" y="168416"/>
                </a:lnTo>
                <a:lnTo>
                  <a:pt x="206501" y="168489"/>
                </a:lnTo>
                <a:lnTo>
                  <a:pt x="205443" y="169812"/>
                </a:lnTo>
                <a:lnTo>
                  <a:pt x="204756" y="170240"/>
                </a:lnTo>
                <a:lnTo>
                  <a:pt x="203995" y="170153"/>
                </a:lnTo>
                <a:lnTo>
                  <a:pt x="202686" y="169199"/>
                </a:lnTo>
                <a:lnTo>
                  <a:pt x="202164" y="168215"/>
                </a:lnTo>
                <a:lnTo>
                  <a:pt x="202055" y="166918"/>
                </a:lnTo>
                <a:lnTo>
                  <a:pt x="202572" y="165883"/>
                </a:lnTo>
                <a:lnTo>
                  <a:pt x="203736" y="165144"/>
                </a:lnTo>
                <a:lnTo>
                  <a:pt x="204870" y="163859"/>
                </a:lnTo>
                <a:lnTo>
                  <a:pt x="204827" y="163052"/>
                </a:lnTo>
                <a:lnTo>
                  <a:pt x="204080" y="162472"/>
                </a:lnTo>
                <a:lnTo>
                  <a:pt x="202352" y="162204"/>
                </a:lnTo>
                <a:lnTo>
                  <a:pt x="201108" y="162356"/>
                </a:lnTo>
                <a:lnTo>
                  <a:pt x="199830" y="162952"/>
                </a:lnTo>
                <a:lnTo>
                  <a:pt x="198703" y="162979"/>
                </a:lnTo>
                <a:lnTo>
                  <a:pt x="197115" y="161306"/>
                </a:lnTo>
                <a:lnTo>
                  <a:pt x="194793" y="161222"/>
                </a:lnTo>
                <a:lnTo>
                  <a:pt x="194483" y="160678"/>
                </a:lnTo>
                <a:lnTo>
                  <a:pt x="194894" y="158695"/>
                </a:lnTo>
                <a:lnTo>
                  <a:pt x="194369" y="158052"/>
                </a:lnTo>
                <a:lnTo>
                  <a:pt x="193100" y="157517"/>
                </a:lnTo>
                <a:lnTo>
                  <a:pt x="192794" y="157108"/>
                </a:lnTo>
                <a:lnTo>
                  <a:pt x="192929" y="156211"/>
                </a:lnTo>
                <a:lnTo>
                  <a:pt x="193845" y="155293"/>
                </a:lnTo>
                <a:lnTo>
                  <a:pt x="193934" y="154658"/>
                </a:lnTo>
                <a:lnTo>
                  <a:pt x="192201" y="153458"/>
                </a:lnTo>
                <a:lnTo>
                  <a:pt x="189750" y="152724"/>
                </a:lnTo>
                <a:lnTo>
                  <a:pt x="188900" y="150406"/>
                </a:lnTo>
                <a:lnTo>
                  <a:pt x="188182" y="150207"/>
                </a:lnTo>
                <a:lnTo>
                  <a:pt x="187722" y="150378"/>
                </a:lnTo>
                <a:lnTo>
                  <a:pt x="185504" y="152988"/>
                </a:lnTo>
                <a:lnTo>
                  <a:pt x="184329" y="153465"/>
                </a:lnTo>
                <a:lnTo>
                  <a:pt x="184091" y="153030"/>
                </a:lnTo>
                <a:lnTo>
                  <a:pt x="184215" y="151334"/>
                </a:lnTo>
                <a:lnTo>
                  <a:pt x="183249" y="150276"/>
                </a:lnTo>
                <a:lnTo>
                  <a:pt x="182081" y="149913"/>
                </a:lnTo>
                <a:lnTo>
                  <a:pt x="180369" y="150622"/>
                </a:lnTo>
                <a:lnTo>
                  <a:pt x="179047" y="150334"/>
                </a:lnTo>
                <a:lnTo>
                  <a:pt x="178128" y="149601"/>
                </a:lnTo>
                <a:lnTo>
                  <a:pt x="178315" y="148328"/>
                </a:lnTo>
                <a:lnTo>
                  <a:pt x="179813" y="146820"/>
                </a:lnTo>
                <a:lnTo>
                  <a:pt x="178405" y="144665"/>
                </a:lnTo>
                <a:lnTo>
                  <a:pt x="177407" y="144399"/>
                </a:lnTo>
                <a:lnTo>
                  <a:pt x="176861" y="144545"/>
                </a:lnTo>
                <a:lnTo>
                  <a:pt x="176541" y="145125"/>
                </a:lnTo>
                <a:lnTo>
                  <a:pt x="176514" y="146760"/>
                </a:lnTo>
                <a:lnTo>
                  <a:pt x="175929" y="147443"/>
                </a:lnTo>
                <a:lnTo>
                  <a:pt x="174270" y="147876"/>
                </a:lnTo>
                <a:lnTo>
                  <a:pt x="173065" y="147630"/>
                </a:lnTo>
                <a:lnTo>
                  <a:pt x="172470" y="146458"/>
                </a:lnTo>
                <a:lnTo>
                  <a:pt x="172238" y="143703"/>
                </a:lnTo>
                <a:lnTo>
                  <a:pt x="171509" y="143027"/>
                </a:lnTo>
                <a:lnTo>
                  <a:pt x="169645" y="142812"/>
                </a:lnTo>
                <a:lnTo>
                  <a:pt x="168563" y="142297"/>
                </a:lnTo>
                <a:lnTo>
                  <a:pt x="168417" y="141716"/>
                </a:lnTo>
                <a:lnTo>
                  <a:pt x="169722" y="140427"/>
                </a:lnTo>
                <a:lnTo>
                  <a:pt x="170067" y="139698"/>
                </a:lnTo>
                <a:lnTo>
                  <a:pt x="169887" y="139038"/>
                </a:lnTo>
                <a:lnTo>
                  <a:pt x="169327" y="138563"/>
                </a:lnTo>
                <a:lnTo>
                  <a:pt x="167692" y="138138"/>
                </a:lnTo>
                <a:lnTo>
                  <a:pt x="167000" y="138696"/>
                </a:lnTo>
                <a:lnTo>
                  <a:pt x="166352" y="140704"/>
                </a:lnTo>
                <a:lnTo>
                  <a:pt x="165680" y="141056"/>
                </a:lnTo>
                <a:lnTo>
                  <a:pt x="164716" y="140966"/>
                </a:lnTo>
                <a:lnTo>
                  <a:pt x="164154" y="140655"/>
                </a:lnTo>
                <a:lnTo>
                  <a:pt x="163856" y="140041"/>
                </a:lnTo>
                <a:lnTo>
                  <a:pt x="163854" y="136999"/>
                </a:lnTo>
                <a:lnTo>
                  <a:pt x="160917" y="135920"/>
                </a:lnTo>
                <a:lnTo>
                  <a:pt x="159156" y="136276"/>
                </a:lnTo>
                <a:lnTo>
                  <a:pt x="158976" y="135292"/>
                </a:lnTo>
                <a:lnTo>
                  <a:pt x="159871" y="133596"/>
                </a:lnTo>
                <a:lnTo>
                  <a:pt x="159547" y="133022"/>
                </a:lnTo>
                <a:lnTo>
                  <a:pt x="157605" y="132537"/>
                </a:lnTo>
                <a:lnTo>
                  <a:pt x="155132" y="132626"/>
                </a:lnTo>
                <a:lnTo>
                  <a:pt x="154260" y="130904"/>
                </a:lnTo>
                <a:lnTo>
                  <a:pt x="153386" y="130267"/>
                </a:lnTo>
                <a:lnTo>
                  <a:pt x="149506" y="132550"/>
                </a:lnTo>
                <a:lnTo>
                  <a:pt x="148939" y="132695"/>
                </a:lnTo>
                <a:lnTo>
                  <a:pt x="148569" y="132473"/>
                </a:lnTo>
                <a:lnTo>
                  <a:pt x="148634" y="130820"/>
                </a:lnTo>
                <a:lnTo>
                  <a:pt x="149293" y="128715"/>
                </a:lnTo>
                <a:lnTo>
                  <a:pt x="148223" y="126072"/>
                </a:lnTo>
                <a:lnTo>
                  <a:pt x="146237" y="124647"/>
                </a:lnTo>
                <a:lnTo>
                  <a:pt x="145447" y="122371"/>
                </a:lnTo>
                <a:lnTo>
                  <a:pt x="144397" y="122329"/>
                </a:lnTo>
                <a:lnTo>
                  <a:pt x="143056" y="122872"/>
                </a:lnTo>
                <a:lnTo>
                  <a:pt x="142435" y="122779"/>
                </a:lnTo>
                <a:lnTo>
                  <a:pt x="141943" y="122248"/>
                </a:lnTo>
                <a:lnTo>
                  <a:pt x="141901" y="121587"/>
                </a:lnTo>
                <a:lnTo>
                  <a:pt x="143555" y="119150"/>
                </a:lnTo>
                <a:lnTo>
                  <a:pt x="143683" y="118761"/>
                </a:lnTo>
                <a:lnTo>
                  <a:pt x="143449" y="118314"/>
                </a:lnTo>
                <a:lnTo>
                  <a:pt x="140226" y="117903"/>
                </a:lnTo>
                <a:lnTo>
                  <a:pt x="139171" y="118304"/>
                </a:lnTo>
                <a:lnTo>
                  <a:pt x="137689" y="121672"/>
                </a:lnTo>
                <a:lnTo>
                  <a:pt x="135949" y="124453"/>
                </a:lnTo>
                <a:lnTo>
                  <a:pt x="135328" y="125324"/>
                </a:lnTo>
                <a:lnTo>
                  <a:pt x="134367" y="125721"/>
                </a:lnTo>
                <a:lnTo>
                  <a:pt x="133824" y="125563"/>
                </a:lnTo>
                <a:lnTo>
                  <a:pt x="132497" y="124099"/>
                </a:lnTo>
                <a:lnTo>
                  <a:pt x="129106" y="123401"/>
                </a:lnTo>
                <a:lnTo>
                  <a:pt x="126410" y="123402"/>
                </a:lnTo>
                <a:lnTo>
                  <a:pt x="125326" y="120427"/>
                </a:lnTo>
                <a:lnTo>
                  <a:pt x="124167" y="119930"/>
                </a:lnTo>
                <a:lnTo>
                  <a:pt x="121229" y="120274"/>
                </a:lnTo>
                <a:lnTo>
                  <a:pt x="118724" y="121345"/>
                </a:lnTo>
                <a:lnTo>
                  <a:pt x="117962" y="120813"/>
                </a:lnTo>
                <a:lnTo>
                  <a:pt x="117235" y="119493"/>
                </a:lnTo>
                <a:lnTo>
                  <a:pt x="116491" y="119339"/>
                </a:lnTo>
                <a:lnTo>
                  <a:pt x="116084" y="119532"/>
                </a:lnTo>
                <a:lnTo>
                  <a:pt x="115238" y="121115"/>
                </a:lnTo>
                <a:lnTo>
                  <a:pt x="113691" y="121690"/>
                </a:lnTo>
                <a:lnTo>
                  <a:pt x="112774" y="121133"/>
                </a:lnTo>
                <a:lnTo>
                  <a:pt x="111922" y="118938"/>
                </a:lnTo>
                <a:lnTo>
                  <a:pt x="110734" y="117899"/>
                </a:lnTo>
                <a:lnTo>
                  <a:pt x="107610" y="118979"/>
                </a:lnTo>
                <a:lnTo>
                  <a:pt x="105454" y="118175"/>
                </a:lnTo>
                <a:lnTo>
                  <a:pt x="103209" y="119216"/>
                </a:lnTo>
                <a:lnTo>
                  <a:pt x="100260" y="117924"/>
                </a:lnTo>
                <a:lnTo>
                  <a:pt x="99297" y="117836"/>
                </a:lnTo>
                <a:lnTo>
                  <a:pt x="98364" y="118366"/>
                </a:lnTo>
                <a:lnTo>
                  <a:pt x="96240" y="118518"/>
                </a:lnTo>
                <a:lnTo>
                  <a:pt x="95063" y="118921"/>
                </a:lnTo>
                <a:lnTo>
                  <a:pt x="92570" y="120989"/>
                </a:lnTo>
                <a:lnTo>
                  <a:pt x="91978" y="122884"/>
                </a:lnTo>
                <a:lnTo>
                  <a:pt x="91285" y="123698"/>
                </a:lnTo>
                <a:lnTo>
                  <a:pt x="90678" y="123865"/>
                </a:lnTo>
                <a:lnTo>
                  <a:pt x="89069" y="123444"/>
                </a:lnTo>
                <a:lnTo>
                  <a:pt x="88238" y="123588"/>
                </a:lnTo>
                <a:lnTo>
                  <a:pt x="87309" y="124539"/>
                </a:lnTo>
                <a:lnTo>
                  <a:pt x="86663" y="125789"/>
                </a:lnTo>
                <a:lnTo>
                  <a:pt x="85932" y="126302"/>
                </a:lnTo>
                <a:lnTo>
                  <a:pt x="84883" y="126115"/>
                </a:lnTo>
                <a:lnTo>
                  <a:pt x="82289" y="123687"/>
                </a:lnTo>
                <a:lnTo>
                  <a:pt x="81215" y="123813"/>
                </a:lnTo>
                <a:lnTo>
                  <a:pt x="79562" y="125163"/>
                </a:lnTo>
                <a:lnTo>
                  <a:pt x="77932" y="125626"/>
                </a:lnTo>
                <a:lnTo>
                  <a:pt x="77938" y="127437"/>
                </a:lnTo>
                <a:lnTo>
                  <a:pt x="77661" y="128192"/>
                </a:lnTo>
                <a:lnTo>
                  <a:pt x="76924" y="128900"/>
                </a:lnTo>
                <a:lnTo>
                  <a:pt x="75981" y="129156"/>
                </a:lnTo>
                <a:lnTo>
                  <a:pt x="74158" y="128699"/>
                </a:lnTo>
                <a:lnTo>
                  <a:pt x="72995" y="128022"/>
                </a:lnTo>
                <a:lnTo>
                  <a:pt x="72066" y="126627"/>
                </a:lnTo>
                <a:lnTo>
                  <a:pt x="72256" y="125553"/>
                </a:lnTo>
                <a:lnTo>
                  <a:pt x="73229" y="124117"/>
                </a:lnTo>
                <a:lnTo>
                  <a:pt x="73367" y="123491"/>
                </a:lnTo>
                <a:lnTo>
                  <a:pt x="72981" y="121416"/>
                </a:lnTo>
                <a:lnTo>
                  <a:pt x="72016" y="121081"/>
                </a:lnTo>
                <a:lnTo>
                  <a:pt x="71294" y="121633"/>
                </a:lnTo>
                <a:lnTo>
                  <a:pt x="70111" y="123660"/>
                </a:lnTo>
                <a:lnTo>
                  <a:pt x="68074" y="125555"/>
                </a:lnTo>
                <a:lnTo>
                  <a:pt x="67518" y="125500"/>
                </a:lnTo>
                <a:lnTo>
                  <a:pt x="67449" y="125059"/>
                </a:lnTo>
                <a:lnTo>
                  <a:pt x="65304" y="122952"/>
                </a:lnTo>
                <a:lnTo>
                  <a:pt x="64520" y="122603"/>
                </a:lnTo>
                <a:lnTo>
                  <a:pt x="63967" y="122802"/>
                </a:lnTo>
                <a:lnTo>
                  <a:pt x="63683" y="123619"/>
                </a:lnTo>
                <a:lnTo>
                  <a:pt x="63767" y="124685"/>
                </a:lnTo>
                <a:lnTo>
                  <a:pt x="64971" y="128767"/>
                </a:lnTo>
                <a:lnTo>
                  <a:pt x="64625" y="129968"/>
                </a:lnTo>
                <a:lnTo>
                  <a:pt x="63248" y="130754"/>
                </a:lnTo>
                <a:lnTo>
                  <a:pt x="60613" y="130430"/>
                </a:lnTo>
                <a:lnTo>
                  <a:pt x="58853" y="130775"/>
                </a:lnTo>
                <a:lnTo>
                  <a:pt x="57950" y="132182"/>
                </a:lnTo>
                <a:lnTo>
                  <a:pt x="58295" y="133166"/>
                </a:lnTo>
                <a:lnTo>
                  <a:pt x="58151" y="134375"/>
                </a:lnTo>
                <a:lnTo>
                  <a:pt x="58593" y="135417"/>
                </a:lnTo>
                <a:lnTo>
                  <a:pt x="58641" y="136645"/>
                </a:lnTo>
                <a:lnTo>
                  <a:pt x="57540" y="138648"/>
                </a:lnTo>
                <a:lnTo>
                  <a:pt x="50806" y="143516"/>
                </a:lnTo>
                <a:lnTo>
                  <a:pt x="48776" y="144644"/>
                </a:lnTo>
                <a:lnTo>
                  <a:pt x="47610" y="145974"/>
                </a:lnTo>
                <a:lnTo>
                  <a:pt x="46763" y="147849"/>
                </a:lnTo>
                <a:lnTo>
                  <a:pt x="46609" y="149070"/>
                </a:lnTo>
                <a:lnTo>
                  <a:pt x="45298" y="152845"/>
                </a:lnTo>
                <a:lnTo>
                  <a:pt x="43101" y="155387"/>
                </a:lnTo>
                <a:lnTo>
                  <a:pt x="43516" y="157049"/>
                </a:lnTo>
                <a:lnTo>
                  <a:pt x="45716" y="157820"/>
                </a:lnTo>
                <a:lnTo>
                  <a:pt x="45672" y="158881"/>
                </a:lnTo>
                <a:lnTo>
                  <a:pt x="45056" y="159268"/>
                </a:lnTo>
                <a:lnTo>
                  <a:pt x="44582" y="159236"/>
                </a:lnTo>
                <a:lnTo>
                  <a:pt x="42567" y="158339"/>
                </a:lnTo>
                <a:lnTo>
                  <a:pt x="39317" y="157560"/>
                </a:lnTo>
                <a:lnTo>
                  <a:pt x="37215" y="158439"/>
                </a:lnTo>
                <a:lnTo>
                  <a:pt x="36330" y="159596"/>
                </a:lnTo>
                <a:lnTo>
                  <a:pt x="36567" y="160820"/>
                </a:lnTo>
                <a:lnTo>
                  <a:pt x="38237" y="161988"/>
                </a:lnTo>
                <a:lnTo>
                  <a:pt x="38774" y="162780"/>
                </a:lnTo>
                <a:lnTo>
                  <a:pt x="37358" y="165467"/>
                </a:lnTo>
                <a:lnTo>
                  <a:pt x="37632" y="167839"/>
                </a:lnTo>
                <a:lnTo>
                  <a:pt x="37491" y="168224"/>
                </a:lnTo>
                <a:lnTo>
                  <a:pt x="35344" y="169986"/>
                </a:lnTo>
                <a:lnTo>
                  <a:pt x="33065" y="175271"/>
                </a:lnTo>
                <a:lnTo>
                  <a:pt x="31028" y="176530"/>
                </a:lnTo>
                <a:lnTo>
                  <a:pt x="30904" y="177217"/>
                </a:lnTo>
                <a:lnTo>
                  <a:pt x="31621" y="177940"/>
                </a:lnTo>
                <a:lnTo>
                  <a:pt x="33046" y="178550"/>
                </a:lnTo>
                <a:lnTo>
                  <a:pt x="35020" y="180414"/>
                </a:lnTo>
                <a:lnTo>
                  <a:pt x="36697" y="181584"/>
                </a:lnTo>
                <a:lnTo>
                  <a:pt x="37757" y="182719"/>
                </a:lnTo>
                <a:lnTo>
                  <a:pt x="37748" y="183393"/>
                </a:lnTo>
                <a:lnTo>
                  <a:pt x="36791" y="184590"/>
                </a:lnTo>
                <a:lnTo>
                  <a:pt x="33818" y="184520"/>
                </a:lnTo>
                <a:lnTo>
                  <a:pt x="29321" y="186276"/>
                </a:lnTo>
                <a:lnTo>
                  <a:pt x="28634" y="186829"/>
                </a:lnTo>
                <a:lnTo>
                  <a:pt x="28485" y="187297"/>
                </a:lnTo>
                <a:lnTo>
                  <a:pt x="28894" y="188465"/>
                </a:lnTo>
                <a:lnTo>
                  <a:pt x="30021" y="190270"/>
                </a:lnTo>
                <a:lnTo>
                  <a:pt x="31375" y="191080"/>
                </a:lnTo>
                <a:lnTo>
                  <a:pt x="33384" y="191029"/>
                </a:lnTo>
                <a:lnTo>
                  <a:pt x="33820" y="191543"/>
                </a:lnTo>
                <a:lnTo>
                  <a:pt x="33840" y="192423"/>
                </a:lnTo>
                <a:lnTo>
                  <a:pt x="32352" y="195304"/>
                </a:lnTo>
                <a:lnTo>
                  <a:pt x="32369" y="197786"/>
                </a:lnTo>
                <a:lnTo>
                  <a:pt x="28706" y="204039"/>
                </a:lnTo>
                <a:lnTo>
                  <a:pt x="27594" y="204808"/>
                </a:lnTo>
                <a:lnTo>
                  <a:pt x="24110" y="205437"/>
                </a:lnTo>
                <a:lnTo>
                  <a:pt x="23443" y="205941"/>
                </a:lnTo>
                <a:lnTo>
                  <a:pt x="22935" y="207269"/>
                </a:lnTo>
                <a:lnTo>
                  <a:pt x="22741" y="208822"/>
                </a:lnTo>
                <a:lnTo>
                  <a:pt x="22512" y="215122"/>
                </a:lnTo>
                <a:lnTo>
                  <a:pt x="21821" y="216590"/>
                </a:lnTo>
                <a:lnTo>
                  <a:pt x="21003" y="216864"/>
                </a:lnTo>
                <a:lnTo>
                  <a:pt x="18234" y="216459"/>
                </a:lnTo>
                <a:lnTo>
                  <a:pt x="17562" y="217584"/>
                </a:lnTo>
                <a:lnTo>
                  <a:pt x="18200" y="218461"/>
                </a:lnTo>
                <a:lnTo>
                  <a:pt x="20439" y="219944"/>
                </a:lnTo>
                <a:lnTo>
                  <a:pt x="24875" y="221515"/>
                </a:lnTo>
                <a:lnTo>
                  <a:pt x="25458" y="222273"/>
                </a:lnTo>
                <a:lnTo>
                  <a:pt x="25747" y="223362"/>
                </a:lnTo>
                <a:lnTo>
                  <a:pt x="25700" y="224199"/>
                </a:lnTo>
                <a:lnTo>
                  <a:pt x="25277" y="225070"/>
                </a:lnTo>
                <a:lnTo>
                  <a:pt x="24089" y="226563"/>
                </a:lnTo>
                <a:lnTo>
                  <a:pt x="21826" y="228162"/>
                </a:lnTo>
                <a:lnTo>
                  <a:pt x="17925" y="229557"/>
                </a:lnTo>
                <a:lnTo>
                  <a:pt x="17741" y="230661"/>
                </a:lnTo>
                <a:lnTo>
                  <a:pt x="18864" y="233247"/>
                </a:lnTo>
                <a:lnTo>
                  <a:pt x="18330" y="234361"/>
                </a:lnTo>
                <a:lnTo>
                  <a:pt x="15889" y="235345"/>
                </a:lnTo>
                <a:lnTo>
                  <a:pt x="14765" y="235484"/>
                </a:lnTo>
                <a:lnTo>
                  <a:pt x="14088" y="235948"/>
                </a:lnTo>
                <a:lnTo>
                  <a:pt x="13861" y="236537"/>
                </a:lnTo>
                <a:lnTo>
                  <a:pt x="13969" y="237740"/>
                </a:lnTo>
                <a:lnTo>
                  <a:pt x="14941" y="238938"/>
                </a:lnTo>
                <a:lnTo>
                  <a:pt x="15757" y="239452"/>
                </a:lnTo>
                <a:lnTo>
                  <a:pt x="19561" y="240378"/>
                </a:lnTo>
                <a:lnTo>
                  <a:pt x="20317" y="241243"/>
                </a:lnTo>
                <a:lnTo>
                  <a:pt x="20180" y="242144"/>
                </a:lnTo>
                <a:lnTo>
                  <a:pt x="18052" y="243673"/>
                </a:lnTo>
                <a:lnTo>
                  <a:pt x="16794" y="245269"/>
                </a:lnTo>
                <a:lnTo>
                  <a:pt x="16013" y="247399"/>
                </a:lnTo>
                <a:lnTo>
                  <a:pt x="15907" y="248888"/>
                </a:lnTo>
                <a:lnTo>
                  <a:pt x="16999" y="251772"/>
                </a:lnTo>
                <a:lnTo>
                  <a:pt x="16224" y="256808"/>
                </a:lnTo>
                <a:lnTo>
                  <a:pt x="16427" y="259476"/>
                </a:lnTo>
                <a:lnTo>
                  <a:pt x="15650" y="260446"/>
                </a:lnTo>
                <a:lnTo>
                  <a:pt x="13769" y="260783"/>
                </a:lnTo>
                <a:lnTo>
                  <a:pt x="11943" y="260598"/>
                </a:lnTo>
                <a:lnTo>
                  <a:pt x="8363" y="259478"/>
                </a:lnTo>
                <a:lnTo>
                  <a:pt x="6590" y="259782"/>
                </a:lnTo>
                <a:lnTo>
                  <a:pt x="5997" y="260724"/>
                </a:lnTo>
                <a:lnTo>
                  <a:pt x="5810" y="261758"/>
                </a:lnTo>
                <a:lnTo>
                  <a:pt x="7212" y="265230"/>
                </a:lnTo>
                <a:lnTo>
                  <a:pt x="6985" y="267962"/>
                </a:lnTo>
                <a:lnTo>
                  <a:pt x="7502" y="271028"/>
                </a:lnTo>
                <a:lnTo>
                  <a:pt x="3488" y="273579"/>
                </a:lnTo>
                <a:lnTo>
                  <a:pt x="1417" y="274336"/>
                </a:lnTo>
                <a:lnTo>
                  <a:pt x="107" y="275490"/>
                </a:lnTo>
                <a:lnTo>
                  <a:pt x="0" y="276626"/>
                </a:lnTo>
                <a:lnTo>
                  <a:pt x="1376" y="278610"/>
                </a:lnTo>
                <a:lnTo>
                  <a:pt x="1355" y="279220"/>
                </a:lnTo>
                <a:lnTo>
                  <a:pt x="561" y="280171"/>
                </a:lnTo>
                <a:lnTo>
                  <a:pt x="310" y="280422"/>
                </a:lnTo>
                <a:lnTo>
                  <a:pt x="12727" y="279772"/>
                </a:lnTo>
                <a:lnTo>
                  <a:pt x="14288" y="335207"/>
                </a:lnTo>
                <a:lnTo>
                  <a:pt x="20477" y="337765"/>
                </a:lnTo>
                <a:lnTo>
                  <a:pt x="30551" y="343197"/>
                </a:lnTo>
                <a:lnTo>
                  <a:pt x="37085" y="331633"/>
                </a:lnTo>
                <a:lnTo>
                  <a:pt x="38180" y="328305"/>
                </a:lnTo>
                <a:lnTo>
                  <a:pt x="43544" y="306629"/>
                </a:lnTo>
                <a:lnTo>
                  <a:pt x="46642" y="297320"/>
                </a:lnTo>
                <a:lnTo>
                  <a:pt x="47868" y="284410"/>
                </a:lnTo>
                <a:lnTo>
                  <a:pt x="60616" y="285570"/>
                </a:lnTo>
                <a:lnTo>
                  <a:pt x="61535" y="273641"/>
                </a:lnTo>
                <a:lnTo>
                  <a:pt x="74923" y="275269"/>
                </a:lnTo>
                <a:lnTo>
                  <a:pt x="78863" y="264669"/>
                </a:lnTo>
                <a:lnTo>
                  <a:pt x="78825" y="256179"/>
                </a:lnTo>
                <a:lnTo>
                  <a:pt x="78569" y="253049"/>
                </a:lnTo>
                <a:lnTo>
                  <a:pt x="118804" y="254757"/>
                </a:lnTo>
                <a:lnTo>
                  <a:pt x="130318" y="257236"/>
                </a:lnTo>
                <a:lnTo>
                  <a:pt x="124634" y="273136"/>
                </a:lnTo>
                <a:lnTo>
                  <a:pt x="116528" y="269533"/>
                </a:lnTo>
                <a:lnTo>
                  <a:pt x="103653" y="266244"/>
                </a:lnTo>
                <a:lnTo>
                  <a:pt x="100916" y="278269"/>
                </a:lnTo>
                <a:lnTo>
                  <a:pt x="107122" y="277870"/>
                </a:lnTo>
                <a:lnTo>
                  <a:pt x="117308" y="283151"/>
                </a:lnTo>
                <a:lnTo>
                  <a:pt x="109425" y="295125"/>
                </a:lnTo>
                <a:lnTo>
                  <a:pt x="102113" y="307892"/>
                </a:lnTo>
                <a:lnTo>
                  <a:pt x="112543" y="320823"/>
                </a:lnTo>
                <a:lnTo>
                  <a:pt x="110018" y="348638"/>
                </a:lnTo>
                <a:lnTo>
                  <a:pt x="143748" y="357174"/>
                </a:lnTo>
                <a:lnTo>
                  <a:pt x="164500" y="373492"/>
                </a:lnTo>
                <a:lnTo>
                  <a:pt x="158255" y="381360"/>
                </a:lnTo>
                <a:lnTo>
                  <a:pt x="148049" y="396901"/>
                </a:lnTo>
                <a:lnTo>
                  <a:pt x="153842" y="399890"/>
                </a:lnTo>
                <a:lnTo>
                  <a:pt x="162062" y="403555"/>
                </a:lnTo>
                <a:lnTo>
                  <a:pt x="170008" y="406410"/>
                </a:lnTo>
                <a:lnTo>
                  <a:pt x="175350" y="409719"/>
                </a:lnTo>
                <a:lnTo>
                  <a:pt x="188796" y="413810"/>
                </a:lnTo>
                <a:lnTo>
                  <a:pt x="194883" y="416047"/>
                </a:lnTo>
                <a:lnTo>
                  <a:pt x="210704" y="425397"/>
                </a:lnTo>
                <a:lnTo>
                  <a:pt x="213476" y="419033"/>
                </a:lnTo>
                <a:lnTo>
                  <a:pt x="221574" y="419239"/>
                </a:lnTo>
                <a:lnTo>
                  <a:pt x="229426" y="426940"/>
                </a:lnTo>
                <a:lnTo>
                  <a:pt x="230714" y="426157"/>
                </a:lnTo>
                <a:lnTo>
                  <a:pt x="235946" y="435514"/>
                </a:lnTo>
                <a:lnTo>
                  <a:pt x="240216" y="446178"/>
                </a:lnTo>
                <a:lnTo>
                  <a:pt x="242164" y="456544"/>
                </a:lnTo>
                <a:lnTo>
                  <a:pt x="231691" y="461431"/>
                </a:lnTo>
                <a:lnTo>
                  <a:pt x="231267" y="464675"/>
                </a:lnTo>
                <a:lnTo>
                  <a:pt x="221397" y="487115"/>
                </a:lnTo>
                <a:lnTo>
                  <a:pt x="220460" y="489202"/>
                </a:lnTo>
                <a:lnTo>
                  <a:pt x="218447" y="491196"/>
                </a:lnTo>
                <a:lnTo>
                  <a:pt x="218147" y="494456"/>
                </a:lnTo>
                <a:lnTo>
                  <a:pt x="225774" y="498973"/>
                </a:lnTo>
                <a:lnTo>
                  <a:pt x="227293" y="500191"/>
                </a:lnTo>
                <a:lnTo>
                  <a:pt x="227751" y="499940"/>
                </a:lnTo>
                <a:lnTo>
                  <a:pt x="238320" y="507978"/>
                </a:lnTo>
                <a:lnTo>
                  <a:pt x="246650" y="513601"/>
                </a:lnTo>
                <a:lnTo>
                  <a:pt x="248096" y="514071"/>
                </a:lnTo>
                <a:lnTo>
                  <a:pt x="250452" y="513665"/>
                </a:lnTo>
                <a:lnTo>
                  <a:pt x="245553" y="528128"/>
                </a:lnTo>
                <a:lnTo>
                  <a:pt x="244646" y="534478"/>
                </a:lnTo>
                <a:lnTo>
                  <a:pt x="245175" y="543075"/>
                </a:lnTo>
                <a:lnTo>
                  <a:pt x="244134" y="552736"/>
                </a:lnTo>
                <a:lnTo>
                  <a:pt x="244366" y="561148"/>
                </a:lnTo>
                <a:lnTo>
                  <a:pt x="255907" y="564778"/>
                </a:lnTo>
                <a:lnTo>
                  <a:pt x="253613" y="570438"/>
                </a:lnTo>
                <a:lnTo>
                  <a:pt x="251605" y="580621"/>
                </a:lnTo>
                <a:lnTo>
                  <a:pt x="254594" y="587114"/>
                </a:lnTo>
                <a:lnTo>
                  <a:pt x="304520" y="576204"/>
                </a:lnTo>
                <a:lnTo>
                  <a:pt x="311542" y="580356"/>
                </a:lnTo>
                <a:lnTo>
                  <a:pt x="305074" y="591433"/>
                </a:lnTo>
                <a:lnTo>
                  <a:pt x="312470" y="595543"/>
                </a:lnTo>
                <a:lnTo>
                  <a:pt x="308163" y="606579"/>
                </a:lnTo>
                <a:lnTo>
                  <a:pt x="305197" y="606990"/>
                </a:lnTo>
                <a:lnTo>
                  <a:pt x="296791" y="619906"/>
                </a:lnTo>
                <a:lnTo>
                  <a:pt x="302209" y="625806"/>
                </a:lnTo>
                <a:lnTo>
                  <a:pt x="305160" y="622338"/>
                </a:lnTo>
                <a:lnTo>
                  <a:pt x="314823" y="633283"/>
                </a:lnTo>
                <a:lnTo>
                  <a:pt x="314961" y="636357"/>
                </a:lnTo>
                <a:lnTo>
                  <a:pt x="313339" y="639409"/>
                </a:lnTo>
                <a:lnTo>
                  <a:pt x="310941" y="643051"/>
                </a:lnTo>
                <a:lnTo>
                  <a:pt x="314477" y="643813"/>
                </a:lnTo>
                <a:lnTo>
                  <a:pt x="326121" y="654581"/>
                </a:lnTo>
                <a:lnTo>
                  <a:pt x="329167" y="651987"/>
                </a:lnTo>
                <a:lnTo>
                  <a:pt x="330403" y="651282"/>
                </a:lnTo>
                <a:lnTo>
                  <a:pt x="331051" y="650397"/>
                </a:lnTo>
                <a:lnTo>
                  <a:pt x="330973" y="647899"/>
                </a:lnTo>
                <a:lnTo>
                  <a:pt x="330067" y="645528"/>
                </a:lnTo>
                <a:lnTo>
                  <a:pt x="330365" y="644440"/>
                </a:lnTo>
                <a:lnTo>
                  <a:pt x="331543" y="643683"/>
                </a:lnTo>
                <a:lnTo>
                  <a:pt x="333635" y="643281"/>
                </a:lnTo>
                <a:lnTo>
                  <a:pt x="335320" y="642380"/>
                </a:lnTo>
                <a:lnTo>
                  <a:pt x="335848" y="643044"/>
                </a:lnTo>
                <a:lnTo>
                  <a:pt x="336237" y="642537"/>
                </a:lnTo>
                <a:lnTo>
                  <a:pt x="337759" y="642639"/>
                </a:lnTo>
                <a:lnTo>
                  <a:pt x="338590" y="642075"/>
                </a:lnTo>
                <a:lnTo>
                  <a:pt x="338741" y="642282"/>
                </a:lnTo>
                <a:lnTo>
                  <a:pt x="339664" y="641351"/>
                </a:lnTo>
                <a:lnTo>
                  <a:pt x="339622" y="640977"/>
                </a:lnTo>
                <a:lnTo>
                  <a:pt x="338698" y="639951"/>
                </a:lnTo>
                <a:lnTo>
                  <a:pt x="338624" y="639318"/>
                </a:lnTo>
                <a:lnTo>
                  <a:pt x="340129" y="638623"/>
                </a:lnTo>
                <a:lnTo>
                  <a:pt x="340048" y="638333"/>
                </a:lnTo>
                <a:lnTo>
                  <a:pt x="340785" y="637325"/>
                </a:lnTo>
                <a:lnTo>
                  <a:pt x="341180" y="637420"/>
                </a:lnTo>
                <a:lnTo>
                  <a:pt x="341457" y="636952"/>
                </a:lnTo>
                <a:lnTo>
                  <a:pt x="342047" y="637015"/>
                </a:lnTo>
                <a:lnTo>
                  <a:pt x="341878" y="636551"/>
                </a:lnTo>
                <a:lnTo>
                  <a:pt x="342224" y="636021"/>
                </a:lnTo>
                <a:lnTo>
                  <a:pt x="341887" y="635362"/>
                </a:lnTo>
                <a:lnTo>
                  <a:pt x="341475" y="635308"/>
                </a:lnTo>
                <a:lnTo>
                  <a:pt x="340811" y="633057"/>
                </a:lnTo>
                <a:lnTo>
                  <a:pt x="341177" y="632630"/>
                </a:lnTo>
                <a:lnTo>
                  <a:pt x="340797" y="632319"/>
                </a:lnTo>
                <a:lnTo>
                  <a:pt x="341127" y="632151"/>
                </a:lnTo>
                <a:lnTo>
                  <a:pt x="340987" y="631756"/>
                </a:lnTo>
                <a:lnTo>
                  <a:pt x="341618" y="630850"/>
                </a:lnTo>
                <a:lnTo>
                  <a:pt x="341769" y="630060"/>
                </a:lnTo>
                <a:lnTo>
                  <a:pt x="341042" y="629685"/>
                </a:lnTo>
                <a:lnTo>
                  <a:pt x="340647" y="627803"/>
                </a:lnTo>
                <a:lnTo>
                  <a:pt x="341884" y="626025"/>
                </a:lnTo>
                <a:lnTo>
                  <a:pt x="341803" y="625288"/>
                </a:lnTo>
                <a:lnTo>
                  <a:pt x="342190" y="624785"/>
                </a:lnTo>
                <a:lnTo>
                  <a:pt x="341669" y="623509"/>
                </a:lnTo>
                <a:lnTo>
                  <a:pt x="341085" y="623173"/>
                </a:lnTo>
                <a:lnTo>
                  <a:pt x="340437" y="622101"/>
                </a:lnTo>
                <a:lnTo>
                  <a:pt x="340268" y="620999"/>
                </a:lnTo>
                <a:lnTo>
                  <a:pt x="339285" y="619946"/>
                </a:lnTo>
                <a:lnTo>
                  <a:pt x="338506" y="619656"/>
                </a:lnTo>
                <a:lnTo>
                  <a:pt x="338550" y="618269"/>
                </a:lnTo>
                <a:lnTo>
                  <a:pt x="338364" y="618219"/>
                </a:lnTo>
                <a:lnTo>
                  <a:pt x="338552" y="617734"/>
                </a:lnTo>
                <a:lnTo>
                  <a:pt x="339318" y="617606"/>
                </a:lnTo>
                <a:lnTo>
                  <a:pt x="339602" y="618341"/>
                </a:lnTo>
                <a:lnTo>
                  <a:pt x="340581" y="618986"/>
                </a:lnTo>
                <a:lnTo>
                  <a:pt x="342433" y="618610"/>
                </a:lnTo>
                <a:lnTo>
                  <a:pt x="342796" y="617875"/>
                </a:lnTo>
                <a:lnTo>
                  <a:pt x="342861" y="616416"/>
                </a:lnTo>
                <a:lnTo>
                  <a:pt x="344356" y="615705"/>
                </a:lnTo>
                <a:lnTo>
                  <a:pt x="345001" y="615687"/>
                </a:lnTo>
                <a:lnTo>
                  <a:pt x="345723" y="614590"/>
                </a:lnTo>
                <a:lnTo>
                  <a:pt x="346160" y="613649"/>
                </a:lnTo>
                <a:lnTo>
                  <a:pt x="346191" y="612292"/>
                </a:lnTo>
                <a:lnTo>
                  <a:pt x="346923" y="611111"/>
                </a:lnTo>
                <a:lnTo>
                  <a:pt x="346940" y="609577"/>
                </a:lnTo>
                <a:lnTo>
                  <a:pt x="347266" y="609059"/>
                </a:lnTo>
                <a:lnTo>
                  <a:pt x="348416" y="609137"/>
                </a:lnTo>
                <a:lnTo>
                  <a:pt x="349228" y="608892"/>
                </a:lnTo>
                <a:lnTo>
                  <a:pt x="349501" y="608537"/>
                </a:lnTo>
                <a:lnTo>
                  <a:pt x="350673" y="608665"/>
                </a:lnTo>
                <a:lnTo>
                  <a:pt x="351165" y="608399"/>
                </a:lnTo>
                <a:lnTo>
                  <a:pt x="352444" y="608658"/>
                </a:lnTo>
                <a:lnTo>
                  <a:pt x="352694" y="609057"/>
                </a:lnTo>
                <a:lnTo>
                  <a:pt x="352840" y="608652"/>
                </a:lnTo>
                <a:lnTo>
                  <a:pt x="353792" y="608122"/>
                </a:lnTo>
                <a:lnTo>
                  <a:pt x="353479" y="607177"/>
                </a:lnTo>
                <a:lnTo>
                  <a:pt x="352368" y="606506"/>
                </a:lnTo>
                <a:lnTo>
                  <a:pt x="352322" y="606005"/>
                </a:lnTo>
                <a:lnTo>
                  <a:pt x="352791" y="605285"/>
                </a:lnTo>
                <a:lnTo>
                  <a:pt x="354238" y="604451"/>
                </a:lnTo>
                <a:lnTo>
                  <a:pt x="347390" y="597298"/>
                </a:lnTo>
                <a:lnTo>
                  <a:pt x="347935" y="596136"/>
                </a:lnTo>
                <a:lnTo>
                  <a:pt x="349177" y="596421"/>
                </a:lnTo>
                <a:lnTo>
                  <a:pt x="349847" y="595765"/>
                </a:lnTo>
                <a:lnTo>
                  <a:pt x="350302" y="593308"/>
                </a:lnTo>
                <a:lnTo>
                  <a:pt x="349409" y="591718"/>
                </a:lnTo>
                <a:lnTo>
                  <a:pt x="351134" y="587474"/>
                </a:lnTo>
                <a:lnTo>
                  <a:pt x="353390" y="586795"/>
                </a:lnTo>
                <a:lnTo>
                  <a:pt x="353703" y="583482"/>
                </a:lnTo>
                <a:lnTo>
                  <a:pt x="351301" y="580647"/>
                </a:lnTo>
                <a:lnTo>
                  <a:pt x="350290" y="578724"/>
                </a:lnTo>
                <a:lnTo>
                  <a:pt x="349881" y="577232"/>
                </a:lnTo>
                <a:lnTo>
                  <a:pt x="350196" y="576399"/>
                </a:lnTo>
                <a:lnTo>
                  <a:pt x="350732" y="576164"/>
                </a:lnTo>
                <a:lnTo>
                  <a:pt x="351693" y="576261"/>
                </a:lnTo>
                <a:lnTo>
                  <a:pt x="352136" y="575874"/>
                </a:lnTo>
                <a:lnTo>
                  <a:pt x="351888" y="575063"/>
                </a:lnTo>
                <a:lnTo>
                  <a:pt x="350913" y="574098"/>
                </a:lnTo>
                <a:lnTo>
                  <a:pt x="350825" y="573686"/>
                </a:lnTo>
                <a:lnTo>
                  <a:pt x="353149" y="571254"/>
                </a:lnTo>
                <a:lnTo>
                  <a:pt x="353243" y="569564"/>
                </a:lnTo>
                <a:lnTo>
                  <a:pt x="365094" y="567350"/>
                </a:lnTo>
                <a:lnTo>
                  <a:pt x="364225" y="562838"/>
                </a:lnTo>
                <a:lnTo>
                  <a:pt x="368907" y="561924"/>
                </a:lnTo>
                <a:lnTo>
                  <a:pt x="368891" y="562808"/>
                </a:lnTo>
                <a:lnTo>
                  <a:pt x="368592" y="563107"/>
                </a:lnTo>
                <a:lnTo>
                  <a:pt x="368276" y="564536"/>
                </a:lnTo>
                <a:lnTo>
                  <a:pt x="368518" y="567327"/>
                </a:lnTo>
                <a:lnTo>
                  <a:pt x="369248" y="569275"/>
                </a:lnTo>
                <a:lnTo>
                  <a:pt x="370462" y="569822"/>
                </a:lnTo>
                <a:lnTo>
                  <a:pt x="371117" y="571758"/>
                </a:lnTo>
                <a:lnTo>
                  <a:pt x="370672" y="573118"/>
                </a:lnTo>
                <a:lnTo>
                  <a:pt x="370694" y="575038"/>
                </a:lnTo>
                <a:lnTo>
                  <a:pt x="370430" y="575662"/>
                </a:lnTo>
                <a:lnTo>
                  <a:pt x="370602" y="576670"/>
                </a:lnTo>
                <a:lnTo>
                  <a:pt x="370116" y="577613"/>
                </a:lnTo>
                <a:lnTo>
                  <a:pt x="370946" y="578776"/>
                </a:lnTo>
                <a:lnTo>
                  <a:pt x="370884" y="579767"/>
                </a:lnTo>
                <a:lnTo>
                  <a:pt x="371646" y="580450"/>
                </a:lnTo>
                <a:lnTo>
                  <a:pt x="380698" y="579330"/>
                </a:lnTo>
                <a:lnTo>
                  <a:pt x="385994" y="579159"/>
                </a:lnTo>
                <a:lnTo>
                  <a:pt x="400853" y="577006"/>
                </a:lnTo>
                <a:lnTo>
                  <a:pt x="405349" y="576699"/>
                </a:lnTo>
                <a:lnTo>
                  <a:pt x="411283" y="579081"/>
                </a:lnTo>
                <a:lnTo>
                  <a:pt x="413492" y="580368"/>
                </a:lnTo>
                <a:lnTo>
                  <a:pt x="379132" y="620400"/>
                </a:lnTo>
                <a:lnTo>
                  <a:pt x="381608" y="619870"/>
                </a:lnTo>
                <a:lnTo>
                  <a:pt x="380843" y="621341"/>
                </a:lnTo>
                <a:lnTo>
                  <a:pt x="380819" y="621890"/>
                </a:lnTo>
                <a:lnTo>
                  <a:pt x="381300" y="622345"/>
                </a:lnTo>
                <a:lnTo>
                  <a:pt x="380938" y="622132"/>
                </a:lnTo>
                <a:lnTo>
                  <a:pt x="380894" y="623106"/>
                </a:lnTo>
                <a:lnTo>
                  <a:pt x="379926" y="623246"/>
                </a:lnTo>
                <a:lnTo>
                  <a:pt x="378892" y="622772"/>
                </a:lnTo>
                <a:lnTo>
                  <a:pt x="376215" y="624210"/>
                </a:lnTo>
                <a:lnTo>
                  <a:pt x="396385" y="659016"/>
                </a:lnTo>
                <a:lnTo>
                  <a:pt x="397909" y="657184"/>
                </a:lnTo>
                <a:lnTo>
                  <a:pt x="399131" y="655143"/>
                </a:lnTo>
                <a:lnTo>
                  <a:pt x="399606" y="653673"/>
                </a:lnTo>
                <a:lnTo>
                  <a:pt x="400283" y="652915"/>
                </a:lnTo>
                <a:lnTo>
                  <a:pt x="402220" y="652653"/>
                </a:lnTo>
                <a:lnTo>
                  <a:pt x="404655" y="653107"/>
                </a:lnTo>
                <a:lnTo>
                  <a:pt x="406441" y="652144"/>
                </a:lnTo>
                <a:lnTo>
                  <a:pt x="408184" y="652280"/>
                </a:lnTo>
                <a:lnTo>
                  <a:pt x="409537" y="651550"/>
                </a:lnTo>
                <a:lnTo>
                  <a:pt x="411305" y="650531"/>
                </a:lnTo>
                <a:lnTo>
                  <a:pt x="414783" y="651056"/>
                </a:lnTo>
                <a:lnTo>
                  <a:pt x="416664" y="650668"/>
                </a:lnTo>
                <a:lnTo>
                  <a:pt x="417289" y="650172"/>
                </a:lnTo>
                <a:lnTo>
                  <a:pt x="417832" y="646832"/>
                </a:lnTo>
                <a:lnTo>
                  <a:pt x="422624" y="640839"/>
                </a:lnTo>
                <a:lnTo>
                  <a:pt x="423055" y="639934"/>
                </a:lnTo>
                <a:lnTo>
                  <a:pt x="422895" y="638965"/>
                </a:lnTo>
                <a:lnTo>
                  <a:pt x="422234" y="637823"/>
                </a:lnTo>
                <a:lnTo>
                  <a:pt x="421002" y="636082"/>
                </a:lnTo>
                <a:lnTo>
                  <a:pt x="420196" y="635456"/>
                </a:lnTo>
                <a:lnTo>
                  <a:pt x="420254" y="634595"/>
                </a:lnTo>
                <a:lnTo>
                  <a:pt x="421308" y="633254"/>
                </a:lnTo>
                <a:lnTo>
                  <a:pt x="423778" y="631999"/>
                </a:lnTo>
                <a:lnTo>
                  <a:pt x="424818" y="630171"/>
                </a:lnTo>
                <a:lnTo>
                  <a:pt x="427140" y="628280"/>
                </a:lnTo>
                <a:lnTo>
                  <a:pt x="427470" y="626904"/>
                </a:lnTo>
                <a:lnTo>
                  <a:pt x="427174" y="624182"/>
                </a:lnTo>
                <a:lnTo>
                  <a:pt x="427619" y="623464"/>
                </a:lnTo>
                <a:lnTo>
                  <a:pt x="428503" y="623148"/>
                </a:lnTo>
                <a:lnTo>
                  <a:pt x="430505" y="624125"/>
                </a:lnTo>
                <a:lnTo>
                  <a:pt x="432200" y="623847"/>
                </a:lnTo>
                <a:lnTo>
                  <a:pt x="433067" y="622771"/>
                </a:lnTo>
                <a:lnTo>
                  <a:pt x="434165" y="622240"/>
                </a:lnTo>
                <a:lnTo>
                  <a:pt x="436378" y="620423"/>
                </a:lnTo>
                <a:lnTo>
                  <a:pt x="437749" y="617460"/>
                </a:lnTo>
                <a:lnTo>
                  <a:pt x="438548" y="616568"/>
                </a:lnTo>
                <a:lnTo>
                  <a:pt x="440072" y="615718"/>
                </a:lnTo>
                <a:lnTo>
                  <a:pt x="443730" y="614701"/>
                </a:lnTo>
                <a:lnTo>
                  <a:pt x="447391" y="612862"/>
                </a:lnTo>
                <a:lnTo>
                  <a:pt x="448145" y="612189"/>
                </a:lnTo>
                <a:lnTo>
                  <a:pt x="448725" y="611261"/>
                </a:lnTo>
                <a:lnTo>
                  <a:pt x="448777" y="610286"/>
                </a:lnTo>
                <a:lnTo>
                  <a:pt x="446172" y="608090"/>
                </a:lnTo>
                <a:lnTo>
                  <a:pt x="445503" y="606904"/>
                </a:lnTo>
                <a:lnTo>
                  <a:pt x="445538" y="606316"/>
                </a:lnTo>
                <a:lnTo>
                  <a:pt x="446517" y="605331"/>
                </a:lnTo>
                <a:lnTo>
                  <a:pt x="448137" y="604773"/>
                </a:lnTo>
                <a:lnTo>
                  <a:pt x="449322" y="603998"/>
                </a:lnTo>
                <a:lnTo>
                  <a:pt x="450869" y="600054"/>
                </a:lnTo>
                <a:lnTo>
                  <a:pt x="451825" y="599124"/>
                </a:lnTo>
                <a:lnTo>
                  <a:pt x="456310" y="598572"/>
                </a:lnTo>
                <a:lnTo>
                  <a:pt x="458602" y="599077"/>
                </a:lnTo>
                <a:lnTo>
                  <a:pt x="461657" y="598117"/>
                </a:lnTo>
                <a:lnTo>
                  <a:pt x="462395" y="598689"/>
                </a:lnTo>
                <a:lnTo>
                  <a:pt x="462904" y="598599"/>
                </a:lnTo>
                <a:lnTo>
                  <a:pt x="463663" y="597069"/>
                </a:lnTo>
                <a:lnTo>
                  <a:pt x="464327" y="594616"/>
                </a:lnTo>
                <a:lnTo>
                  <a:pt x="466994" y="590559"/>
                </a:lnTo>
                <a:lnTo>
                  <a:pt x="469648" y="589041"/>
                </a:lnTo>
                <a:lnTo>
                  <a:pt x="472207" y="586451"/>
                </a:lnTo>
                <a:lnTo>
                  <a:pt x="475277" y="585249"/>
                </a:lnTo>
                <a:lnTo>
                  <a:pt x="477240" y="584011"/>
                </a:lnTo>
                <a:lnTo>
                  <a:pt x="480019" y="584288"/>
                </a:lnTo>
                <a:lnTo>
                  <a:pt x="483012" y="583179"/>
                </a:lnTo>
                <a:lnTo>
                  <a:pt x="484247" y="582958"/>
                </a:lnTo>
                <a:lnTo>
                  <a:pt x="484920" y="583148"/>
                </a:lnTo>
                <a:lnTo>
                  <a:pt x="485615" y="582425"/>
                </a:lnTo>
                <a:lnTo>
                  <a:pt x="485876" y="580922"/>
                </a:lnTo>
                <a:lnTo>
                  <a:pt x="486928" y="579730"/>
                </a:lnTo>
                <a:lnTo>
                  <a:pt x="488130" y="579634"/>
                </a:lnTo>
                <a:lnTo>
                  <a:pt x="489295" y="580016"/>
                </a:lnTo>
                <a:lnTo>
                  <a:pt x="492405" y="580220"/>
                </a:lnTo>
                <a:lnTo>
                  <a:pt x="496514" y="579588"/>
                </a:lnTo>
                <a:lnTo>
                  <a:pt x="499655" y="578765"/>
                </a:lnTo>
                <a:lnTo>
                  <a:pt x="502486" y="577058"/>
                </a:lnTo>
                <a:lnTo>
                  <a:pt x="504621" y="573491"/>
                </a:lnTo>
                <a:lnTo>
                  <a:pt x="505653" y="572839"/>
                </a:lnTo>
                <a:lnTo>
                  <a:pt x="506649" y="572833"/>
                </a:lnTo>
                <a:lnTo>
                  <a:pt x="507794" y="573745"/>
                </a:lnTo>
                <a:lnTo>
                  <a:pt x="508977" y="573809"/>
                </a:lnTo>
                <a:lnTo>
                  <a:pt x="510320" y="575589"/>
                </a:lnTo>
                <a:lnTo>
                  <a:pt x="511865" y="575203"/>
                </a:lnTo>
                <a:lnTo>
                  <a:pt x="512411" y="575370"/>
                </a:lnTo>
                <a:lnTo>
                  <a:pt x="512673" y="575720"/>
                </a:lnTo>
                <a:lnTo>
                  <a:pt x="512776" y="576917"/>
                </a:lnTo>
                <a:lnTo>
                  <a:pt x="514180" y="578892"/>
                </a:lnTo>
                <a:lnTo>
                  <a:pt x="516892" y="580536"/>
                </a:lnTo>
                <a:lnTo>
                  <a:pt x="518109" y="580371"/>
                </a:lnTo>
                <a:lnTo>
                  <a:pt x="519309" y="579379"/>
                </a:lnTo>
                <a:lnTo>
                  <a:pt x="520479" y="577187"/>
                </a:lnTo>
                <a:lnTo>
                  <a:pt x="520226" y="573796"/>
                </a:lnTo>
                <a:lnTo>
                  <a:pt x="520736" y="571846"/>
                </a:lnTo>
                <a:lnTo>
                  <a:pt x="520556" y="570290"/>
                </a:lnTo>
                <a:lnTo>
                  <a:pt x="520090" y="569165"/>
                </a:lnTo>
                <a:lnTo>
                  <a:pt x="520665" y="568169"/>
                </a:lnTo>
                <a:lnTo>
                  <a:pt x="521753" y="567520"/>
                </a:lnTo>
                <a:lnTo>
                  <a:pt x="525946" y="567270"/>
                </a:lnTo>
                <a:lnTo>
                  <a:pt x="529049" y="564356"/>
                </a:lnTo>
                <a:lnTo>
                  <a:pt x="530200" y="564519"/>
                </a:lnTo>
                <a:lnTo>
                  <a:pt x="530670" y="564342"/>
                </a:lnTo>
                <a:lnTo>
                  <a:pt x="532729" y="562646"/>
                </a:lnTo>
                <a:lnTo>
                  <a:pt x="535196" y="561960"/>
                </a:lnTo>
                <a:lnTo>
                  <a:pt x="538187" y="559723"/>
                </a:lnTo>
                <a:lnTo>
                  <a:pt x="539337" y="559545"/>
                </a:lnTo>
                <a:lnTo>
                  <a:pt x="541104" y="559829"/>
                </a:lnTo>
                <a:lnTo>
                  <a:pt x="542162" y="559595"/>
                </a:lnTo>
                <a:lnTo>
                  <a:pt x="543879" y="557660"/>
                </a:lnTo>
                <a:lnTo>
                  <a:pt x="546040" y="556533"/>
                </a:lnTo>
                <a:lnTo>
                  <a:pt x="546954" y="556605"/>
                </a:lnTo>
                <a:lnTo>
                  <a:pt x="547301" y="558800"/>
                </a:lnTo>
                <a:lnTo>
                  <a:pt x="548998" y="561024"/>
                </a:lnTo>
                <a:lnTo>
                  <a:pt x="549245" y="561957"/>
                </a:lnTo>
                <a:lnTo>
                  <a:pt x="548706" y="563095"/>
                </a:lnTo>
                <a:lnTo>
                  <a:pt x="548880" y="564372"/>
                </a:lnTo>
                <a:lnTo>
                  <a:pt x="550171" y="566931"/>
                </a:lnTo>
                <a:lnTo>
                  <a:pt x="551090" y="567478"/>
                </a:lnTo>
                <a:lnTo>
                  <a:pt x="553514" y="568313"/>
                </a:lnTo>
                <a:lnTo>
                  <a:pt x="556723" y="567997"/>
                </a:lnTo>
                <a:lnTo>
                  <a:pt x="557924" y="567342"/>
                </a:lnTo>
                <a:lnTo>
                  <a:pt x="557398" y="565838"/>
                </a:lnTo>
                <a:lnTo>
                  <a:pt x="557521" y="564944"/>
                </a:lnTo>
                <a:lnTo>
                  <a:pt x="558349" y="564795"/>
                </a:lnTo>
                <a:lnTo>
                  <a:pt x="559881" y="565056"/>
                </a:lnTo>
                <a:lnTo>
                  <a:pt x="560918" y="564187"/>
                </a:lnTo>
                <a:lnTo>
                  <a:pt x="562389" y="563775"/>
                </a:lnTo>
                <a:lnTo>
                  <a:pt x="563683" y="564359"/>
                </a:lnTo>
                <a:lnTo>
                  <a:pt x="565063" y="565996"/>
                </a:lnTo>
                <a:lnTo>
                  <a:pt x="566206" y="569444"/>
                </a:lnTo>
                <a:lnTo>
                  <a:pt x="569754" y="567990"/>
                </a:lnTo>
                <a:lnTo>
                  <a:pt x="572087" y="568450"/>
                </a:lnTo>
                <a:lnTo>
                  <a:pt x="571756" y="569697"/>
                </a:lnTo>
                <a:lnTo>
                  <a:pt x="572052" y="570608"/>
                </a:lnTo>
                <a:lnTo>
                  <a:pt x="573941" y="571250"/>
                </a:lnTo>
                <a:lnTo>
                  <a:pt x="575483" y="572637"/>
                </a:lnTo>
                <a:lnTo>
                  <a:pt x="575979" y="573426"/>
                </a:lnTo>
                <a:lnTo>
                  <a:pt x="576511" y="575394"/>
                </a:lnTo>
                <a:lnTo>
                  <a:pt x="576305" y="578072"/>
                </a:lnTo>
                <a:lnTo>
                  <a:pt x="576785" y="580448"/>
                </a:lnTo>
                <a:lnTo>
                  <a:pt x="575441" y="582815"/>
                </a:lnTo>
                <a:lnTo>
                  <a:pt x="575375" y="583630"/>
                </a:lnTo>
                <a:lnTo>
                  <a:pt x="577021" y="586644"/>
                </a:lnTo>
                <a:lnTo>
                  <a:pt x="578308" y="587739"/>
                </a:lnTo>
                <a:lnTo>
                  <a:pt x="579270" y="589051"/>
                </a:lnTo>
                <a:lnTo>
                  <a:pt x="580834" y="589434"/>
                </a:lnTo>
                <a:lnTo>
                  <a:pt x="582944" y="587349"/>
                </a:lnTo>
                <a:lnTo>
                  <a:pt x="586055" y="586114"/>
                </a:lnTo>
                <a:lnTo>
                  <a:pt x="590588" y="581975"/>
                </a:lnTo>
                <a:lnTo>
                  <a:pt x="591050" y="580736"/>
                </a:lnTo>
                <a:lnTo>
                  <a:pt x="591059" y="579695"/>
                </a:lnTo>
                <a:lnTo>
                  <a:pt x="590734" y="579265"/>
                </a:lnTo>
                <a:lnTo>
                  <a:pt x="586498" y="578892"/>
                </a:lnTo>
                <a:lnTo>
                  <a:pt x="584308" y="576646"/>
                </a:lnTo>
                <a:lnTo>
                  <a:pt x="585862" y="574961"/>
                </a:lnTo>
                <a:lnTo>
                  <a:pt x="588635" y="573705"/>
                </a:lnTo>
                <a:lnTo>
                  <a:pt x="589718" y="572698"/>
                </a:lnTo>
                <a:lnTo>
                  <a:pt x="589670" y="571714"/>
                </a:lnTo>
                <a:lnTo>
                  <a:pt x="587893" y="567421"/>
                </a:lnTo>
                <a:lnTo>
                  <a:pt x="589556" y="562680"/>
                </a:lnTo>
                <a:lnTo>
                  <a:pt x="590233" y="562392"/>
                </a:lnTo>
                <a:lnTo>
                  <a:pt x="593273" y="562761"/>
                </a:lnTo>
                <a:lnTo>
                  <a:pt x="594488" y="562360"/>
                </a:lnTo>
                <a:lnTo>
                  <a:pt x="595248" y="561700"/>
                </a:lnTo>
                <a:lnTo>
                  <a:pt x="596435" y="559959"/>
                </a:lnTo>
                <a:lnTo>
                  <a:pt x="596053" y="558403"/>
                </a:lnTo>
                <a:lnTo>
                  <a:pt x="596359" y="557347"/>
                </a:lnTo>
                <a:lnTo>
                  <a:pt x="598122" y="555776"/>
                </a:lnTo>
                <a:lnTo>
                  <a:pt x="599187" y="555630"/>
                </a:lnTo>
                <a:lnTo>
                  <a:pt x="599989" y="556596"/>
                </a:lnTo>
                <a:lnTo>
                  <a:pt x="601424" y="556878"/>
                </a:lnTo>
                <a:lnTo>
                  <a:pt x="603083" y="554568"/>
                </a:lnTo>
                <a:lnTo>
                  <a:pt x="603963" y="551984"/>
                </a:lnTo>
                <a:lnTo>
                  <a:pt x="604324" y="551620"/>
                </a:lnTo>
                <a:lnTo>
                  <a:pt x="607046" y="550796"/>
                </a:lnTo>
                <a:lnTo>
                  <a:pt x="609772" y="548025"/>
                </a:lnTo>
                <a:lnTo>
                  <a:pt x="613235" y="547660"/>
                </a:lnTo>
                <a:lnTo>
                  <a:pt x="614402" y="547229"/>
                </a:lnTo>
                <a:lnTo>
                  <a:pt x="614836" y="544043"/>
                </a:lnTo>
                <a:lnTo>
                  <a:pt x="613107" y="541714"/>
                </a:lnTo>
                <a:lnTo>
                  <a:pt x="612984" y="540008"/>
                </a:lnTo>
                <a:lnTo>
                  <a:pt x="615438" y="536207"/>
                </a:lnTo>
                <a:lnTo>
                  <a:pt x="616485" y="532639"/>
                </a:lnTo>
                <a:lnTo>
                  <a:pt x="616935" y="531890"/>
                </a:lnTo>
                <a:lnTo>
                  <a:pt x="617406" y="531599"/>
                </a:lnTo>
                <a:lnTo>
                  <a:pt x="618751" y="531556"/>
                </a:lnTo>
                <a:lnTo>
                  <a:pt x="620015" y="529751"/>
                </a:lnTo>
                <a:lnTo>
                  <a:pt x="620788" y="529102"/>
                </a:lnTo>
                <a:lnTo>
                  <a:pt x="621618" y="529187"/>
                </a:lnTo>
                <a:lnTo>
                  <a:pt x="622717" y="530030"/>
                </a:lnTo>
                <a:lnTo>
                  <a:pt x="624438" y="530263"/>
                </a:lnTo>
                <a:lnTo>
                  <a:pt x="625275" y="529228"/>
                </a:lnTo>
                <a:lnTo>
                  <a:pt x="626050" y="529073"/>
                </a:lnTo>
                <a:lnTo>
                  <a:pt x="628483" y="529599"/>
                </a:lnTo>
                <a:lnTo>
                  <a:pt x="629093" y="530396"/>
                </a:lnTo>
                <a:lnTo>
                  <a:pt x="629603" y="532122"/>
                </a:lnTo>
                <a:lnTo>
                  <a:pt x="630332" y="532507"/>
                </a:lnTo>
                <a:lnTo>
                  <a:pt x="630838" y="532427"/>
                </a:lnTo>
                <a:lnTo>
                  <a:pt x="631276" y="531724"/>
                </a:lnTo>
                <a:lnTo>
                  <a:pt x="631523" y="529966"/>
                </a:lnTo>
                <a:lnTo>
                  <a:pt x="631466" y="527268"/>
                </a:lnTo>
                <a:lnTo>
                  <a:pt x="632875" y="525891"/>
                </a:lnTo>
                <a:lnTo>
                  <a:pt x="633621" y="524182"/>
                </a:lnTo>
                <a:lnTo>
                  <a:pt x="634674" y="523430"/>
                </a:lnTo>
                <a:lnTo>
                  <a:pt x="637360" y="524225"/>
                </a:lnTo>
                <a:lnTo>
                  <a:pt x="638589" y="523348"/>
                </a:lnTo>
                <a:lnTo>
                  <a:pt x="639226" y="523212"/>
                </a:lnTo>
                <a:lnTo>
                  <a:pt x="640535" y="524123"/>
                </a:lnTo>
                <a:lnTo>
                  <a:pt x="641854" y="524361"/>
                </a:lnTo>
                <a:lnTo>
                  <a:pt x="642909" y="525227"/>
                </a:lnTo>
                <a:lnTo>
                  <a:pt x="646649" y="526970"/>
                </a:lnTo>
                <a:lnTo>
                  <a:pt x="647756" y="527778"/>
                </a:lnTo>
                <a:lnTo>
                  <a:pt x="649805" y="526276"/>
                </a:lnTo>
                <a:lnTo>
                  <a:pt x="651587" y="524278"/>
                </a:lnTo>
                <a:lnTo>
                  <a:pt x="652732" y="523849"/>
                </a:lnTo>
                <a:lnTo>
                  <a:pt x="653925" y="524032"/>
                </a:lnTo>
                <a:lnTo>
                  <a:pt x="655492" y="524945"/>
                </a:lnTo>
                <a:lnTo>
                  <a:pt x="660460" y="525889"/>
                </a:lnTo>
                <a:lnTo>
                  <a:pt x="661745" y="526421"/>
                </a:lnTo>
                <a:lnTo>
                  <a:pt x="662237" y="526389"/>
                </a:lnTo>
                <a:lnTo>
                  <a:pt x="662765" y="525866"/>
                </a:lnTo>
                <a:lnTo>
                  <a:pt x="663324" y="524379"/>
                </a:lnTo>
                <a:lnTo>
                  <a:pt x="663096" y="523869"/>
                </a:lnTo>
                <a:lnTo>
                  <a:pt x="660849" y="522856"/>
                </a:lnTo>
                <a:lnTo>
                  <a:pt x="658335" y="522845"/>
                </a:lnTo>
                <a:lnTo>
                  <a:pt x="656936" y="521281"/>
                </a:lnTo>
                <a:lnTo>
                  <a:pt x="654525" y="520064"/>
                </a:lnTo>
                <a:lnTo>
                  <a:pt x="651932" y="516960"/>
                </a:lnTo>
                <a:lnTo>
                  <a:pt x="652090" y="515881"/>
                </a:lnTo>
                <a:lnTo>
                  <a:pt x="653531" y="514647"/>
                </a:lnTo>
                <a:lnTo>
                  <a:pt x="654030" y="512530"/>
                </a:lnTo>
                <a:lnTo>
                  <a:pt x="656729" y="509925"/>
                </a:lnTo>
                <a:lnTo>
                  <a:pt x="657035" y="509173"/>
                </a:lnTo>
                <a:lnTo>
                  <a:pt x="658049" y="508882"/>
                </a:lnTo>
                <a:lnTo>
                  <a:pt x="658620" y="509349"/>
                </a:lnTo>
                <a:lnTo>
                  <a:pt x="658610" y="510199"/>
                </a:lnTo>
                <a:lnTo>
                  <a:pt x="657611" y="511208"/>
                </a:lnTo>
                <a:lnTo>
                  <a:pt x="657883" y="512024"/>
                </a:lnTo>
                <a:lnTo>
                  <a:pt x="658577" y="512184"/>
                </a:lnTo>
                <a:lnTo>
                  <a:pt x="660038" y="511290"/>
                </a:lnTo>
                <a:lnTo>
                  <a:pt x="660169" y="509236"/>
                </a:lnTo>
                <a:lnTo>
                  <a:pt x="659257" y="506927"/>
                </a:lnTo>
                <a:lnTo>
                  <a:pt x="659326" y="504994"/>
                </a:lnTo>
                <a:lnTo>
                  <a:pt x="659405" y="504445"/>
                </a:lnTo>
                <a:lnTo>
                  <a:pt x="660690" y="502663"/>
                </a:lnTo>
                <a:lnTo>
                  <a:pt x="660883" y="501524"/>
                </a:lnTo>
                <a:lnTo>
                  <a:pt x="660468" y="499861"/>
                </a:lnTo>
                <a:lnTo>
                  <a:pt x="659525" y="498217"/>
                </a:lnTo>
                <a:lnTo>
                  <a:pt x="657496" y="497049"/>
                </a:lnTo>
                <a:lnTo>
                  <a:pt x="655354" y="494169"/>
                </a:lnTo>
                <a:lnTo>
                  <a:pt x="653813" y="492810"/>
                </a:lnTo>
                <a:lnTo>
                  <a:pt x="651956" y="491742"/>
                </a:lnTo>
                <a:lnTo>
                  <a:pt x="650968" y="490310"/>
                </a:lnTo>
                <a:lnTo>
                  <a:pt x="650215" y="486514"/>
                </a:lnTo>
                <a:lnTo>
                  <a:pt x="649280" y="485566"/>
                </a:lnTo>
                <a:lnTo>
                  <a:pt x="648799" y="484088"/>
                </a:lnTo>
                <a:lnTo>
                  <a:pt x="648117" y="483124"/>
                </a:lnTo>
                <a:lnTo>
                  <a:pt x="648125" y="482335"/>
                </a:lnTo>
                <a:lnTo>
                  <a:pt x="649091" y="479531"/>
                </a:lnTo>
                <a:lnTo>
                  <a:pt x="649698" y="478904"/>
                </a:lnTo>
                <a:lnTo>
                  <a:pt x="651707" y="478897"/>
                </a:lnTo>
                <a:lnTo>
                  <a:pt x="654824" y="480480"/>
                </a:lnTo>
                <a:lnTo>
                  <a:pt x="657203" y="479794"/>
                </a:lnTo>
                <a:lnTo>
                  <a:pt x="657768" y="478726"/>
                </a:lnTo>
                <a:lnTo>
                  <a:pt x="658115" y="476597"/>
                </a:lnTo>
                <a:lnTo>
                  <a:pt x="659077" y="475424"/>
                </a:lnTo>
                <a:lnTo>
                  <a:pt x="659732" y="475249"/>
                </a:lnTo>
                <a:lnTo>
                  <a:pt x="661597" y="475830"/>
                </a:lnTo>
                <a:lnTo>
                  <a:pt x="663077" y="474777"/>
                </a:lnTo>
                <a:lnTo>
                  <a:pt x="664336" y="473207"/>
                </a:lnTo>
                <a:lnTo>
                  <a:pt x="665745" y="470345"/>
                </a:lnTo>
                <a:lnTo>
                  <a:pt x="666124" y="468861"/>
                </a:lnTo>
                <a:lnTo>
                  <a:pt x="666910" y="467950"/>
                </a:lnTo>
                <a:lnTo>
                  <a:pt x="668598" y="467854"/>
                </a:lnTo>
                <a:lnTo>
                  <a:pt x="670354" y="469477"/>
                </a:lnTo>
                <a:lnTo>
                  <a:pt x="673644" y="470287"/>
                </a:lnTo>
                <a:lnTo>
                  <a:pt x="676201" y="471381"/>
                </a:lnTo>
                <a:lnTo>
                  <a:pt x="676789" y="470520"/>
                </a:lnTo>
                <a:lnTo>
                  <a:pt x="677028" y="468983"/>
                </a:lnTo>
                <a:lnTo>
                  <a:pt x="678052" y="465941"/>
                </a:lnTo>
                <a:lnTo>
                  <a:pt x="677780" y="464167"/>
                </a:lnTo>
                <a:lnTo>
                  <a:pt x="677406" y="463527"/>
                </a:lnTo>
                <a:lnTo>
                  <a:pt x="676379" y="462888"/>
                </a:lnTo>
                <a:lnTo>
                  <a:pt x="676037" y="462182"/>
                </a:lnTo>
                <a:lnTo>
                  <a:pt x="676121" y="460916"/>
                </a:lnTo>
                <a:lnTo>
                  <a:pt x="678022" y="458044"/>
                </a:lnTo>
                <a:lnTo>
                  <a:pt x="681632" y="456075"/>
                </a:lnTo>
                <a:lnTo>
                  <a:pt x="682706" y="451573"/>
                </a:lnTo>
                <a:lnTo>
                  <a:pt x="685570" y="451638"/>
                </a:lnTo>
                <a:lnTo>
                  <a:pt x="687276" y="451088"/>
                </a:lnTo>
                <a:lnTo>
                  <a:pt x="689500" y="449880"/>
                </a:lnTo>
                <a:lnTo>
                  <a:pt x="691178" y="450078"/>
                </a:lnTo>
                <a:lnTo>
                  <a:pt x="691864" y="450431"/>
                </a:lnTo>
                <a:lnTo>
                  <a:pt x="692450" y="451279"/>
                </a:lnTo>
                <a:lnTo>
                  <a:pt x="692441" y="453072"/>
                </a:lnTo>
                <a:lnTo>
                  <a:pt x="692832" y="453925"/>
                </a:lnTo>
                <a:lnTo>
                  <a:pt x="693716" y="454506"/>
                </a:lnTo>
                <a:lnTo>
                  <a:pt x="694490" y="454604"/>
                </a:lnTo>
                <a:lnTo>
                  <a:pt x="695844" y="453859"/>
                </a:lnTo>
                <a:lnTo>
                  <a:pt x="696555" y="452856"/>
                </a:lnTo>
                <a:lnTo>
                  <a:pt x="697620" y="448952"/>
                </a:lnTo>
                <a:lnTo>
                  <a:pt x="698452" y="447058"/>
                </a:lnTo>
                <a:lnTo>
                  <a:pt x="699235" y="446303"/>
                </a:lnTo>
                <a:lnTo>
                  <a:pt x="703640" y="444683"/>
                </a:lnTo>
                <a:lnTo>
                  <a:pt x="705091" y="444746"/>
                </a:lnTo>
                <a:lnTo>
                  <a:pt x="706055" y="444161"/>
                </a:lnTo>
                <a:lnTo>
                  <a:pt x="707177" y="442390"/>
                </a:lnTo>
                <a:lnTo>
                  <a:pt x="708080" y="441565"/>
                </a:lnTo>
                <a:lnTo>
                  <a:pt x="710387" y="441216"/>
                </a:lnTo>
                <a:lnTo>
                  <a:pt x="712015" y="440662"/>
                </a:lnTo>
                <a:lnTo>
                  <a:pt x="714689" y="438646"/>
                </a:lnTo>
                <a:lnTo>
                  <a:pt x="715499" y="438620"/>
                </a:lnTo>
                <a:lnTo>
                  <a:pt x="715825" y="439086"/>
                </a:lnTo>
                <a:lnTo>
                  <a:pt x="715372" y="441566"/>
                </a:lnTo>
                <a:lnTo>
                  <a:pt x="715700" y="442349"/>
                </a:lnTo>
                <a:lnTo>
                  <a:pt x="716859" y="442733"/>
                </a:lnTo>
                <a:lnTo>
                  <a:pt x="718978" y="442050"/>
                </a:lnTo>
                <a:lnTo>
                  <a:pt x="721026" y="440712"/>
                </a:lnTo>
                <a:lnTo>
                  <a:pt x="722075" y="440373"/>
                </a:lnTo>
                <a:lnTo>
                  <a:pt x="723779" y="436952"/>
                </a:lnTo>
                <a:lnTo>
                  <a:pt x="724725" y="436375"/>
                </a:lnTo>
                <a:lnTo>
                  <a:pt x="725531" y="436538"/>
                </a:lnTo>
                <a:lnTo>
                  <a:pt x="726542" y="437346"/>
                </a:lnTo>
                <a:lnTo>
                  <a:pt x="726609" y="438546"/>
                </a:lnTo>
                <a:lnTo>
                  <a:pt x="727542" y="439481"/>
                </a:lnTo>
                <a:lnTo>
                  <a:pt x="727968" y="439683"/>
                </a:lnTo>
                <a:lnTo>
                  <a:pt x="730228" y="439582"/>
                </a:lnTo>
                <a:lnTo>
                  <a:pt x="732144" y="441429"/>
                </a:lnTo>
                <a:lnTo>
                  <a:pt x="732464" y="442955"/>
                </a:lnTo>
                <a:lnTo>
                  <a:pt x="732316" y="444637"/>
                </a:lnTo>
                <a:lnTo>
                  <a:pt x="733612" y="446792"/>
                </a:lnTo>
                <a:lnTo>
                  <a:pt x="734139" y="446995"/>
                </a:lnTo>
                <a:lnTo>
                  <a:pt x="734688" y="446163"/>
                </a:lnTo>
                <a:lnTo>
                  <a:pt x="735055" y="443937"/>
                </a:lnTo>
                <a:lnTo>
                  <a:pt x="734835" y="441281"/>
                </a:lnTo>
                <a:lnTo>
                  <a:pt x="735099" y="438794"/>
                </a:lnTo>
                <a:lnTo>
                  <a:pt x="734455" y="434139"/>
                </a:lnTo>
                <a:lnTo>
                  <a:pt x="735742" y="430561"/>
                </a:lnTo>
                <a:lnTo>
                  <a:pt x="738061" y="427641"/>
                </a:lnTo>
                <a:lnTo>
                  <a:pt x="739820" y="428267"/>
                </a:lnTo>
                <a:lnTo>
                  <a:pt x="739894" y="428983"/>
                </a:lnTo>
                <a:lnTo>
                  <a:pt x="739136" y="431581"/>
                </a:lnTo>
                <a:lnTo>
                  <a:pt x="740616" y="433186"/>
                </a:lnTo>
                <a:lnTo>
                  <a:pt x="743758" y="435520"/>
                </a:lnTo>
                <a:lnTo>
                  <a:pt x="745786" y="436372"/>
                </a:lnTo>
                <a:lnTo>
                  <a:pt x="746805" y="437260"/>
                </a:lnTo>
                <a:lnTo>
                  <a:pt x="748883" y="438167"/>
                </a:lnTo>
                <a:lnTo>
                  <a:pt x="750344" y="439477"/>
                </a:lnTo>
                <a:lnTo>
                  <a:pt x="752760" y="440272"/>
                </a:lnTo>
                <a:lnTo>
                  <a:pt x="754763" y="440758"/>
                </a:lnTo>
                <a:lnTo>
                  <a:pt x="756576" y="440519"/>
                </a:lnTo>
                <a:lnTo>
                  <a:pt x="758964" y="440684"/>
                </a:lnTo>
                <a:lnTo>
                  <a:pt x="760484" y="440240"/>
                </a:lnTo>
                <a:lnTo>
                  <a:pt x="762747" y="441010"/>
                </a:lnTo>
                <a:lnTo>
                  <a:pt x="764166" y="439609"/>
                </a:lnTo>
                <a:lnTo>
                  <a:pt x="766076" y="438924"/>
                </a:lnTo>
                <a:lnTo>
                  <a:pt x="767282" y="438793"/>
                </a:lnTo>
                <a:lnTo>
                  <a:pt x="767963" y="438999"/>
                </a:lnTo>
                <a:lnTo>
                  <a:pt x="769454" y="440238"/>
                </a:lnTo>
                <a:lnTo>
                  <a:pt x="772405" y="441891"/>
                </a:lnTo>
                <a:lnTo>
                  <a:pt x="774172" y="441007"/>
                </a:lnTo>
                <a:lnTo>
                  <a:pt x="775609" y="438911"/>
                </a:lnTo>
                <a:lnTo>
                  <a:pt x="776112" y="438592"/>
                </a:lnTo>
                <a:lnTo>
                  <a:pt x="777043" y="438406"/>
                </a:lnTo>
                <a:lnTo>
                  <a:pt x="778107" y="438787"/>
                </a:lnTo>
                <a:lnTo>
                  <a:pt x="778930" y="439290"/>
                </a:lnTo>
                <a:lnTo>
                  <a:pt x="779183" y="439870"/>
                </a:lnTo>
                <a:lnTo>
                  <a:pt x="778946" y="441820"/>
                </a:lnTo>
                <a:lnTo>
                  <a:pt x="779146" y="443657"/>
                </a:lnTo>
                <a:lnTo>
                  <a:pt x="778822" y="445063"/>
                </a:lnTo>
                <a:lnTo>
                  <a:pt x="777712" y="446160"/>
                </a:lnTo>
                <a:lnTo>
                  <a:pt x="777489" y="447081"/>
                </a:lnTo>
                <a:lnTo>
                  <a:pt x="780183" y="448868"/>
                </a:lnTo>
                <a:lnTo>
                  <a:pt x="782428" y="449497"/>
                </a:lnTo>
                <a:lnTo>
                  <a:pt x="783209" y="449410"/>
                </a:lnTo>
                <a:lnTo>
                  <a:pt x="783955" y="448725"/>
                </a:lnTo>
                <a:lnTo>
                  <a:pt x="783845" y="446080"/>
                </a:lnTo>
                <a:lnTo>
                  <a:pt x="785021" y="442999"/>
                </a:lnTo>
                <a:lnTo>
                  <a:pt x="787094" y="441700"/>
                </a:lnTo>
                <a:lnTo>
                  <a:pt x="787990" y="439515"/>
                </a:lnTo>
                <a:lnTo>
                  <a:pt x="789258" y="437893"/>
                </a:lnTo>
                <a:lnTo>
                  <a:pt x="790187" y="437101"/>
                </a:lnTo>
                <a:lnTo>
                  <a:pt x="791575" y="436785"/>
                </a:lnTo>
                <a:lnTo>
                  <a:pt x="792813" y="435984"/>
                </a:lnTo>
                <a:lnTo>
                  <a:pt x="794310" y="432837"/>
                </a:lnTo>
                <a:lnTo>
                  <a:pt x="795657" y="432218"/>
                </a:lnTo>
                <a:lnTo>
                  <a:pt x="796350" y="431382"/>
                </a:lnTo>
                <a:lnTo>
                  <a:pt x="797687" y="430608"/>
                </a:lnTo>
                <a:lnTo>
                  <a:pt x="798185" y="428631"/>
                </a:lnTo>
                <a:lnTo>
                  <a:pt x="799445" y="427516"/>
                </a:lnTo>
                <a:lnTo>
                  <a:pt x="799688" y="427065"/>
                </a:lnTo>
                <a:lnTo>
                  <a:pt x="799631" y="426221"/>
                </a:lnTo>
                <a:lnTo>
                  <a:pt x="800560" y="425728"/>
                </a:lnTo>
                <a:lnTo>
                  <a:pt x="802181" y="425633"/>
                </a:lnTo>
                <a:lnTo>
                  <a:pt x="805151" y="426008"/>
                </a:lnTo>
                <a:lnTo>
                  <a:pt x="806384" y="427318"/>
                </a:lnTo>
                <a:lnTo>
                  <a:pt x="806225" y="428759"/>
                </a:lnTo>
                <a:lnTo>
                  <a:pt x="806419" y="429431"/>
                </a:lnTo>
                <a:lnTo>
                  <a:pt x="808854" y="431484"/>
                </a:lnTo>
                <a:lnTo>
                  <a:pt x="809786" y="431859"/>
                </a:lnTo>
                <a:lnTo>
                  <a:pt x="810488" y="433159"/>
                </a:lnTo>
                <a:lnTo>
                  <a:pt x="811033" y="433318"/>
                </a:lnTo>
                <a:lnTo>
                  <a:pt x="810918" y="434053"/>
                </a:lnTo>
                <a:lnTo>
                  <a:pt x="811402" y="435713"/>
                </a:lnTo>
                <a:lnTo>
                  <a:pt x="812368" y="435857"/>
                </a:lnTo>
                <a:lnTo>
                  <a:pt x="813104" y="435110"/>
                </a:lnTo>
                <a:lnTo>
                  <a:pt x="813695" y="435035"/>
                </a:lnTo>
                <a:lnTo>
                  <a:pt x="814490" y="435731"/>
                </a:lnTo>
                <a:lnTo>
                  <a:pt x="814830" y="437618"/>
                </a:lnTo>
                <a:lnTo>
                  <a:pt x="816022" y="438078"/>
                </a:lnTo>
                <a:lnTo>
                  <a:pt x="816335" y="439271"/>
                </a:lnTo>
                <a:lnTo>
                  <a:pt x="817545" y="439982"/>
                </a:lnTo>
                <a:lnTo>
                  <a:pt x="818700" y="439990"/>
                </a:lnTo>
                <a:lnTo>
                  <a:pt x="820354" y="438807"/>
                </a:lnTo>
                <a:lnTo>
                  <a:pt x="823226" y="435123"/>
                </a:lnTo>
                <a:lnTo>
                  <a:pt x="823933" y="435312"/>
                </a:lnTo>
                <a:lnTo>
                  <a:pt x="825866" y="433496"/>
                </a:lnTo>
                <a:lnTo>
                  <a:pt x="828633" y="432853"/>
                </a:lnTo>
                <a:lnTo>
                  <a:pt x="829457" y="432242"/>
                </a:lnTo>
                <a:lnTo>
                  <a:pt x="830400" y="428444"/>
                </a:lnTo>
                <a:lnTo>
                  <a:pt x="831586" y="425796"/>
                </a:lnTo>
                <a:lnTo>
                  <a:pt x="832199" y="425288"/>
                </a:lnTo>
                <a:lnTo>
                  <a:pt x="833697" y="425024"/>
                </a:lnTo>
                <a:lnTo>
                  <a:pt x="835692" y="423711"/>
                </a:lnTo>
                <a:lnTo>
                  <a:pt x="835704" y="421362"/>
                </a:lnTo>
                <a:lnTo>
                  <a:pt x="837043" y="418482"/>
                </a:lnTo>
                <a:lnTo>
                  <a:pt x="836577" y="417289"/>
                </a:lnTo>
                <a:lnTo>
                  <a:pt x="835021" y="415490"/>
                </a:lnTo>
                <a:lnTo>
                  <a:pt x="834985" y="414946"/>
                </a:lnTo>
                <a:lnTo>
                  <a:pt x="835665" y="413784"/>
                </a:lnTo>
                <a:lnTo>
                  <a:pt x="837415" y="413085"/>
                </a:lnTo>
                <a:lnTo>
                  <a:pt x="839121" y="413691"/>
                </a:lnTo>
                <a:lnTo>
                  <a:pt x="840526" y="413797"/>
                </a:lnTo>
                <a:lnTo>
                  <a:pt x="842620" y="411970"/>
                </a:lnTo>
                <a:lnTo>
                  <a:pt x="843565" y="411617"/>
                </a:lnTo>
                <a:lnTo>
                  <a:pt x="845871" y="413184"/>
                </a:lnTo>
                <a:lnTo>
                  <a:pt x="847015" y="412755"/>
                </a:lnTo>
                <a:lnTo>
                  <a:pt x="848103" y="411827"/>
                </a:lnTo>
                <a:lnTo>
                  <a:pt x="848251" y="410830"/>
                </a:lnTo>
                <a:lnTo>
                  <a:pt x="846170" y="408125"/>
                </a:lnTo>
                <a:lnTo>
                  <a:pt x="846197" y="406741"/>
                </a:lnTo>
                <a:lnTo>
                  <a:pt x="847863" y="406321"/>
                </a:lnTo>
                <a:lnTo>
                  <a:pt x="849766" y="405137"/>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412583" y="3653273"/>
            <a:ext cx="1522988" cy="1554882"/>
          </a:xfrm>
          <a:custGeom>
            <a:avLst/>
            <a:gdLst/>
            <a:ahLst/>
            <a:cxnLst/>
            <a:rect l="l" t="t" r="r" b="b"/>
            <a:pathLst>
              <a:path w="1522988" h="1554882">
                <a:moveTo>
                  <a:pt x="1509853" y="1106753"/>
                </a:moveTo>
                <a:lnTo>
                  <a:pt x="1507662" y="1103829"/>
                </a:lnTo>
                <a:lnTo>
                  <a:pt x="1502394" y="1099570"/>
                </a:lnTo>
                <a:lnTo>
                  <a:pt x="1502081" y="1099100"/>
                </a:lnTo>
                <a:lnTo>
                  <a:pt x="1502182" y="1098238"/>
                </a:lnTo>
                <a:lnTo>
                  <a:pt x="1501867" y="1097796"/>
                </a:lnTo>
                <a:lnTo>
                  <a:pt x="1499848" y="1096711"/>
                </a:lnTo>
                <a:lnTo>
                  <a:pt x="1498786" y="1096884"/>
                </a:lnTo>
                <a:lnTo>
                  <a:pt x="1494768" y="1094179"/>
                </a:lnTo>
                <a:lnTo>
                  <a:pt x="1492931" y="1093958"/>
                </a:lnTo>
                <a:lnTo>
                  <a:pt x="1491870" y="1095006"/>
                </a:lnTo>
                <a:lnTo>
                  <a:pt x="1490737" y="1095125"/>
                </a:lnTo>
                <a:lnTo>
                  <a:pt x="1489039" y="1093958"/>
                </a:lnTo>
                <a:lnTo>
                  <a:pt x="1487990" y="1093826"/>
                </a:lnTo>
                <a:lnTo>
                  <a:pt x="1487110" y="1094457"/>
                </a:lnTo>
                <a:lnTo>
                  <a:pt x="1486708" y="1096089"/>
                </a:lnTo>
                <a:lnTo>
                  <a:pt x="1486324" y="1096617"/>
                </a:lnTo>
                <a:lnTo>
                  <a:pt x="1484278" y="1097488"/>
                </a:lnTo>
                <a:lnTo>
                  <a:pt x="1483289" y="1097373"/>
                </a:lnTo>
                <a:lnTo>
                  <a:pt x="1479761" y="1093992"/>
                </a:lnTo>
                <a:lnTo>
                  <a:pt x="1478995" y="1091138"/>
                </a:lnTo>
                <a:lnTo>
                  <a:pt x="1477631" y="1090106"/>
                </a:lnTo>
                <a:lnTo>
                  <a:pt x="1476185" y="1087649"/>
                </a:lnTo>
                <a:lnTo>
                  <a:pt x="1475049" y="1086316"/>
                </a:lnTo>
                <a:lnTo>
                  <a:pt x="1473188" y="1085271"/>
                </a:lnTo>
                <a:lnTo>
                  <a:pt x="1472556" y="1083549"/>
                </a:lnTo>
                <a:lnTo>
                  <a:pt x="1471876" y="1082657"/>
                </a:lnTo>
                <a:lnTo>
                  <a:pt x="1471218" y="1082564"/>
                </a:lnTo>
                <a:lnTo>
                  <a:pt x="1470198" y="1083349"/>
                </a:lnTo>
                <a:lnTo>
                  <a:pt x="1467682" y="1083598"/>
                </a:lnTo>
                <a:lnTo>
                  <a:pt x="1466528" y="1083383"/>
                </a:lnTo>
                <a:lnTo>
                  <a:pt x="1464331" y="1082293"/>
                </a:lnTo>
                <a:lnTo>
                  <a:pt x="1463387" y="1079540"/>
                </a:lnTo>
                <a:lnTo>
                  <a:pt x="1460668" y="1077544"/>
                </a:lnTo>
                <a:lnTo>
                  <a:pt x="1459519" y="1075828"/>
                </a:lnTo>
                <a:lnTo>
                  <a:pt x="1458312" y="1074780"/>
                </a:lnTo>
                <a:lnTo>
                  <a:pt x="1458386" y="1073622"/>
                </a:lnTo>
                <a:lnTo>
                  <a:pt x="1459730" y="1072936"/>
                </a:lnTo>
                <a:lnTo>
                  <a:pt x="1459171" y="1071614"/>
                </a:lnTo>
                <a:lnTo>
                  <a:pt x="1457364" y="1069743"/>
                </a:lnTo>
                <a:lnTo>
                  <a:pt x="1456266" y="1068081"/>
                </a:lnTo>
                <a:lnTo>
                  <a:pt x="1453909" y="1067299"/>
                </a:lnTo>
                <a:lnTo>
                  <a:pt x="1451929" y="1065183"/>
                </a:lnTo>
                <a:lnTo>
                  <a:pt x="1451556" y="1064111"/>
                </a:lnTo>
                <a:lnTo>
                  <a:pt x="1450082" y="1061754"/>
                </a:lnTo>
                <a:lnTo>
                  <a:pt x="1449121" y="1058287"/>
                </a:lnTo>
                <a:lnTo>
                  <a:pt x="1446609" y="1057082"/>
                </a:lnTo>
                <a:lnTo>
                  <a:pt x="1445094" y="1055640"/>
                </a:lnTo>
                <a:lnTo>
                  <a:pt x="1443839" y="1055147"/>
                </a:lnTo>
                <a:lnTo>
                  <a:pt x="1441712" y="1055174"/>
                </a:lnTo>
                <a:lnTo>
                  <a:pt x="1440302" y="1056370"/>
                </a:lnTo>
                <a:lnTo>
                  <a:pt x="1439576" y="1056130"/>
                </a:lnTo>
                <a:lnTo>
                  <a:pt x="1439141" y="1052821"/>
                </a:lnTo>
                <a:lnTo>
                  <a:pt x="1440301" y="1051234"/>
                </a:lnTo>
                <a:lnTo>
                  <a:pt x="1441028" y="1048635"/>
                </a:lnTo>
                <a:lnTo>
                  <a:pt x="1441119" y="1047367"/>
                </a:lnTo>
                <a:lnTo>
                  <a:pt x="1439067" y="1041624"/>
                </a:lnTo>
                <a:lnTo>
                  <a:pt x="1438253" y="1041154"/>
                </a:lnTo>
                <a:lnTo>
                  <a:pt x="1437224" y="1041106"/>
                </a:lnTo>
                <a:lnTo>
                  <a:pt x="1436246" y="1041519"/>
                </a:lnTo>
                <a:lnTo>
                  <a:pt x="1434673" y="1042727"/>
                </a:lnTo>
                <a:lnTo>
                  <a:pt x="1433814" y="1042976"/>
                </a:lnTo>
                <a:lnTo>
                  <a:pt x="1431101" y="1042285"/>
                </a:lnTo>
                <a:lnTo>
                  <a:pt x="1430115" y="1041170"/>
                </a:lnTo>
                <a:lnTo>
                  <a:pt x="1429438" y="1039097"/>
                </a:lnTo>
                <a:lnTo>
                  <a:pt x="1427310" y="1037976"/>
                </a:lnTo>
                <a:lnTo>
                  <a:pt x="1424574" y="1034963"/>
                </a:lnTo>
                <a:lnTo>
                  <a:pt x="1424621" y="1033984"/>
                </a:lnTo>
                <a:lnTo>
                  <a:pt x="1426051" y="1032461"/>
                </a:lnTo>
                <a:lnTo>
                  <a:pt x="1426135" y="1031039"/>
                </a:lnTo>
                <a:lnTo>
                  <a:pt x="1425885" y="1030069"/>
                </a:lnTo>
                <a:lnTo>
                  <a:pt x="1425460" y="1029835"/>
                </a:lnTo>
                <a:lnTo>
                  <a:pt x="1424537" y="1029904"/>
                </a:lnTo>
                <a:lnTo>
                  <a:pt x="1423974" y="1029193"/>
                </a:lnTo>
                <a:lnTo>
                  <a:pt x="1422560" y="1028418"/>
                </a:lnTo>
                <a:lnTo>
                  <a:pt x="1421942" y="1026381"/>
                </a:lnTo>
                <a:lnTo>
                  <a:pt x="1421106" y="1025195"/>
                </a:lnTo>
                <a:lnTo>
                  <a:pt x="1420303" y="1025202"/>
                </a:lnTo>
                <a:lnTo>
                  <a:pt x="1418660" y="1026886"/>
                </a:lnTo>
                <a:lnTo>
                  <a:pt x="1417472" y="1026763"/>
                </a:lnTo>
                <a:lnTo>
                  <a:pt x="1416937" y="1026311"/>
                </a:lnTo>
                <a:lnTo>
                  <a:pt x="1416233" y="1024351"/>
                </a:lnTo>
                <a:lnTo>
                  <a:pt x="1416173" y="1022020"/>
                </a:lnTo>
                <a:lnTo>
                  <a:pt x="1413946" y="1019922"/>
                </a:lnTo>
                <a:lnTo>
                  <a:pt x="1413758" y="1017181"/>
                </a:lnTo>
                <a:lnTo>
                  <a:pt x="1412261" y="1012523"/>
                </a:lnTo>
                <a:lnTo>
                  <a:pt x="1411622" y="1011798"/>
                </a:lnTo>
                <a:lnTo>
                  <a:pt x="1407820" y="1010389"/>
                </a:lnTo>
                <a:lnTo>
                  <a:pt x="1406724" y="1009301"/>
                </a:lnTo>
                <a:lnTo>
                  <a:pt x="1406525" y="1008781"/>
                </a:lnTo>
                <a:lnTo>
                  <a:pt x="1406904" y="1004994"/>
                </a:lnTo>
                <a:lnTo>
                  <a:pt x="1405978" y="1004437"/>
                </a:lnTo>
                <a:lnTo>
                  <a:pt x="1404855" y="1003085"/>
                </a:lnTo>
                <a:lnTo>
                  <a:pt x="1403492" y="1002485"/>
                </a:lnTo>
                <a:lnTo>
                  <a:pt x="1402901" y="999764"/>
                </a:lnTo>
                <a:lnTo>
                  <a:pt x="1401136" y="998325"/>
                </a:lnTo>
                <a:lnTo>
                  <a:pt x="1400217" y="996639"/>
                </a:lnTo>
                <a:lnTo>
                  <a:pt x="1399949" y="995549"/>
                </a:lnTo>
                <a:lnTo>
                  <a:pt x="1400361" y="993281"/>
                </a:lnTo>
                <a:lnTo>
                  <a:pt x="1400622" y="992781"/>
                </a:lnTo>
                <a:lnTo>
                  <a:pt x="1401816" y="991844"/>
                </a:lnTo>
                <a:lnTo>
                  <a:pt x="1401952" y="991208"/>
                </a:lnTo>
                <a:lnTo>
                  <a:pt x="1401241" y="989062"/>
                </a:lnTo>
                <a:lnTo>
                  <a:pt x="1399646" y="986615"/>
                </a:lnTo>
                <a:lnTo>
                  <a:pt x="1398801" y="986169"/>
                </a:lnTo>
                <a:lnTo>
                  <a:pt x="1396297" y="985609"/>
                </a:lnTo>
                <a:lnTo>
                  <a:pt x="1393480" y="985408"/>
                </a:lnTo>
                <a:lnTo>
                  <a:pt x="1392400" y="984769"/>
                </a:lnTo>
                <a:lnTo>
                  <a:pt x="1387999" y="985246"/>
                </a:lnTo>
                <a:lnTo>
                  <a:pt x="1386126" y="984570"/>
                </a:lnTo>
                <a:lnTo>
                  <a:pt x="1384668" y="983615"/>
                </a:lnTo>
                <a:lnTo>
                  <a:pt x="1383343" y="983411"/>
                </a:lnTo>
                <a:lnTo>
                  <a:pt x="1379836" y="982037"/>
                </a:lnTo>
                <a:lnTo>
                  <a:pt x="1379318" y="981249"/>
                </a:lnTo>
                <a:lnTo>
                  <a:pt x="1379035" y="979285"/>
                </a:lnTo>
                <a:lnTo>
                  <a:pt x="1377942" y="975675"/>
                </a:lnTo>
                <a:lnTo>
                  <a:pt x="1378815" y="969371"/>
                </a:lnTo>
                <a:lnTo>
                  <a:pt x="1378355" y="968002"/>
                </a:lnTo>
                <a:lnTo>
                  <a:pt x="1377400" y="967479"/>
                </a:lnTo>
                <a:lnTo>
                  <a:pt x="1376307" y="967401"/>
                </a:lnTo>
                <a:lnTo>
                  <a:pt x="1375824" y="967918"/>
                </a:lnTo>
                <a:lnTo>
                  <a:pt x="1375765" y="968930"/>
                </a:lnTo>
                <a:lnTo>
                  <a:pt x="1375058" y="969766"/>
                </a:lnTo>
                <a:lnTo>
                  <a:pt x="1368858" y="969727"/>
                </a:lnTo>
                <a:lnTo>
                  <a:pt x="1366867" y="968487"/>
                </a:lnTo>
                <a:lnTo>
                  <a:pt x="1364917" y="966833"/>
                </a:lnTo>
                <a:lnTo>
                  <a:pt x="1361621" y="963302"/>
                </a:lnTo>
                <a:lnTo>
                  <a:pt x="1360119" y="960411"/>
                </a:lnTo>
                <a:lnTo>
                  <a:pt x="1359402" y="957860"/>
                </a:lnTo>
                <a:lnTo>
                  <a:pt x="1358791" y="957035"/>
                </a:lnTo>
                <a:lnTo>
                  <a:pt x="1357558" y="956536"/>
                </a:lnTo>
                <a:lnTo>
                  <a:pt x="1354977" y="957085"/>
                </a:lnTo>
                <a:lnTo>
                  <a:pt x="1352705" y="956357"/>
                </a:lnTo>
                <a:lnTo>
                  <a:pt x="1351426" y="955395"/>
                </a:lnTo>
                <a:lnTo>
                  <a:pt x="1351284" y="954775"/>
                </a:lnTo>
                <a:lnTo>
                  <a:pt x="1351562" y="953033"/>
                </a:lnTo>
                <a:lnTo>
                  <a:pt x="1350625" y="951505"/>
                </a:lnTo>
                <a:lnTo>
                  <a:pt x="1348883" y="950911"/>
                </a:lnTo>
                <a:lnTo>
                  <a:pt x="1344198" y="950469"/>
                </a:lnTo>
                <a:lnTo>
                  <a:pt x="1343281" y="950540"/>
                </a:lnTo>
                <a:lnTo>
                  <a:pt x="1342224" y="951300"/>
                </a:lnTo>
                <a:lnTo>
                  <a:pt x="1340846" y="951222"/>
                </a:lnTo>
                <a:lnTo>
                  <a:pt x="1340222" y="949530"/>
                </a:lnTo>
                <a:lnTo>
                  <a:pt x="1338480" y="948627"/>
                </a:lnTo>
                <a:lnTo>
                  <a:pt x="1336138" y="946384"/>
                </a:lnTo>
                <a:lnTo>
                  <a:pt x="1334769" y="943455"/>
                </a:lnTo>
                <a:lnTo>
                  <a:pt x="1332412" y="939593"/>
                </a:lnTo>
                <a:lnTo>
                  <a:pt x="1330450" y="934463"/>
                </a:lnTo>
                <a:lnTo>
                  <a:pt x="1329077" y="933230"/>
                </a:lnTo>
                <a:lnTo>
                  <a:pt x="1326882" y="931816"/>
                </a:lnTo>
                <a:lnTo>
                  <a:pt x="1325940" y="929919"/>
                </a:lnTo>
                <a:lnTo>
                  <a:pt x="1326736" y="922049"/>
                </a:lnTo>
                <a:lnTo>
                  <a:pt x="1326528" y="921446"/>
                </a:lnTo>
                <a:lnTo>
                  <a:pt x="1325596" y="920912"/>
                </a:lnTo>
                <a:lnTo>
                  <a:pt x="1378709" y="811231"/>
                </a:lnTo>
                <a:lnTo>
                  <a:pt x="1419494" y="729337"/>
                </a:lnTo>
                <a:lnTo>
                  <a:pt x="1407063" y="725236"/>
                </a:lnTo>
                <a:lnTo>
                  <a:pt x="1413953" y="704342"/>
                </a:lnTo>
                <a:lnTo>
                  <a:pt x="1410448" y="701786"/>
                </a:lnTo>
                <a:lnTo>
                  <a:pt x="1416305" y="694086"/>
                </a:lnTo>
                <a:lnTo>
                  <a:pt x="1417217" y="694441"/>
                </a:lnTo>
                <a:lnTo>
                  <a:pt x="1425983" y="667817"/>
                </a:lnTo>
                <a:lnTo>
                  <a:pt x="1418030" y="664960"/>
                </a:lnTo>
                <a:lnTo>
                  <a:pt x="1414738" y="657344"/>
                </a:lnTo>
                <a:lnTo>
                  <a:pt x="1420613" y="658224"/>
                </a:lnTo>
                <a:lnTo>
                  <a:pt x="1424251" y="652938"/>
                </a:lnTo>
                <a:lnTo>
                  <a:pt x="1430639" y="653718"/>
                </a:lnTo>
                <a:lnTo>
                  <a:pt x="1441638" y="620029"/>
                </a:lnTo>
                <a:lnTo>
                  <a:pt x="1440285" y="620759"/>
                </a:lnTo>
                <a:lnTo>
                  <a:pt x="1438542" y="620623"/>
                </a:lnTo>
                <a:lnTo>
                  <a:pt x="1436756" y="621586"/>
                </a:lnTo>
                <a:lnTo>
                  <a:pt x="1434321" y="621132"/>
                </a:lnTo>
                <a:lnTo>
                  <a:pt x="1432384" y="621394"/>
                </a:lnTo>
                <a:lnTo>
                  <a:pt x="1431707" y="622152"/>
                </a:lnTo>
                <a:lnTo>
                  <a:pt x="1431232" y="623622"/>
                </a:lnTo>
                <a:lnTo>
                  <a:pt x="1430010" y="625663"/>
                </a:lnTo>
                <a:lnTo>
                  <a:pt x="1428486" y="627495"/>
                </a:lnTo>
                <a:lnTo>
                  <a:pt x="1408316" y="592689"/>
                </a:lnTo>
                <a:lnTo>
                  <a:pt x="1410993" y="591251"/>
                </a:lnTo>
                <a:lnTo>
                  <a:pt x="1412027" y="591725"/>
                </a:lnTo>
                <a:lnTo>
                  <a:pt x="1412995" y="591585"/>
                </a:lnTo>
                <a:lnTo>
                  <a:pt x="1413039" y="590611"/>
                </a:lnTo>
                <a:lnTo>
                  <a:pt x="1413401" y="590824"/>
                </a:lnTo>
                <a:lnTo>
                  <a:pt x="1412920" y="590369"/>
                </a:lnTo>
                <a:lnTo>
                  <a:pt x="1412944" y="589820"/>
                </a:lnTo>
                <a:lnTo>
                  <a:pt x="1413709" y="588349"/>
                </a:lnTo>
                <a:lnTo>
                  <a:pt x="1411233" y="588879"/>
                </a:lnTo>
                <a:lnTo>
                  <a:pt x="1445593" y="548847"/>
                </a:lnTo>
                <a:lnTo>
                  <a:pt x="1443384" y="547560"/>
                </a:lnTo>
                <a:lnTo>
                  <a:pt x="1437450" y="545178"/>
                </a:lnTo>
                <a:lnTo>
                  <a:pt x="1432954" y="545485"/>
                </a:lnTo>
                <a:lnTo>
                  <a:pt x="1418095" y="547638"/>
                </a:lnTo>
                <a:lnTo>
                  <a:pt x="1412799" y="547809"/>
                </a:lnTo>
                <a:lnTo>
                  <a:pt x="1403747" y="548929"/>
                </a:lnTo>
                <a:lnTo>
                  <a:pt x="1402985" y="548246"/>
                </a:lnTo>
                <a:lnTo>
                  <a:pt x="1403047" y="547255"/>
                </a:lnTo>
                <a:lnTo>
                  <a:pt x="1402217" y="546092"/>
                </a:lnTo>
                <a:lnTo>
                  <a:pt x="1402703" y="545149"/>
                </a:lnTo>
                <a:lnTo>
                  <a:pt x="1402531" y="544141"/>
                </a:lnTo>
                <a:lnTo>
                  <a:pt x="1402795" y="543517"/>
                </a:lnTo>
                <a:lnTo>
                  <a:pt x="1402773" y="541597"/>
                </a:lnTo>
                <a:lnTo>
                  <a:pt x="1403218" y="540237"/>
                </a:lnTo>
                <a:lnTo>
                  <a:pt x="1402563" y="538301"/>
                </a:lnTo>
                <a:lnTo>
                  <a:pt x="1401349" y="537754"/>
                </a:lnTo>
                <a:lnTo>
                  <a:pt x="1400619" y="535806"/>
                </a:lnTo>
                <a:lnTo>
                  <a:pt x="1400377" y="533015"/>
                </a:lnTo>
                <a:lnTo>
                  <a:pt x="1400693" y="531586"/>
                </a:lnTo>
                <a:lnTo>
                  <a:pt x="1400992" y="531287"/>
                </a:lnTo>
                <a:lnTo>
                  <a:pt x="1401008" y="530403"/>
                </a:lnTo>
                <a:lnTo>
                  <a:pt x="1396326" y="531317"/>
                </a:lnTo>
                <a:lnTo>
                  <a:pt x="1397195" y="535829"/>
                </a:lnTo>
                <a:lnTo>
                  <a:pt x="1385344" y="538043"/>
                </a:lnTo>
                <a:lnTo>
                  <a:pt x="1385250" y="539733"/>
                </a:lnTo>
                <a:lnTo>
                  <a:pt x="1382926" y="542165"/>
                </a:lnTo>
                <a:lnTo>
                  <a:pt x="1383014" y="542577"/>
                </a:lnTo>
                <a:lnTo>
                  <a:pt x="1383989" y="543542"/>
                </a:lnTo>
                <a:lnTo>
                  <a:pt x="1384237" y="544353"/>
                </a:lnTo>
                <a:lnTo>
                  <a:pt x="1383794" y="544740"/>
                </a:lnTo>
                <a:lnTo>
                  <a:pt x="1382833" y="544643"/>
                </a:lnTo>
                <a:lnTo>
                  <a:pt x="1382297" y="544878"/>
                </a:lnTo>
                <a:lnTo>
                  <a:pt x="1381982" y="545711"/>
                </a:lnTo>
                <a:lnTo>
                  <a:pt x="1382391" y="547203"/>
                </a:lnTo>
                <a:lnTo>
                  <a:pt x="1383402" y="549126"/>
                </a:lnTo>
                <a:lnTo>
                  <a:pt x="1385804" y="551961"/>
                </a:lnTo>
                <a:lnTo>
                  <a:pt x="1385491" y="555274"/>
                </a:lnTo>
                <a:lnTo>
                  <a:pt x="1383235" y="555953"/>
                </a:lnTo>
                <a:lnTo>
                  <a:pt x="1381510" y="560197"/>
                </a:lnTo>
                <a:lnTo>
                  <a:pt x="1382403" y="561787"/>
                </a:lnTo>
                <a:lnTo>
                  <a:pt x="1381948" y="564244"/>
                </a:lnTo>
                <a:lnTo>
                  <a:pt x="1381278" y="564900"/>
                </a:lnTo>
                <a:lnTo>
                  <a:pt x="1380036" y="564615"/>
                </a:lnTo>
                <a:lnTo>
                  <a:pt x="1379491" y="565777"/>
                </a:lnTo>
                <a:lnTo>
                  <a:pt x="1386339" y="572930"/>
                </a:lnTo>
                <a:lnTo>
                  <a:pt x="1384892" y="573764"/>
                </a:lnTo>
                <a:lnTo>
                  <a:pt x="1384423" y="574484"/>
                </a:lnTo>
                <a:lnTo>
                  <a:pt x="1384469" y="574985"/>
                </a:lnTo>
                <a:lnTo>
                  <a:pt x="1385580" y="575656"/>
                </a:lnTo>
                <a:lnTo>
                  <a:pt x="1385893" y="576601"/>
                </a:lnTo>
                <a:lnTo>
                  <a:pt x="1384941" y="577131"/>
                </a:lnTo>
                <a:lnTo>
                  <a:pt x="1384795" y="577536"/>
                </a:lnTo>
                <a:lnTo>
                  <a:pt x="1384545" y="577137"/>
                </a:lnTo>
                <a:lnTo>
                  <a:pt x="1383266" y="576878"/>
                </a:lnTo>
                <a:lnTo>
                  <a:pt x="1382774" y="577144"/>
                </a:lnTo>
                <a:lnTo>
                  <a:pt x="1381602" y="577016"/>
                </a:lnTo>
                <a:lnTo>
                  <a:pt x="1381329" y="577371"/>
                </a:lnTo>
                <a:lnTo>
                  <a:pt x="1380517" y="577616"/>
                </a:lnTo>
                <a:lnTo>
                  <a:pt x="1379367" y="577538"/>
                </a:lnTo>
                <a:lnTo>
                  <a:pt x="1379041" y="578056"/>
                </a:lnTo>
                <a:lnTo>
                  <a:pt x="1379024" y="579590"/>
                </a:lnTo>
                <a:lnTo>
                  <a:pt x="1378292" y="580771"/>
                </a:lnTo>
                <a:lnTo>
                  <a:pt x="1378261" y="582128"/>
                </a:lnTo>
                <a:lnTo>
                  <a:pt x="1377824" y="583069"/>
                </a:lnTo>
                <a:lnTo>
                  <a:pt x="1377102" y="584166"/>
                </a:lnTo>
                <a:lnTo>
                  <a:pt x="1376457" y="584184"/>
                </a:lnTo>
                <a:lnTo>
                  <a:pt x="1374962" y="584895"/>
                </a:lnTo>
                <a:lnTo>
                  <a:pt x="1374897" y="586354"/>
                </a:lnTo>
                <a:lnTo>
                  <a:pt x="1374534" y="587089"/>
                </a:lnTo>
                <a:lnTo>
                  <a:pt x="1372682" y="587465"/>
                </a:lnTo>
                <a:lnTo>
                  <a:pt x="1371703" y="586820"/>
                </a:lnTo>
                <a:lnTo>
                  <a:pt x="1371419" y="586085"/>
                </a:lnTo>
                <a:lnTo>
                  <a:pt x="1370653" y="586213"/>
                </a:lnTo>
                <a:lnTo>
                  <a:pt x="1370465" y="586698"/>
                </a:lnTo>
                <a:lnTo>
                  <a:pt x="1370651" y="586748"/>
                </a:lnTo>
                <a:lnTo>
                  <a:pt x="1370607" y="588135"/>
                </a:lnTo>
                <a:lnTo>
                  <a:pt x="1371386" y="588425"/>
                </a:lnTo>
                <a:lnTo>
                  <a:pt x="1372369" y="589478"/>
                </a:lnTo>
                <a:lnTo>
                  <a:pt x="1372538" y="590580"/>
                </a:lnTo>
                <a:lnTo>
                  <a:pt x="1373186" y="591652"/>
                </a:lnTo>
                <a:lnTo>
                  <a:pt x="1373770" y="591988"/>
                </a:lnTo>
                <a:lnTo>
                  <a:pt x="1374291" y="593264"/>
                </a:lnTo>
                <a:lnTo>
                  <a:pt x="1373904" y="593767"/>
                </a:lnTo>
                <a:lnTo>
                  <a:pt x="1373985" y="594504"/>
                </a:lnTo>
                <a:lnTo>
                  <a:pt x="1372748" y="596282"/>
                </a:lnTo>
                <a:lnTo>
                  <a:pt x="1373143" y="598164"/>
                </a:lnTo>
                <a:lnTo>
                  <a:pt x="1373870" y="598539"/>
                </a:lnTo>
                <a:lnTo>
                  <a:pt x="1373719" y="599329"/>
                </a:lnTo>
                <a:lnTo>
                  <a:pt x="1373088" y="600235"/>
                </a:lnTo>
                <a:lnTo>
                  <a:pt x="1373228" y="600630"/>
                </a:lnTo>
                <a:lnTo>
                  <a:pt x="1372898" y="600798"/>
                </a:lnTo>
                <a:lnTo>
                  <a:pt x="1373278" y="601109"/>
                </a:lnTo>
                <a:lnTo>
                  <a:pt x="1372912" y="601536"/>
                </a:lnTo>
                <a:lnTo>
                  <a:pt x="1373576" y="603787"/>
                </a:lnTo>
                <a:lnTo>
                  <a:pt x="1373988" y="603841"/>
                </a:lnTo>
                <a:lnTo>
                  <a:pt x="1374325" y="604500"/>
                </a:lnTo>
                <a:lnTo>
                  <a:pt x="1373979" y="605030"/>
                </a:lnTo>
                <a:lnTo>
                  <a:pt x="1374148" y="605494"/>
                </a:lnTo>
                <a:lnTo>
                  <a:pt x="1373558" y="605431"/>
                </a:lnTo>
                <a:lnTo>
                  <a:pt x="1373281" y="605899"/>
                </a:lnTo>
                <a:lnTo>
                  <a:pt x="1372886" y="605804"/>
                </a:lnTo>
                <a:lnTo>
                  <a:pt x="1372149" y="606812"/>
                </a:lnTo>
                <a:lnTo>
                  <a:pt x="1372230" y="607102"/>
                </a:lnTo>
                <a:lnTo>
                  <a:pt x="1370725" y="607797"/>
                </a:lnTo>
                <a:lnTo>
                  <a:pt x="1370799" y="608430"/>
                </a:lnTo>
                <a:lnTo>
                  <a:pt x="1371723" y="609456"/>
                </a:lnTo>
                <a:lnTo>
                  <a:pt x="1371765" y="609830"/>
                </a:lnTo>
                <a:lnTo>
                  <a:pt x="1370842" y="610761"/>
                </a:lnTo>
                <a:lnTo>
                  <a:pt x="1370691" y="610554"/>
                </a:lnTo>
                <a:lnTo>
                  <a:pt x="1369860" y="611118"/>
                </a:lnTo>
                <a:lnTo>
                  <a:pt x="1368338" y="611016"/>
                </a:lnTo>
                <a:lnTo>
                  <a:pt x="1367949" y="611523"/>
                </a:lnTo>
                <a:lnTo>
                  <a:pt x="1367421" y="610859"/>
                </a:lnTo>
                <a:lnTo>
                  <a:pt x="1365736" y="611760"/>
                </a:lnTo>
                <a:lnTo>
                  <a:pt x="1363644" y="612162"/>
                </a:lnTo>
                <a:lnTo>
                  <a:pt x="1362466" y="612919"/>
                </a:lnTo>
                <a:lnTo>
                  <a:pt x="1362168" y="614007"/>
                </a:lnTo>
                <a:lnTo>
                  <a:pt x="1363074" y="616378"/>
                </a:lnTo>
                <a:lnTo>
                  <a:pt x="1363152" y="618876"/>
                </a:lnTo>
                <a:lnTo>
                  <a:pt x="1362504" y="619761"/>
                </a:lnTo>
                <a:lnTo>
                  <a:pt x="1361268" y="620466"/>
                </a:lnTo>
                <a:lnTo>
                  <a:pt x="1358222" y="623060"/>
                </a:lnTo>
                <a:lnTo>
                  <a:pt x="1346578" y="612292"/>
                </a:lnTo>
                <a:lnTo>
                  <a:pt x="1343042" y="611530"/>
                </a:lnTo>
                <a:lnTo>
                  <a:pt x="1345440" y="607888"/>
                </a:lnTo>
                <a:lnTo>
                  <a:pt x="1347062" y="604836"/>
                </a:lnTo>
                <a:lnTo>
                  <a:pt x="1346924" y="601762"/>
                </a:lnTo>
                <a:lnTo>
                  <a:pt x="1337261" y="590817"/>
                </a:lnTo>
                <a:lnTo>
                  <a:pt x="1334310" y="594285"/>
                </a:lnTo>
                <a:lnTo>
                  <a:pt x="1328892" y="588385"/>
                </a:lnTo>
                <a:lnTo>
                  <a:pt x="1337298" y="575469"/>
                </a:lnTo>
                <a:lnTo>
                  <a:pt x="1340264" y="575058"/>
                </a:lnTo>
                <a:lnTo>
                  <a:pt x="1344571" y="564022"/>
                </a:lnTo>
                <a:lnTo>
                  <a:pt x="1337175" y="559912"/>
                </a:lnTo>
                <a:lnTo>
                  <a:pt x="1343643" y="548835"/>
                </a:lnTo>
                <a:lnTo>
                  <a:pt x="1336621" y="544683"/>
                </a:lnTo>
                <a:lnTo>
                  <a:pt x="1286695" y="555593"/>
                </a:lnTo>
                <a:lnTo>
                  <a:pt x="1283706" y="549100"/>
                </a:lnTo>
                <a:lnTo>
                  <a:pt x="1285714" y="538917"/>
                </a:lnTo>
                <a:lnTo>
                  <a:pt x="1288008" y="533257"/>
                </a:lnTo>
                <a:lnTo>
                  <a:pt x="1276467" y="529627"/>
                </a:lnTo>
                <a:lnTo>
                  <a:pt x="1276235" y="521215"/>
                </a:lnTo>
                <a:lnTo>
                  <a:pt x="1277276" y="511554"/>
                </a:lnTo>
                <a:lnTo>
                  <a:pt x="1276747" y="502957"/>
                </a:lnTo>
                <a:lnTo>
                  <a:pt x="1277654" y="496607"/>
                </a:lnTo>
                <a:lnTo>
                  <a:pt x="1282553" y="482144"/>
                </a:lnTo>
                <a:lnTo>
                  <a:pt x="1280197" y="482550"/>
                </a:lnTo>
                <a:lnTo>
                  <a:pt x="1278751" y="482080"/>
                </a:lnTo>
                <a:lnTo>
                  <a:pt x="1270421" y="476457"/>
                </a:lnTo>
                <a:lnTo>
                  <a:pt x="1259852" y="468419"/>
                </a:lnTo>
                <a:lnTo>
                  <a:pt x="1259394" y="468670"/>
                </a:lnTo>
                <a:lnTo>
                  <a:pt x="1257875" y="467452"/>
                </a:lnTo>
                <a:lnTo>
                  <a:pt x="1250248" y="462935"/>
                </a:lnTo>
                <a:lnTo>
                  <a:pt x="1250548" y="459675"/>
                </a:lnTo>
                <a:lnTo>
                  <a:pt x="1252561" y="457681"/>
                </a:lnTo>
                <a:lnTo>
                  <a:pt x="1253498" y="455594"/>
                </a:lnTo>
                <a:lnTo>
                  <a:pt x="1263368" y="433154"/>
                </a:lnTo>
                <a:lnTo>
                  <a:pt x="1263792" y="429910"/>
                </a:lnTo>
                <a:lnTo>
                  <a:pt x="1274265" y="425023"/>
                </a:lnTo>
                <a:lnTo>
                  <a:pt x="1272317" y="414657"/>
                </a:lnTo>
                <a:lnTo>
                  <a:pt x="1268047" y="403993"/>
                </a:lnTo>
                <a:lnTo>
                  <a:pt x="1262815" y="394636"/>
                </a:lnTo>
                <a:lnTo>
                  <a:pt x="1261527" y="395419"/>
                </a:lnTo>
                <a:lnTo>
                  <a:pt x="1253675" y="387718"/>
                </a:lnTo>
                <a:lnTo>
                  <a:pt x="1245577" y="387512"/>
                </a:lnTo>
                <a:lnTo>
                  <a:pt x="1242805" y="393876"/>
                </a:lnTo>
                <a:lnTo>
                  <a:pt x="1226984" y="384526"/>
                </a:lnTo>
                <a:lnTo>
                  <a:pt x="1220897" y="382289"/>
                </a:lnTo>
                <a:lnTo>
                  <a:pt x="1207451" y="378198"/>
                </a:lnTo>
                <a:lnTo>
                  <a:pt x="1202109" y="374889"/>
                </a:lnTo>
                <a:lnTo>
                  <a:pt x="1194163" y="372034"/>
                </a:lnTo>
                <a:lnTo>
                  <a:pt x="1185943" y="368369"/>
                </a:lnTo>
                <a:lnTo>
                  <a:pt x="1180150" y="365380"/>
                </a:lnTo>
                <a:lnTo>
                  <a:pt x="1190356" y="349839"/>
                </a:lnTo>
                <a:lnTo>
                  <a:pt x="1196601" y="341971"/>
                </a:lnTo>
                <a:lnTo>
                  <a:pt x="1175849" y="325653"/>
                </a:lnTo>
                <a:lnTo>
                  <a:pt x="1142119" y="317117"/>
                </a:lnTo>
                <a:lnTo>
                  <a:pt x="1144644" y="289302"/>
                </a:lnTo>
                <a:lnTo>
                  <a:pt x="1134214" y="276371"/>
                </a:lnTo>
                <a:lnTo>
                  <a:pt x="1141526" y="263604"/>
                </a:lnTo>
                <a:lnTo>
                  <a:pt x="1149409" y="251630"/>
                </a:lnTo>
                <a:lnTo>
                  <a:pt x="1139223" y="246349"/>
                </a:lnTo>
                <a:lnTo>
                  <a:pt x="1133017" y="246748"/>
                </a:lnTo>
                <a:lnTo>
                  <a:pt x="1135754" y="234723"/>
                </a:lnTo>
                <a:lnTo>
                  <a:pt x="1148629" y="238012"/>
                </a:lnTo>
                <a:lnTo>
                  <a:pt x="1156735" y="241615"/>
                </a:lnTo>
                <a:lnTo>
                  <a:pt x="1162419" y="225715"/>
                </a:lnTo>
                <a:lnTo>
                  <a:pt x="1150905" y="223236"/>
                </a:lnTo>
                <a:lnTo>
                  <a:pt x="1110670" y="221528"/>
                </a:lnTo>
                <a:lnTo>
                  <a:pt x="1110926" y="224658"/>
                </a:lnTo>
                <a:lnTo>
                  <a:pt x="1110964" y="233148"/>
                </a:lnTo>
                <a:lnTo>
                  <a:pt x="1107024" y="243748"/>
                </a:lnTo>
                <a:lnTo>
                  <a:pt x="1093636" y="242120"/>
                </a:lnTo>
                <a:lnTo>
                  <a:pt x="1092717" y="254049"/>
                </a:lnTo>
                <a:lnTo>
                  <a:pt x="1079969" y="252889"/>
                </a:lnTo>
                <a:lnTo>
                  <a:pt x="1078743" y="265799"/>
                </a:lnTo>
                <a:lnTo>
                  <a:pt x="1075645" y="275108"/>
                </a:lnTo>
                <a:lnTo>
                  <a:pt x="1070281" y="296784"/>
                </a:lnTo>
                <a:lnTo>
                  <a:pt x="1069186" y="300112"/>
                </a:lnTo>
                <a:lnTo>
                  <a:pt x="1062652" y="311676"/>
                </a:lnTo>
                <a:lnTo>
                  <a:pt x="1052578" y="306244"/>
                </a:lnTo>
                <a:lnTo>
                  <a:pt x="1046389" y="303686"/>
                </a:lnTo>
                <a:lnTo>
                  <a:pt x="1044828" y="248251"/>
                </a:lnTo>
                <a:lnTo>
                  <a:pt x="1032411" y="248901"/>
                </a:lnTo>
                <a:lnTo>
                  <a:pt x="1032662" y="248650"/>
                </a:lnTo>
                <a:lnTo>
                  <a:pt x="1031970" y="249075"/>
                </a:lnTo>
                <a:lnTo>
                  <a:pt x="1030215" y="249210"/>
                </a:lnTo>
                <a:lnTo>
                  <a:pt x="1028607" y="250014"/>
                </a:lnTo>
                <a:lnTo>
                  <a:pt x="1028036" y="251247"/>
                </a:lnTo>
                <a:lnTo>
                  <a:pt x="1028281" y="252902"/>
                </a:lnTo>
                <a:lnTo>
                  <a:pt x="1028047" y="254023"/>
                </a:lnTo>
                <a:lnTo>
                  <a:pt x="1027149" y="254553"/>
                </a:lnTo>
                <a:lnTo>
                  <a:pt x="1025919" y="253846"/>
                </a:lnTo>
                <a:lnTo>
                  <a:pt x="1025031" y="252597"/>
                </a:lnTo>
                <a:lnTo>
                  <a:pt x="1024034" y="252376"/>
                </a:lnTo>
                <a:lnTo>
                  <a:pt x="1023411" y="252809"/>
                </a:lnTo>
                <a:lnTo>
                  <a:pt x="1023094" y="253710"/>
                </a:lnTo>
                <a:lnTo>
                  <a:pt x="1023696" y="255814"/>
                </a:lnTo>
                <a:lnTo>
                  <a:pt x="1023450" y="262152"/>
                </a:lnTo>
                <a:lnTo>
                  <a:pt x="1022902" y="263101"/>
                </a:lnTo>
                <a:lnTo>
                  <a:pt x="1021018" y="264917"/>
                </a:lnTo>
                <a:lnTo>
                  <a:pt x="1020152" y="267714"/>
                </a:lnTo>
                <a:lnTo>
                  <a:pt x="1019225" y="268562"/>
                </a:lnTo>
                <a:lnTo>
                  <a:pt x="1016793" y="269051"/>
                </a:lnTo>
                <a:lnTo>
                  <a:pt x="1015119" y="268924"/>
                </a:lnTo>
                <a:lnTo>
                  <a:pt x="1012231" y="266806"/>
                </a:lnTo>
                <a:lnTo>
                  <a:pt x="1009298" y="265905"/>
                </a:lnTo>
                <a:lnTo>
                  <a:pt x="1006486" y="264165"/>
                </a:lnTo>
                <a:lnTo>
                  <a:pt x="1005682" y="263898"/>
                </a:lnTo>
                <a:lnTo>
                  <a:pt x="1005253" y="264067"/>
                </a:lnTo>
                <a:lnTo>
                  <a:pt x="1004292" y="265075"/>
                </a:lnTo>
                <a:lnTo>
                  <a:pt x="1003410" y="268214"/>
                </a:lnTo>
                <a:lnTo>
                  <a:pt x="1002291" y="269309"/>
                </a:lnTo>
                <a:lnTo>
                  <a:pt x="1000463" y="269583"/>
                </a:lnTo>
                <a:lnTo>
                  <a:pt x="998801" y="269213"/>
                </a:lnTo>
                <a:lnTo>
                  <a:pt x="997428" y="268493"/>
                </a:lnTo>
                <a:lnTo>
                  <a:pt x="996430" y="268718"/>
                </a:lnTo>
                <a:lnTo>
                  <a:pt x="995603" y="271310"/>
                </a:lnTo>
                <a:lnTo>
                  <a:pt x="994775" y="271976"/>
                </a:lnTo>
                <a:lnTo>
                  <a:pt x="993421" y="272505"/>
                </a:lnTo>
                <a:lnTo>
                  <a:pt x="992834" y="273280"/>
                </a:lnTo>
                <a:lnTo>
                  <a:pt x="992951" y="274544"/>
                </a:lnTo>
                <a:lnTo>
                  <a:pt x="994104" y="276364"/>
                </a:lnTo>
                <a:lnTo>
                  <a:pt x="994108" y="277092"/>
                </a:lnTo>
                <a:lnTo>
                  <a:pt x="993564" y="277985"/>
                </a:lnTo>
                <a:lnTo>
                  <a:pt x="990757" y="280337"/>
                </a:lnTo>
                <a:lnTo>
                  <a:pt x="989733" y="280577"/>
                </a:lnTo>
                <a:lnTo>
                  <a:pt x="987623" y="280217"/>
                </a:lnTo>
                <a:lnTo>
                  <a:pt x="986795" y="280530"/>
                </a:lnTo>
                <a:lnTo>
                  <a:pt x="986667" y="281366"/>
                </a:lnTo>
                <a:lnTo>
                  <a:pt x="987405" y="283535"/>
                </a:lnTo>
                <a:lnTo>
                  <a:pt x="987566" y="286021"/>
                </a:lnTo>
                <a:lnTo>
                  <a:pt x="987506" y="286883"/>
                </a:lnTo>
                <a:lnTo>
                  <a:pt x="986864" y="288103"/>
                </a:lnTo>
                <a:lnTo>
                  <a:pt x="986167" y="288500"/>
                </a:lnTo>
                <a:lnTo>
                  <a:pt x="984962" y="288482"/>
                </a:lnTo>
                <a:lnTo>
                  <a:pt x="982782" y="287170"/>
                </a:lnTo>
                <a:lnTo>
                  <a:pt x="980502" y="287562"/>
                </a:lnTo>
                <a:lnTo>
                  <a:pt x="979549" y="288082"/>
                </a:lnTo>
                <a:lnTo>
                  <a:pt x="978270" y="291202"/>
                </a:lnTo>
                <a:lnTo>
                  <a:pt x="977289" y="291762"/>
                </a:lnTo>
                <a:lnTo>
                  <a:pt x="976400" y="291799"/>
                </a:lnTo>
                <a:lnTo>
                  <a:pt x="974182" y="291007"/>
                </a:lnTo>
                <a:lnTo>
                  <a:pt x="973575" y="291029"/>
                </a:lnTo>
                <a:lnTo>
                  <a:pt x="970659" y="292064"/>
                </a:lnTo>
                <a:lnTo>
                  <a:pt x="967062" y="292464"/>
                </a:lnTo>
                <a:lnTo>
                  <a:pt x="966225" y="293028"/>
                </a:lnTo>
                <a:lnTo>
                  <a:pt x="965455" y="294561"/>
                </a:lnTo>
                <a:lnTo>
                  <a:pt x="965651" y="296965"/>
                </a:lnTo>
                <a:lnTo>
                  <a:pt x="963339" y="298306"/>
                </a:lnTo>
                <a:lnTo>
                  <a:pt x="961461" y="299990"/>
                </a:lnTo>
                <a:lnTo>
                  <a:pt x="958184" y="301545"/>
                </a:lnTo>
                <a:lnTo>
                  <a:pt x="957472" y="302687"/>
                </a:lnTo>
                <a:lnTo>
                  <a:pt x="957659" y="303784"/>
                </a:lnTo>
                <a:lnTo>
                  <a:pt x="958937" y="305385"/>
                </a:lnTo>
                <a:lnTo>
                  <a:pt x="959291" y="306533"/>
                </a:lnTo>
                <a:lnTo>
                  <a:pt x="959202" y="307386"/>
                </a:lnTo>
                <a:lnTo>
                  <a:pt x="958527" y="308400"/>
                </a:lnTo>
                <a:lnTo>
                  <a:pt x="956365" y="309560"/>
                </a:lnTo>
                <a:lnTo>
                  <a:pt x="956033" y="310178"/>
                </a:lnTo>
                <a:lnTo>
                  <a:pt x="956020" y="312059"/>
                </a:lnTo>
                <a:lnTo>
                  <a:pt x="956764" y="314198"/>
                </a:lnTo>
                <a:lnTo>
                  <a:pt x="956239" y="315890"/>
                </a:lnTo>
                <a:lnTo>
                  <a:pt x="955804" y="316410"/>
                </a:lnTo>
                <a:lnTo>
                  <a:pt x="953706" y="317445"/>
                </a:lnTo>
                <a:lnTo>
                  <a:pt x="952486" y="318638"/>
                </a:lnTo>
                <a:lnTo>
                  <a:pt x="952190" y="319524"/>
                </a:lnTo>
                <a:lnTo>
                  <a:pt x="952354" y="320189"/>
                </a:lnTo>
                <a:lnTo>
                  <a:pt x="953456" y="321756"/>
                </a:lnTo>
                <a:lnTo>
                  <a:pt x="953490" y="322547"/>
                </a:lnTo>
                <a:lnTo>
                  <a:pt x="953126" y="323392"/>
                </a:lnTo>
                <a:lnTo>
                  <a:pt x="952347" y="324120"/>
                </a:lnTo>
                <a:lnTo>
                  <a:pt x="949521" y="325447"/>
                </a:lnTo>
                <a:lnTo>
                  <a:pt x="948323" y="326360"/>
                </a:lnTo>
                <a:lnTo>
                  <a:pt x="947977" y="326845"/>
                </a:lnTo>
                <a:lnTo>
                  <a:pt x="947773" y="328024"/>
                </a:lnTo>
                <a:lnTo>
                  <a:pt x="948097" y="329606"/>
                </a:lnTo>
                <a:lnTo>
                  <a:pt x="947938" y="330419"/>
                </a:lnTo>
                <a:lnTo>
                  <a:pt x="946852" y="330922"/>
                </a:lnTo>
                <a:lnTo>
                  <a:pt x="944776" y="330721"/>
                </a:lnTo>
                <a:lnTo>
                  <a:pt x="943836" y="331245"/>
                </a:lnTo>
                <a:lnTo>
                  <a:pt x="943065" y="332166"/>
                </a:lnTo>
                <a:lnTo>
                  <a:pt x="942668" y="334502"/>
                </a:lnTo>
                <a:lnTo>
                  <a:pt x="942161" y="335418"/>
                </a:lnTo>
                <a:lnTo>
                  <a:pt x="941474" y="335892"/>
                </a:lnTo>
                <a:lnTo>
                  <a:pt x="939935" y="336277"/>
                </a:lnTo>
                <a:lnTo>
                  <a:pt x="938861" y="337108"/>
                </a:lnTo>
                <a:lnTo>
                  <a:pt x="938461" y="337802"/>
                </a:lnTo>
                <a:lnTo>
                  <a:pt x="937264" y="342699"/>
                </a:lnTo>
                <a:lnTo>
                  <a:pt x="934281" y="347521"/>
                </a:lnTo>
                <a:lnTo>
                  <a:pt x="933224" y="347854"/>
                </a:lnTo>
                <a:lnTo>
                  <a:pt x="930706" y="347671"/>
                </a:lnTo>
                <a:lnTo>
                  <a:pt x="928482" y="348190"/>
                </a:lnTo>
                <a:lnTo>
                  <a:pt x="927377" y="348790"/>
                </a:lnTo>
                <a:lnTo>
                  <a:pt x="925716" y="350406"/>
                </a:lnTo>
                <a:lnTo>
                  <a:pt x="922889" y="350907"/>
                </a:lnTo>
                <a:lnTo>
                  <a:pt x="918003" y="354232"/>
                </a:lnTo>
                <a:lnTo>
                  <a:pt x="916865" y="354752"/>
                </a:lnTo>
                <a:lnTo>
                  <a:pt x="915797" y="354735"/>
                </a:lnTo>
                <a:lnTo>
                  <a:pt x="914621" y="354138"/>
                </a:lnTo>
                <a:lnTo>
                  <a:pt x="913024" y="353812"/>
                </a:lnTo>
                <a:lnTo>
                  <a:pt x="909085" y="354898"/>
                </a:lnTo>
                <a:lnTo>
                  <a:pt x="907350" y="354711"/>
                </a:lnTo>
                <a:lnTo>
                  <a:pt x="905603" y="355072"/>
                </a:lnTo>
                <a:lnTo>
                  <a:pt x="903023" y="354816"/>
                </a:lnTo>
                <a:lnTo>
                  <a:pt x="899131" y="353907"/>
                </a:lnTo>
                <a:lnTo>
                  <a:pt x="897981" y="354055"/>
                </a:lnTo>
                <a:lnTo>
                  <a:pt x="896513" y="353150"/>
                </a:lnTo>
                <a:lnTo>
                  <a:pt x="895457" y="353151"/>
                </a:lnTo>
                <a:lnTo>
                  <a:pt x="892802" y="355222"/>
                </a:lnTo>
                <a:lnTo>
                  <a:pt x="890581" y="355700"/>
                </a:lnTo>
                <a:lnTo>
                  <a:pt x="889236" y="356370"/>
                </a:lnTo>
                <a:lnTo>
                  <a:pt x="886643" y="358908"/>
                </a:lnTo>
                <a:lnTo>
                  <a:pt x="886189" y="360164"/>
                </a:lnTo>
                <a:lnTo>
                  <a:pt x="886465" y="361840"/>
                </a:lnTo>
                <a:lnTo>
                  <a:pt x="888744" y="364035"/>
                </a:lnTo>
                <a:lnTo>
                  <a:pt x="889375" y="365164"/>
                </a:lnTo>
                <a:lnTo>
                  <a:pt x="889016" y="370523"/>
                </a:lnTo>
                <a:lnTo>
                  <a:pt x="890529" y="374400"/>
                </a:lnTo>
                <a:lnTo>
                  <a:pt x="890276" y="375418"/>
                </a:lnTo>
                <a:lnTo>
                  <a:pt x="888942" y="377240"/>
                </a:lnTo>
                <a:lnTo>
                  <a:pt x="888560" y="380443"/>
                </a:lnTo>
                <a:lnTo>
                  <a:pt x="886988" y="380573"/>
                </a:lnTo>
                <a:lnTo>
                  <a:pt x="885662" y="382365"/>
                </a:lnTo>
                <a:lnTo>
                  <a:pt x="881100" y="385620"/>
                </a:lnTo>
                <a:lnTo>
                  <a:pt x="875474" y="391168"/>
                </a:lnTo>
                <a:lnTo>
                  <a:pt x="874578" y="391706"/>
                </a:lnTo>
                <a:lnTo>
                  <a:pt x="873880" y="391910"/>
                </a:lnTo>
                <a:lnTo>
                  <a:pt x="872225" y="390854"/>
                </a:lnTo>
                <a:lnTo>
                  <a:pt x="871047" y="390599"/>
                </a:lnTo>
                <a:lnTo>
                  <a:pt x="870518" y="390829"/>
                </a:lnTo>
                <a:lnTo>
                  <a:pt x="869704" y="391995"/>
                </a:lnTo>
                <a:lnTo>
                  <a:pt x="868564" y="392678"/>
                </a:lnTo>
                <a:lnTo>
                  <a:pt x="865301" y="392523"/>
                </a:lnTo>
                <a:lnTo>
                  <a:pt x="862452" y="393174"/>
                </a:lnTo>
                <a:lnTo>
                  <a:pt x="860937" y="392122"/>
                </a:lnTo>
                <a:lnTo>
                  <a:pt x="858311" y="389149"/>
                </a:lnTo>
                <a:lnTo>
                  <a:pt x="856790" y="388429"/>
                </a:lnTo>
                <a:lnTo>
                  <a:pt x="853591" y="388244"/>
                </a:lnTo>
                <a:lnTo>
                  <a:pt x="851222" y="390223"/>
                </a:lnTo>
                <a:lnTo>
                  <a:pt x="850391" y="390087"/>
                </a:lnTo>
                <a:lnTo>
                  <a:pt x="849065" y="389138"/>
                </a:lnTo>
                <a:lnTo>
                  <a:pt x="847683" y="388971"/>
                </a:lnTo>
                <a:lnTo>
                  <a:pt x="846429" y="391454"/>
                </a:lnTo>
                <a:lnTo>
                  <a:pt x="845737" y="392338"/>
                </a:lnTo>
                <a:lnTo>
                  <a:pt x="845098" y="392589"/>
                </a:lnTo>
                <a:lnTo>
                  <a:pt x="840429" y="390574"/>
                </a:lnTo>
                <a:lnTo>
                  <a:pt x="838187" y="388825"/>
                </a:lnTo>
                <a:lnTo>
                  <a:pt x="834173" y="388783"/>
                </a:lnTo>
                <a:lnTo>
                  <a:pt x="833130" y="388308"/>
                </a:lnTo>
                <a:lnTo>
                  <a:pt x="831974" y="386948"/>
                </a:lnTo>
                <a:lnTo>
                  <a:pt x="830397" y="386269"/>
                </a:lnTo>
                <a:lnTo>
                  <a:pt x="824373" y="385428"/>
                </a:lnTo>
                <a:lnTo>
                  <a:pt x="821735" y="385934"/>
                </a:lnTo>
                <a:lnTo>
                  <a:pt x="819481" y="387145"/>
                </a:lnTo>
                <a:lnTo>
                  <a:pt x="816346" y="386966"/>
                </a:lnTo>
                <a:lnTo>
                  <a:pt x="813989" y="386278"/>
                </a:lnTo>
                <a:lnTo>
                  <a:pt x="812038" y="386347"/>
                </a:lnTo>
                <a:lnTo>
                  <a:pt x="811276" y="386935"/>
                </a:lnTo>
                <a:lnTo>
                  <a:pt x="809456" y="389381"/>
                </a:lnTo>
                <a:lnTo>
                  <a:pt x="807685" y="390552"/>
                </a:lnTo>
                <a:lnTo>
                  <a:pt x="806410" y="391010"/>
                </a:lnTo>
                <a:lnTo>
                  <a:pt x="804584" y="390967"/>
                </a:lnTo>
                <a:lnTo>
                  <a:pt x="802190" y="389143"/>
                </a:lnTo>
                <a:lnTo>
                  <a:pt x="801139" y="388858"/>
                </a:lnTo>
                <a:lnTo>
                  <a:pt x="799665" y="389121"/>
                </a:lnTo>
                <a:lnTo>
                  <a:pt x="797792" y="390463"/>
                </a:lnTo>
                <a:lnTo>
                  <a:pt x="797180" y="390598"/>
                </a:lnTo>
                <a:lnTo>
                  <a:pt x="794550" y="390154"/>
                </a:lnTo>
                <a:lnTo>
                  <a:pt x="793150" y="390225"/>
                </a:lnTo>
                <a:lnTo>
                  <a:pt x="788330" y="392031"/>
                </a:lnTo>
                <a:lnTo>
                  <a:pt x="785607" y="394741"/>
                </a:lnTo>
                <a:lnTo>
                  <a:pt x="784285" y="395169"/>
                </a:lnTo>
                <a:lnTo>
                  <a:pt x="781847" y="394951"/>
                </a:lnTo>
                <a:lnTo>
                  <a:pt x="778333" y="396265"/>
                </a:lnTo>
                <a:lnTo>
                  <a:pt x="776651" y="395445"/>
                </a:lnTo>
                <a:lnTo>
                  <a:pt x="775099" y="393618"/>
                </a:lnTo>
                <a:lnTo>
                  <a:pt x="774123" y="393261"/>
                </a:lnTo>
                <a:lnTo>
                  <a:pt x="771952" y="393108"/>
                </a:lnTo>
                <a:lnTo>
                  <a:pt x="768791" y="391671"/>
                </a:lnTo>
                <a:lnTo>
                  <a:pt x="767467" y="391683"/>
                </a:lnTo>
                <a:lnTo>
                  <a:pt x="765584" y="392342"/>
                </a:lnTo>
                <a:lnTo>
                  <a:pt x="762384" y="391475"/>
                </a:lnTo>
                <a:lnTo>
                  <a:pt x="759719" y="391735"/>
                </a:lnTo>
                <a:lnTo>
                  <a:pt x="757167" y="391587"/>
                </a:lnTo>
                <a:lnTo>
                  <a:pt x="756422" y="391157"/>
                </a:lnTo>
                <a:lnTo>
                  <a:pt x="752811" y="387602"/>
                </a:lnTo>
                <a:lnTo>
                  <a:pt x="751355" y="385025"/>
                </a:lnTo>
                <a:lnTo>
                  <a:pt x="750303" y="384236"/>
                </a:lnTo>
                <a:lnTo>
                  <a:pt x="748634" y="384201"/>
                </a:lnTo>
                <a:lnTo>
                  <a:pt x="747241" y="385197"/>
                </a:lnTo>
                <a:lnTo>
                  <a:pt x="746032" y="385606"/>
                </a:lnTo>
                <a:lnTo>
                  <a:pt x="744484" y="385100"/>
                </a:lnTo>
                <a:lnTo>
                  <a:pt x="739654" y="382670"/>
                </a:lnTo>
                <a:lnTo>
                  <a:pt x="737666" y="382455"/>
                </a:lnTo>
                <a:lnTo>
                  <a:pt x="735468" y="382694"/>
                </a:lnTo>
                <a:lnTo>
                  <a:pt x="733130" y="383992"/>
                </a:lnTo>
                <a:lnTo>
                  <a:pt x="729795" y="386393"/>
                </a:lnTo>
                <a:lnTo>
                  <a:pt x="728586" y="386934"/>
                </a:lnTo>
                <a:lnTo>
                  <a:pt x="725939" y="386853"/>
                </a:lnTo>
                <a:lnTo>
                  <a:pt x="724547" y="387158"/>
                </a:lnTo>
                <a:lnTo>
                  <a:pt x="724068" y="387880"/>
                </a:lnTo>
                <a:lnTo>
                  <a:pt x="724319" y="390691"/>
                </a:lnTo>
                <a:lnTo>
                  <a:pt x="723909" y="391443"/>
                </a:lnTo>
                <a:lnTo>
                  <a:pt x="723352" y="391790"/>
                </a:lnTo>
                <a:lnTo>
                  <a:pt x="720128" y="391279"/>
                </a:lnTo>
                <a:lnTo>
                  <a:pt x="718835" y="391580"/>
                </a:lnTo>
                <a:lnTo>
                  <a:pt x="716583" y="395082"/>
                </a:lnTo>
                <a:lnTo>
                  <a:pt x="715006" y="396374"/>
                </a:lnTo>
                <a:lnTo>
                  <a:pt x="713899" y="396580"/>
                </a:lnTo>
                <a:lnTo>
                  <a:pt x="711032" y="396375"/>
                </a:lnTo>
                <a:lnTo>
                  <a:pt x="709044" y="396531"/>
                </a:lnTo>
                <a:lnTo>
                  <a:pt x="706739" y="397309"/>
                </a:lnTo>
                <a:lnTo>
                  <a:pt x="705614" y="398341"/>
                </a:lnTo>
                <a:lnTo>
                  <a:pt x="705090" y="400282"/>
                </a:lnTo>
                <a:lnTo>
                  <a:pt x="703877" y="403008"/>
                </a:lnTo>
                <a:lnTo>
                  <a:pt x="701869" y="404536"/>
                </a:lnTo>
                <a:lnTo>
                  <a:pt x="702117" y="403473"/>
                </a:lnTo>
                <a:lnTo>
                  <a:pt x="700805" y="399677"/>
                </a:lnTo>
                <a:lnTo>
                  <a:pt x="700734" y="397353"/>
                </a:lnTo>
                <a:lnTo>
                  <a:pt x="700056" y="395743"/>
                </a:lnTo>
                <a:lnTo>
                  <a:pt x="700765" y="393909"/>
                </a:lnTo>
                <a:lnTo>
                  <a:pt x="701532" y="393224"/>
                </a:lnTo>
                <a:lnTo>
                  <a:pt x="701080" y="391816"/>
                </a:lnTo>
                <a:lnTo>
                  <a:pt x="696411" y="390790"/>
                </a:lnTo>
                <a:lnTo>
                  <a:pt x="694650" y="389779"/>
                </a:lnTo>
                <a:lnTo>
                  <a:pt x="694147" y="388627"/>
                </a:lnTo>
                <a:lnTo>
                  <a:pt x="695409" y="386049"/>
                </a:lnTo>
                <a:lnTo>
                  <a:pt x="694438" y="384616"/>
                </a:lnTo>
                <a:lnTo>
                  <a:pt x="693004" y="383222"/>
                </a:lnTo>
                <a:lnTo>
                  <a:pt x="690763" y="382330"/>
                </a:lnTo>
                <a:lnTo>
                  <a:pt x="690503" y="381863"/>
                </a:lnTo>
                <a:lnTo>
                  <a:pt x="692613" y="379496"/>
                </a:lnTo>
                <a:lnTo>
                  <a:pt x="693019" y="378101"/>
                </a:lnTo>
                <a:lnTo>
                  <a:pt x="692844" y="377355"/>
                </a:lnTo>
                <a:lnTo>
                  <a:pt x="690890" y="374684"/>
                </a:lnTo>
                <a:lnTo>
                  <a:pt x="691971" y="371960"/>
                </a:lnTo>
                <a:lnTo>
                  <a:pt x="691955" y="370774"/>
                </a:lnTo>
                <a:lnTo>
                  <a:pt x="692275" y="370137"/>
                </a:lnTo>
                <a:lnTo>
                  <a:pt x="690796" y="369065"/>
                </a:lnTo>
                <a:lnTo>
                  <a:pt x="689887" y="367891"/>
                </a:lnTo>
                <a:lnTo>
                  <a:pt x="689536" y="366391"/>
                </a:lnTo>
                <a:lnTo>
                  <a:pt x="689097" y="365764"/>
                </a:lnTo>
                <a:lnTo>
                  <a:pt x="688648" y="362857"/>
                </a:lnTo>
                <a:lnTo>
                  <a:pt x="689032" y="360986"/>
                </a:lnTo>
                <a:lnTo>
                  <a:pt x="691793" y="359397"/>
                </a:lnTo>
                <a:lnTo>
                  <a:pt x="692098" y="358636"/>
                </a:lnTo>
                <a:lnTo>
                  <a:pt x="690937" y="354385"/>
                </a:lnTo>
                <a:lnTo>
                  <a:pt x="691026" y="351533"/>
                </a:lnTo>
                <a:lnTo>
                  <a:pt x="691589" y="349511"/>
                </a:lnTo>
                <a:lnTo>
                  <a:pt x="691197" y="346915"/>
                </a:lnTo>
                <a:lnTo>
                  <a:pt x="691270" y="344648"/>
                </a:lnTo>
                <a:lnTo>
                  <a:pt x="690856" y="342894"/>
                </a:lnTo>
                <a:lnTo>
                  <a:pt x="688736" y="340274"/>
                </a:lnTo>
                <a:lnTo>
                  <a:pt x="687838" y="339661"/>
                </a:lnTo>
                <a:lnTo>
                  <a:pt x="687247" y="338685"/>
                </a:lnTo>
                <a:lnTo>
                  <a:pt x="686950" y="337370"/>
                </a:lnTo>
                <a:lnTo>
                  <a:pt x="687150" y="334051"/>
                </a:lnTo>
                <a:lnTo>
                  <a:pt x="686119" y="331368"/>
                </a:lnTo>
                <a:lnTo>
                  <a:pt x="686128" y="330085"/>
                </a:lnTo>
                <a:lnTo>
                  <a:pt x="687238" y="327104"/>
                </a:lnTo>
                <a:lnTo>
                  <a:pt x="687157" y="324960"/>
                </a:lnTo>
                <a:lnTo>
                  <a:pt x="687915" y="321066"/>
                </a:lnTo>
                <a:lnTo>
                  <a:pt x="687927" y="316513"/>
                </a:lnTo>
                <a:lnTo>
                  <a:pt x="689300" y="314778"/>
                </a:lnTo>
                <a:lnTo>
                  <a:pt x="692807" y="314735"/>
                </a:lnTo>
                <a:lnTo>
                  <a:pt x="693422" y="314309"/>
                </a:lnTo>
                <a:lnTo>
                  <a:pt x="695218" y="310956"/>
                </a:lnTo>
                <a:lnTo>
                  <a:pt x="697884" y="307518"/>
                </a:lnTo>
                <a:lnTo>
                  <a:pt x="698238" y="307324"/>
                </a:lnTo>
                <a:lnTo>
                  <a:pt x="699718" y="307711"/>
                </a:lnTo>
                <a:lnTo>
                  <a:pt x="700729" y="307402"/>
                </a:lnTo>
                <a:lnTo>
                  <a:pt x="701397" y="305965"/>
                </a:lnTo>
                <a:lnTo>
                  <a:pt x="701543" y="304613"/>
                </a:lnTo>
                <a:lnTo>
                  <a:pt x="701244" y="301935"/>
                </a:lnTo>
                <a:lnTo>
                  <a:pt x="701774" y="300846"/>
                </a:lnTo>
                <a:lnTo>
                  <a:pt x="703722" y="298409"/>
                </a:lnTo>
                <a:lnTo>
                  <a:pt x="704949" y="295105"/>
                </a:lnTo>
                <a:lnTo>
                  <a:pt x="707884" y="293179"/>
                </a:lnTo>
                <a:lnTo>
                  <a:pt x="709017" y="291960"/>
                </a:lnTo>
                <a:lnTo>
                  <a:pt x="711016" y="287908"/>
                </a:lnTo>
                <a:lnTo>
                  <a:pt x="711502" y="285932"/>
                </a:lnTo>
                <a:lnTo>
                  <a:pt x="712238" y="285432"/>
                </a:lnTo>
                <a:lnTo>
                  <a:pt x="713767" y="285038"/>
                </a:lnTo>
                <a:lnTo>
                  <a:pt x="716760" y="282883"/>
                </a:lnTo>
                <a:lnTo>
                  <a:pt x="717102" y="280496"/>
                </a:lnTo>
                <a:lnTo>
                  <a:pt x="719180" y="277825"/>
                </a:lnTo>
                <a:lnTo>
                  <a:pt x="719524" y="274856"/>
                </a:lnTo>
                <a:lnTo>
                  <a:pt x="720889" y="272041"/>
                </a:lnTo>
                <a:lnTo>
                  <a:pt x="720634" y="267756"/>
                </a:lnTo>
                <a:lnTo>
                  <a:pt x="721298" y="265824"/>
                </a:lnTo>
                <a:lnTo>
                  <a:pt x="721865" y="264701"/>
                </a:lnTo>
                <a:lnTo>
                  <a:pt x="722561" y="264005"/>
                </a:lnTo>
                <a:lnTo>
                  <a:pt x="724204" y="263213"/>
                </a:lnTo>
                <a:lnTo>
                  <a:pt x="725414" y="261876"/>
                </a:lnTo>
                <a:lnTo>
                  <a:pt x="727062" y="259374"/>
                </a:lnTo>
                <a:lnTo>
                  <a:pt x="727444" y="257853"/>
                </a:lnTo>
                <a:lnTo>
                  <a:pt x="728619" y="256181"/>
                </a:lnTo>
                <a:lnTo>
                  <a:pt x="728444" y="255328"/>
                </a:lnTo>
                <a:lnTo>
                  <a:pt x="727618" y="254521"/>
                </a:lnTo>
                <a:lnTo>
                  <a:pt x="726686" y="254237"/>
                </a:lnTo>
                <a:lnTo>
                  <a:pt x="725204" y="254905"/>
                </a:lnTo>
                <a:lnTo>
                  <a:pt x="724705" y="254587"/>
                </a:lnTo>
                <a:lnTo>
                  <a:pt x="724240" y="253577"/>
                </a:lnTo>
                <a:lnTo>
                  <a:pt x="722607" y="252567"/>
                </a:lnTo>
                <a:lnTo>
                  <a:pt x="721211" y="251180"/>
                </a:lnTo>
                <a:lnTo>
                  <a:pt x="721154" y="250348"/>
                </a:lnTo>
                <a:lnTo>
                  <a:pt x="723392" y="249023"/>
                </a:lnTo>
                <a:lnTo>
                  <a:pt x="724225" y="248057"/>
                </a:lnTo>
                <a:lnTo>
                  <a:pt x="724687" y="246321"/>
                </a:lnTo>
                <a:lnTo>
                  <a:pt x="724244" y="245600"/>
                </a:lnTo>
                <a:lnTo>
                  <a:pt x="722152" y="244897"/>
                </a:lnTo>
                <a:lnTo>
                  <a:pt x="720606" y="242256"/>
                </a:lnTo>
                <a:lnTo>
                  <a:pt x="721002" y="241422"/>
                </a:lnTo>
                <a:lnTo>
                  <a:pt x="722992" y="239983"/>
                </a:lnTo>
                <a:lnTo>
                  <a:pt x="723519" y="238928"/>
                </a:lnTo>
                <a:lnTo>
                  <a:pt x="723494" y="237905"/>
                </a:lnTo>
                <a:lnTo>
                  <a:pt x="722719" y="235370"/>
                </a:lnTo>
                <a:lnTo>
                  <a:pt x="722083" y="234595"/>
                </a:lnTo>
                <a:lnTo>
                  <a:pt x="719996" y="233030"/>
                </a:lnTo>
                <a:lnTo>
                  <a:pt x="719789" y="232235"/>
                </a:lnTo>
                <a:lnTo>
                  <a:pt x="721973" y="228855"/>
                </a:lnTo>
                <a:lnTo>
                  <a:pt x="722326" y="227714"/>
                </a:lnTo>
                <a:lnTo>
                  <a:pt x="722383" y="225743"/>
                </a:lnTo>
                <a:lnTo>
                  <a:pt x="723852" y="223694"/>
                </a:lnTo>
                <a:lnTo>
                  <a:pt x="723865" y="222631"/>
                </a:lnTo>
                <a:lnTo>
                  <a:pt x="723331" y="221635"/>
                </a:lnTo>
                <a:lnTo>
                  <a:pt x="718588" y="217838"/>
                </a:lnTo>
                <a:lnTo>
                  <a:pt x="717643" y="216924"/>
                </a:lnTo>
                <a:lnTo>
                  <a:pt x="717242" y="216111"/>
                </a:lnTo>
                <a:lnTo>
                  <a:pt x="716998" y="213971"/>
                </a:lnTo>
                <a:lnTo>
                  <a:pt x="716319" y="212053"/>
                </a:lnTo>
                <a:lnTo>
                  <a:pt x="718236" y="210831"/>
                </a:lnTo>
                <a:lnTo>
                  <a:pt x="718698" y="210221"/>
                </a:lnTo>
                <a:lnTo>
                  <a:pt x="718771" y="206310"/>
                </a:lnTo>
                <a:lnTo>
                  <a:pt x="718070" y="205348"/>
                </a:lnTo>
                <a:lnTo>
                  <a:pt x="717201" y="204887"/>
                </a:lnTo>
                <a:lnTo>
                  <a:pt x="714183" y="204681"/>
                </a:lnTo>
                <a:lnTo>
                  <a:pt x="713466" y="203626"/>
                </a:lnTo>
                <a:lnTo>
                  <a:pt x="713216" y="202462"/>
                </a:lnTo>
                <a:lnTo>
                  <a:pt x="714514" y="199576"/>
                </a:lnTo>
                <a:lnTo>
                  <a:pt x="713839" y="196955"/>
                </a:lnTo>
                <a:lnTo>
                  <a:pt x="714513" y="194702"/>
                </a:lnTo>
                <a:lnTo>
                  <a:pt x="714170" y="193724"/>
                </a:lnTo>
                <a:lnTo>
                  <a:pt x="713233" y="193288"/>
                </a:lnTo>
                <a:lnTo>
                  <a:pt x="711531" y="194120"/>
                </a:lnTo>
                <a:lnTo>
                  <a:pt x="710468" y="195052"/>
                </a:lnTo>
                <a:lnTo>
                  <a:pt x="709731" y="196140"/>
                </a:lnTo>
                <a:lnTo>
                  <a:pt x="709273" y="197487"/>
                </a:lnTo>
                <a:lnTo>
                  <a:pt x="708291" y="198275"/>
                </a:lnTo>
                <a:lnTo>
                  <a:pt x="707170" y="198456"/>
                </a:lnTo>
                <a:lnTo>
                  <a:pt x="705831" y="197662"/>
                </a:lnTo>
                <a:lnTo>
                  <a:pt x="705761" y="196324"/>
                </a:lnTo>
                <a:lnTo>
                  <a:pt x="706625" y="194200"/>
                </a:lnTo>
                <a:lnTo>
                  <a:pt x="707492" y="193134"/>
                </a:lnTo>
                <a:lnTo>
                  <a:pt x="709623" y="191520"/>
                </a:lnTo>
                <a:lnTo>
                  <a:pt x="710020" y="190767"/>
                </a:lnTo>
                <a:lnTo>
                  <a:pt x="709794" y="189513"/>
                </a:lnTo>
                <a:lnTo>
                  <a:pt x="709290" y="188803"/>
                </a:lnTo>
                <a:lnTo>
                  <a:pt x="708140" y="188041"/>
                </a:lnTo>
                <a:lnTo>
                  <a:pt x="707199" y="187890"/>
                </a:lnTo>
                <a:lnTo>
                  <a:pt x="705255" y="188347"/>
                </a:lnTo>
                <a:lnTo>
                  <a:pt x="704285" y="187977"/>
                </a:lnTo>
                <a:lnTo>
                  <a:pt x="703933" y="187376"/>
                </a:lnTo>
                <a:lnTo>
                  <a:pt x="704001" y="183466"/>
                </a:lnTo>
                <a:lnTo>
                  <a:pt x="702562" y="179513"/>
                </a:lnTo>
                <a:lnTo>
                  <a:pt x="701680" y="177956"/>
                </a:lnTo>
                <a:lnTo>
                  <a:pt x="699847" y="175874"/>
                </a:lnTo>
                <a:lnTo>
                  <a:pt x="695435" y="173504"/>
                </a:lnTo>
                <a:lnTo>
                  <a:pt x="694609" y="172732"/>
                </a:lnTo>
                <a:lnTo>
                  <a:pt x="693966" y="169204"/>
                </a:lnTo>
                <a:lnTo>
                  <a:pt x="694334" y="168005"/>
                </a:lnTo>
                <a:lnTo>
                  <a:pt x="696042" y="165359"/>
                </a:lnTo>
                <a:lnTo>
                  <a:pt x="696297" y="164131"/>
                </a:lnTo>
                <a:lnTo>
                  <a:pt x="696068" y="162231"/>
                </a:lnTo>
                <a:lnTo>
                  <a:pt x="695092" y="161549"/>
                </a:lnTo>
                <a:lnTo>
                  <a:pt x="693404" y="161219"/>
                </a:lnTo>
                <a:lnTo>
                  <a:pt x="691619" y="162933"/>
                </a:lnTo>
                <a:lnTo>
                  <a:pt x="690752" y="163213"/>
                </a:lnTo>
                <a:lnTo>
                  <a:pt x="689846" y="162773"/>
                </a:lnTo>
                <a:lnTo>
                  <a:pt x="689580" y="161825"/>
                </a:lnTo>
                <a:lnTo>
                  <a:pt x="689880" y="160647"/>
                </a:lnTo>
                <a:lnTo>
                  <a:pt x="690784" y="159183"/>
                </a:lnTo>
                <a:lnTo>
                  <a:pt x="691312" y="157221"/>
                </a:lnTo>
                <a:lnTo>
                  <a:pt x="692031" y="156343"/>
                </a:lnTo>
                <a:lnTo>
                  <a:pt x="694975" y="156385"/>
                </a:lnTo>
                <a:lnTo>
                  <a:pt x="696388" y="156049"/>
                </a:lnTo>
                <a:lnTo>
                  <a:pt x="697212" y="155473"/>
                </a:lnTo>
                <a:lnTo>
                  <a:pt x="697653" y="154499"/>
                </a:lnTo>
                <a:lnTo>
                  <a:pt x="697397" y="153450"/>
                </a:lnTo>
                <a:lnTo>
                  <a:pt x="695720" y="151532"/>
                </a:lnTo>
                <a:lnTo>
                  <a:pt x="693804" y="148521"/>
                </a:lnTo>
                <a:lnTo>
                  <a:pt x="692561" y="145993"/>
                </a:lnTo>
                <a:lnTo>
                  <a:pt x="688683" y="142660"/>
                </a:lnTo>
                <a:lnTo>
                  <a:pt x="686074" y="142394"/>
                </a:lnTo>
                <a:lnTo>
                  <a:pt x="685398" y="141457"/>
                </a:lnTo>
                <a:lnTo>
                  <a:pt x="685278" y="139125"/>
                </a:lnTo>
                <a:lnTo>
                  <a:pt x="687196" y="137430"/>
                </a:lnTo>
                <a:lnTo>
                  <a:pt x="687731" y="136246"/>
                </a:lnTo>
                <a:lnTo>
                  <a:pt x="686083" y="132618"/>
                </a:lnTo>
                <a:lnTo>
                  <a:pt x="686366" y="131614"/>
                </a:lnTo>
                <a:lnTo>
                  <a:pt x="687208" y="130992"/>
                </a:lnTo>
                <a:lnTo>
                  <a:pt x="690740" y="131216"/>
                </a:lnTo>
                <a:lnTo>
                  <a:pt x="691775" y="130734"/>
                </a:lnTo>
                <a:lnTo>
                  <a:pt x="692641" y="129551"/>
                </a:lnTo>
                <a:lnTo>
                  <a:pt x="692859" y="127584"/>
                </a:lnTo>
                <a:lnTo>
                  <a:pt x="692266" y="126627"/>
                </a:lnTo>
                <a:lnTo>
                  <a:pt x="691509" y="126229"/>
                </a:lnTo>
                <a:lnTo>
                  <a:pt x="690288" y="126284"/>
                </a:lnTo>
                <a:lnTo>
                  <a:pt x="689295" y="126965"/>
                </a:lnTo>
                <a:lnTo>
                  <a:pt x="688405" y="128895"/>
                </a:lnTo>
                <a:lnTo>
                  <a:pt x="687675" y="129516"/>
                </a:lnTo>
                <a:lnTo>
                  <a:pt x="686525" y="129897"/>
                </a:lnTo>
                <a:lnTo>
                  <a:pt x="683942" y="129452"/>
                </a:lnTo>
                <a:lnTo>
                  <a:pt x="682726" y="126335"/>
                </a:lnTo>
                <a:lnTo>
                  <a:pt x="683430" y="125392"/>
                </a:lnTo>
                <a:lnTo>
                  <a:pt x="685070" y="124409"/>
                </a:lnTo>
                <a:lnTo>
                  <a:pt x="685716" y="123630"/>
                </a:lnTo>
                <a:lnTo>
                  <a:pt x="685223" y="122460"/>
                </a:lnTo>
                <a:lnTo>
                  <a:pt x="684255" y="121778"/>
                </a:lnTo>
                <a:lnTo>
                  <a:pt x="681303" y="123397"/>
                </a:lnTo>
                <a:lnTo>
                  <a:pt x="680088" y="122993"/>
                </a:lnTo>
                <a:lnTo>
                  <a:pt x="679552" y="121909"/>
                </a:lnTo>
                <a:lnTo>
                  <a:pt x="680689" y="118565"/>
                </a:lnTo>
                <a:lnTo>
                  <a:pt x="680525" y="117508"/>
                </a:lnTo>
                <a:lnTo>
                  <a:pt x="679993" y="116759"/>
                </a:lnTo>
                <a:lnTo>
                  <a:pt x="679116" y="116024"/>
                </a:lnTo>
                <a:lnTo>
                  <a:pt x="678276" y="115911"/>
                </a:lnTo>
                <a:lnTo>
                  <a:pt x="675892" y="117204"/>
                </a:lnTo>
                <a:lnTo>
                  <a:pt x="673845" y="116946"/>
                </a:lnTo>
                <a:lnTo>
                  <a:pt x="673043" y="115955"/>
                </a:lnTo>
                <a:lnTo>
                  <a:pt x="672732" y="114972"/>
                </a:lnTo>
                <a:lnTo>
                  <a:pt x="671149" y="112545"/>
                </a:lnTo>
                <a:lnTo>
                  <a:pt x="670103" y="109664"/>
                </a:lnTo>
                <a:lnTo>
                  <a:pt x="668960" y="107543"/>
                </a:lnTo>
                <a:lnTo>
                  <a:pt x="669387" y="105877"/>
                </a:lnTo>
                <a:lnTo>
                  <a:pt x="670413" y="104449"/>
                </a:lnTo>
                <a:lnTo>
                  <a:pt x="670510" y="103602"/>
                </a:lnTo>
                <a:lnTo>
                  <a:pt x="670180" y="102894"/>
                </a:lnTo>
                <a:lnTo>
                  <a:pt x="669122" y="102476"/>
                </a:lnTo>
                <a:lnTo>
                  <a:pt x="668369" y="102643"/>
                </a:lnTo>
                <a:lnTo>
                  <a:pt x="667607" y="103396"/>
                </a:lnTo>
                <a:lnTo>
                  <a:pt x="665832" y="103804"/>
                </a:lnTo>
                <a:lnTo>
                  <a:pt x="664993" y="103560"/>
                </a:lnTo>
                <a:lnTo>
                  <a:pt x="664440" y="102397"/>
                </a:lnTo>
                <a:lnTo>
                  <a:pt x="664434" y="101328"/>
                </a:lnTo>
                <a:lnTo>
                  <a:pt x="664980" y="100353"/>
                </a:lnTo>
                <a:lnTo>
                  <a:pt x="666411" y="99919"/>
                </a:lnTo>
                <a:lnTo>
                  <a:pt x="667332" y="98800"/>
                </a:lnTo>
                <a:lnTo>
                  <a:pt x="669298" y="97619"/>
                </a:lnTo>
                <a:lnTo>
                  <a:pt x="669828" y="96362"/>
                </a:lnTo>
                <a:lnTo>
                  <a:pt x="666755" y="96739"/>
                </a:lnTo>
                <a:lnTo>
                  <a:pt x="665954" y="96118"/>
                </a:lnTo>
                <a:lnTo>
                  <a:pt x="665885" y="94929"/>
                </a:lnTo>
                <a:lnTo>
                  <a:pt x="665116" y="94334"/>
                </a:lnTo>
                <a:lnTo>
                  <a:pt x="662865" y="94503"/>
                </a:lnTo>
                <a:lnTo>
                  <a:pt x="661750" y="93914"/>
                </a:lnTo>
                <a:lnTo>
                  <a:pt x="659517" y="90320"/>
                </a:lnTo>
                <a:lnTo>
                  <a:pt x="660369" y="89078"/>
                </a:lnTo>
                <a:lnTo>
                  <a:pt x="661400" y="85559"/>
                </a:lnTo>
                <a:lnTo>
                  <a:pt x="660810" y="84849"/>
                </a:lnTo>
                <a:lnTo>
                  <a:pt x="659633" y="84511"/>
                </a:lnTo>
                <a:lnTo>
                  <a:pt x="657407" y="85065"/>
                </a:lnTo>
                <a:lnTo>
                  <a:pt x="656585" y="85673"/>
                </a:lnTo>
                <a:lnTo>
                  <a:pt x="655613" y="84766"/>
                </a:lnTo>
                <a:lnTo>
                  <a:pt x="654905" y="82536"/>
                </a:lnTo>
                <a:lnTo>
                  <a:pt x="652154" y="80210"/>
                </a:lnTo>
                <a:lnTo>
                  <a:pt x="651743" y="79309"/>
                </a:lnTo>
                <a:lnTo>
                  <a:pt x="652278" y="78248"/>
                </a:lnTo>
                <a:lnTo>
                  <a:pt x="654774" y="77226"/>
                </a:lnTo>
                <a:lnTo>
                  <a:pt x="655685" y="75747"/>
                </a:lnTo>
                <a:lnTo>
                  <a:pt x="655997" y="73020"/>
                </a:lnTo>
                <a:lnTo>
                  <a:pt x="655856" y="72088"/>
                </a:lnTo>
                <a:lnTo>
                  <a:pt x="655233" y="71240"/>
                </a:lnTo>
                <a:lnTo>
                  <a:pt x="654201" y="70805"/>
                </a:lnTo>
                <a:lnTo>
                  <a:pt x="651675" y="72451"/>
                </a:lnTo>
                <a:lnTo>
                  <a:pt x="650142" y="72414"/>
                </a:lnTo>
                <a:lnTo>
                  <a:pt x="649242" y="71775"/>
                </a:lnTo>
                <a:lnTo>
                  <a:pt x="648601" y="70571"/>
                </a:lnTo>
                <a:lnTo>
                  <a:pt x="648641" y="69876"/>
                </a:lnTo>
                <a:lnTo>
                  <a:pt x="649291" y="69254"/>
                </a:lnTo>
                <a:lnTo>
                  <a:pt x="649236" y="68257"/>
                </a:lnTo>
                <a:lnTo>
                  <a:pt x="648283" y="67708"/>
                </a:lnTo>
                <a:lnTo>
                  <a:pt x="647908" y="66841"/>
                </a:lnTo>
                <a:lnTo>
                  <a:pt x="648151" y="66019"/>
                </a:lnTo>
                <a:lnTo>
                  <a:pt x="648823" y="65421"/>
                </a:lnTo>
                <a:lnTo>
                  <a:pt x="648758" y="64556"/>
                </a:lnTo>
                <a:lnTo>
                  <a:pt x="647064" y="62365"/>
                </a:lnTo>
                <a:lnTo>
                  <a:pt x="646200" y="62534"/>
                </a:lnTo>
                <a:lnTo>
                  <a:pt x="645476" y="62186"/>
                </a:lnTo>
                <a:lnTo>
                  <a:pt x="645343" y="61323"/>
                </a:lnTo>
                <a:lnTo>
                  <a:pt x="646278" y="59440"/>
                </a:lnTo>
                <a:lnTo>
                  <a:pt x="645715" y="58265"/>
                </a:lnTo>
                <a:lnTo>
                  <a:pt x="642170" y="57211"/>
                </a:lnTo>
                <a:lnTo>
                  <a:pt x="641159" y="55760"/>
                </a:lnTo>
                <a:lnTo>
                  <a:pt x="640241" y="55305"/>
                </a:lnTo>
                <a:lnTo>
                  <a:pt x="639744" y="54424"/>
                </a:lnTo>
                <a:lnTo>
                  <a:pt x="640854" y="52136"/>
                </a:lnTo>
                <a:lnTo>
                  <a:pt x="640983" y="49980"/>
                </a:lnTo>
                <a:lnTo>
                  <a:pt x="640527" y="49149"/>
                </a:lnTo>
                <a:lnTo>
                  <a:pt x="637852" y="47976"/>
                </a:lnTo>
                <a:lnTo>
                  <a:pt x="635696" y="47400"/>
                </a:lnTo>
                <a:lnTo>
                  <a:pt x="634335" y="44589"/>
                </a:lnTo>
                <a:lnTo>
                  <a:pt x="630739" y="44005"/>
                </a:lnTo>
                <a:lnTo>
                  <a:pt x="630276" y="42429"/>
                </a:lnTo>
                <a:lnTo>
                  <a:pt x="629635" y="41290"/>
                </a:lnTo>
                <a:lnTo>
                  <a:pt x="628735" y="40437"/>
                </a:lnTo>
                <a:lnTo>
                  <a:pt x="625042" y="39357"/>
                </a:lnTo>
                <a:lnTo>
                  <a:pt x="623174" y="37305"/>
                </a:lnTo>
                <a:lnTo>
                  <a:pt x="623470" y="35476"/>
                </a:lnTo>
                <a:lnTo>
                  <a:pt x="623162" y="34309"/>
                </a:lnTo>
                <a:lnTo>
                  <a:pt x="622765" y="33857"/>
                </a:lnTo>
                <a:lnTo>
                  <a:pt x="621265" y="33695"/>
                </a:lnTo>
                <a:lnTo>
                  <a:pt x="620715" y="33154"/>
                </a:lnTo>
                <a:lnTo>
                  <a:pt x="620305" y="31395"/>
                </a:lnTo>
                <a:lnTo>
                  <a:pt x="619510" y="29743"/>
                </a:lnTo>
                <a:lnTo>
                  <a:pt x="618288" y="28705"/>
                </a:lnTo>
                <a:lnTo>
                  <a:pt x="617453" y="28647"/>
                </a:lnTo>
                <a:lnTo>
                  <a:pt x="616429" y="27751"/>
                </a:lnTo>
                <a:lnTo>
                  <a:pt x="613681" y="26949"/>
                </a:lnTo>
                <a:lnTo>
                  <a:pt x="611782" y="28172"/>
                </a:lnTo>
                <a:lnTo>
                  <a:pt x="610903" y="27565"/>
                </a:lnTo>
                <a:lnTo>
                  <a:pt x="610279" y="25910"/>
                </a:lnTo>
                <a:lnTo>
                  <a:pt x="608461" y="23795"/>
                </a:lnTo>
                <a:lnTo>
                  <a:pt x="607416" y="23940"/>
                </a:lnTo>
                <a:lnTo>
                  <a:pt x="606934" y="25261"/>
                </a:lnTo>
                <a:lnTo>
                  <a:pt x="606093" y="26531"/>
                </a:lnTo>
                <a:lnTo>
                  <a:pt x="604759" y="26828"/>
                </a:lnTo>
                <a:lnTo>
                  <a:pt x="600919" y="22571"/>
                </a:lnTo>
                <a:lnTo>
                  <a:pt x="600500" y="21587"/>
                </a:lnTo>
                <a:lnTo>
                  <a:pt x="599113" y="20850"/>
                </a:lnTo>
                <a:lnTo>
                  <a:pt x="595696" y="21196"/>
                </a:lnTo>
                <a:lnTo>
                  <a:pt x="594126" y="22008"/>
                </a:lnTo>
                <a:lnTo>
                  <a:pt x="593039" y="21124"/>
                </a:lnTo>
                <a:lnTo>
                  <a:pt x="591891" y="17798"/>
                </a:lnTo>
                <a:lnTo>
                  <a:pt x="590143" y="17286"/>
                </a:lnTo>
                <a:lnTo>
                  <a:pt x="588098" y="15936"/>
                </a:lnTo>
                <a:lnTo>
                  <a:pt x="587849" y="14607"/>
                </a:lnTo>
                <a:lnTo>
                  <a:pt x="588388" y="13667"/>
                </a:lnTo>
                <a:lnTo>
                  <a:pt x="588436" y="12266"/>
                </a:lnTo>
                <a:lnTo>
                  <a:pt x="587670" y="11756"/>
                </a:lnTo>
                <a:lnTo>
                  <a:pt x="585243" y="11987"/>
                </a:lnTo>
                <a:lnTo>
                  <a:pt x="584338" y="11571"/>
                </a:lnTo>
                <a:lnTo>
                  <a:pt x="583981" y="8833"/>
                </a:lnTo>
                <a:lnTo>
                  <a:pt x="579256" y="8091"/>
                </a:lnTo>
                <a:lnTo>
                  <a:pt x="577637" y="4089"/>
                </a:lnTo>
                <a:lnTo>
                  <a:pt x="573794" y="1567"/>
                </a:lnTo>
                <a:lnTo>
                  <a:pt x="572187" y="0"/>
                </a:lnTo>
                <a:lnTo>
                  <a:pt x="574983" y="90593"/>
                </a:lnTo>
                <a:lnTo>
                  <a:pt x="577607" y="176606"/>
                </a:lnTo>
                <a:lnTo>
                  <a:pt x="580251" y="262224"/>
                </a:lnTo>
                <a:lnTo>
                  <a:pt x="582860" y="348864"/>
                </a:lnTo>
                <a:lnTo>
                  <a:pt x="585745" y="433618"/>
                </a:lnTo>
                <a:lnTo>
                  <a:pt x="588620" y="525212"/>
                </a:lnTo>
                <a:lnTo>
                  <a:pt x="591546" y="613040"/>
                </a:lnTo>
                <a:lnTo>
                  <a:pt x="594087" y="697590"/>
                </a:lnTo>
                <a:lnTo>
                  <a:pt x="592402" y="697219"/>
                </a:lnTo>
                <a:lnTo>
                  <a:pt x="589566" y="697359"/>
                </a:lnTo>
                <a:lnTo>
                  <a:pt x="585458" y="699533"/>
                </a:lnTo>
                <a:lnTo>
                  <a:pt x="583163" y="700063"/>
                </a:lnTo>
                <a:lnTo>
                  <a:pt x="579930" y="701402"/>
                </a:lnTo>
                <a:lnTo>
                  <a:pt x="578228" y="701389"/>
                </a:lnTo>
                <a:lnTo>
                  <a:pt x="576762" y="700783"/>
                </a:lnTo>
                <a:lnTo>
                  <a:pt x="575633" y="700669"/>
                </a:lnTo>
                <a:lnTo>
                  <a:pt x="573633" y="701098"/>
                </a:lnTo>
                <a:lnTo>
                  <a:pt x="573103" y="701456"/>
                </a:lnTo>
                <a:lnTo>
                  <a:pt x="571583" y="703839"/>
                </a:lnTo>
                <a:lnTo>
                  <a:pt x="569757" y="703934"/>
                </a:lnTo>
                <a:lnTo>
                  <a:pt x="568789" y="704479"/>
                </a:lnTo>
                <a:lnTo>
                  <a:pt x="567579" y="706684"/>
                </a:lnTo>
                <a:lnTo>
                  <a:pt x="567810" y="708504"/>
                </a:lnTo>
                <a:lnTo>
                  <a:pt x="566801" y="709831"/>
                </a:lnTo>
                <a:lnTo>
                  <a:pt x="565206" y="712812"/>
                </a:lnTo>
                <a:lnTo>
                  <a:pt x="563327" y="713947"/>
                </a:lnTo>
                <a:lnTo>
                  <a:pt x="561018" y="713725"/>
                </a:lnTo>
                <a:lnTo>
                  <a:pt x="559220" y="712797"/>
                </a:lnTo>
                <a:lnTo>
                  <a:pt x="557609" y="712809"/>
                </a:lnTo>
                <a:lnTo>
                  <a:pt x="555966" y="711314"/>
                </a:lnTo>
                <a:lnTo>
                  <a:pt x="554281" y="710536"/>
                </a:lnTo>
                <a:lnTo>
                  <a:pt x="550629" y="710072"/>
                </a:lnTo>
                <a:lnTo>
                  <a:pt x="549200" y="710535"/>
                </a:lnTo>
                <a:lnTo>
                  <a:pt x="547322" y="712075"/>
                </a:lnTo>
                <a:lnTo>
                  <a:pt x="546044" y="714246"/>
                </a:lnTo>
                <a:lnTo>
                  <a:pt x="543803" y="716381"/>
                </a:lnTo>
                <a:lnTo>
                  <a:pt x="539893" y="717340"/>
                </a:lnTo>
                <a:lnTo>
                  <a:pt x="539525" y="718776"/>
                </a:lnTo>
                <a:lnTo>
                  <a:pt x="539115" y="719119"/>
                </a:lnTo>
                <a:lnTo>
                  <a:pt x="538458" y="719067"/>
                </a:lnTo>
                <a:lnTo>
                  <a:pt x="537536" y="718031"/>
                </a:lnTo>
                <a:lnTo>
                  <a:pt x="535076" y="717158"/>
                </a:lnTo>
                <a:lnTo>
                  <a:pt x="533040" y="715789"/>
                </a:lnTo>
                <a:lnTo>
                  <a:pt x="531725" y="715530"/>
                </a:lnTo>
                <a:lnTo>
                  <a:pt x="530027" y="715938"/>
                </a:lnTo>
                <a:lnTo>
                  <a:pt x="528622" y="717064"/>
                </a:lnTo>
                <a:lnTo>
                  <a:pt x="527008" y="717599"/>
                </a:lnTo>
                <a:lnTo>
                  <a:pt x="525162" y="719265"/>
                </a:lnTo>
                <a:lnTo>
                  <a:pt x="524080" y="719288"/>
                </a:lnTo>
                <a:lnTo>
                  <a:pt x="523029" y="718757"/>
                </a:lnTo>
                <a:lnTo>
                  <a:pt x="521852" y="719073"/>
                </a:lnTo>
                <a:lnTo>
                  <a:pt x="518644" y="722293"/>
                </a:lnTo>
                <a:lnTo>
                  <a:pt x="518577" y="723028"/>
                </a:lnTo>
                <a:lnTo>
                  <a:pt x="518997" y="724198"/>
                </a:lnTo>
                <a:lnTo>
                  <a:pt x="518379" y="728106"/>
                </a:lnTo>
                <a:lnTo>
                  <a:pt x="517269" y="730578"/>
                </a:lnTo>
                <a:lnTo>
                  <a:pt x="515070" y="731307"/>
                </a:lnTo>
                <a:lnTo>
                  <a:pt x="512427" y="732785"/>
                </a:lnTo>
                <a:lnTo>
                  <a:pt x="511960" y="733414"/>
                </a:lnTo>
                <a:lnTo>
                  <a:pt x="511482" y="734791"/>
                </a:lnTo>
                <a:lnTo>
                  <a:pt x="511850" y="738823"/>
                </a:lnTo>
                <a:lnTo>
                  <a:pt x="510992" y="740229"/>
                </a:lnTo>
                <a:lnTo>
                  <a:pt x="510780" y="741359"/>
                </a:lnTo>
                <a:lnTo>
                  <a:pt x="510844" y="744701"/>
                </a:lnTo>
                <a:lnTo>
                  <a:pt x="510438" y="746226"/>
                </a:lnTo>
                <a:lnTo>
                  <a:pt x="510436" y="748466"/>
                </a:lnTo>
                <a:lnTo>
                  <a:pt x="508560" y="750054"/>
                </a:lnTo>
                <a:lnTo>
                  <a:pt x="506485" y="753661"/>
                </a:lnTo>
                <a:lnTo>
                  <a:pt x="502626" y="756104"/>
                </a:lnTo>
                <a:lnTo>
                  <a:pt x="500595" y="756585"/>
                </a:lnTo>
                <a:lnTo>
                  <a:pt x="498204" y="758622"/>
                </a:lnTo>
                <a:lnTo>
                  <a:pt x="496107" y="759903"/>
                </a:lnTo>
                <a:lnTo>
                  <a:pt x="493320" y="759420"/>
                </a:lnTo>
                <a:lnTo>
                  <a:pt x="492116" y="760177"/>
                </a:lnTo>
                <a:lnTo>
                  <a:pt x="491297" y="760167"/>
                </a:lnTo>
                <a:lnTo>
                  <a:pt x="487303" y="761405"/>
                </a:lnTo>
                <a:lnTo>
                  <a:pt x="484374" y="760196"/>
                </a:lnTo>
                <a:lnTo>
                  <a:pt x="483363" y="760136"/>
                </a:lnTo>
                <a:lnTo>
                  <a:pt x="481855" y="760538"/>
                </a:lnTo>
                <a:lnTo>
                  <a:pt x="479234" y="759578"/>
                </a:lnTo>
                <a:lnTo>
                  <a:pt x="478002" y="759777"/>
                </a:lnTo>
                <a:lnTo>
                  <a:pt x="473534" y="761865"/>
                </a:lnTo>
                <a:lnTo>
                  <a:pt x="471822" y="765170"/>
                </a:lnTo>
                <a:lnTo>
                  <a:pt x="471370" y="767893"/>
                </a:lnTo>
                <a:lnTo>
                  <a:pt x="470056" y="770700"/>
                </a:lnTo>
                <a:lnTo>
                  <a:pt x="469154" y="774016"/>
                </a:lnTo>
                <a:lnTo>
                  <a:pt x="469098" y="775453"/>
                </a:lnTo>
                <a:lnTo>
                  <a:pt x="469687" y="778211"/>
                </a:lnTo>
                <a:lnTo>
                  <a:pt x="470185" y="779260"/>
                </a:lnTo>
                <a:lnTo>
                  <a:pt x="471004" y="780015"/>
                </a:lnTo>
                <a:lnTo>
                  <a:pt x="471197" y="781376"/>
                </a:lnTo>
                <a:lnTo>
                  <a:pt x="472305" y="783868"/>
                </a:lnTo>
                <a:lnTo>
                  <a:pt x="474257" y="786404"/>
                </a:lnTo>
                <a:lnTo>
                  <a:pt x="474855" y="786595"/>
                </a:lnTo>
                <a:lnTo>
                  <a:pt x="476662" y="786427"/>
                </a:lnTo>
                <a:lnTo>
                  <a:pt x="478140" y="787314"/>
                </a:lnTo>
                <a:lnTo>
                  <a:pt x="479237" y="788936"/>
                </a:lnTo>
                <a:lnTo>
                  <a:pt x="479188" y="790606"/>
                </a:lnTo>
                <a:lnTo>
                  <a:pt x="478493" y="791975"/>
                </a:lnTo>
                <a:lnTo>
                  <a:pt x="477116" y="793512"/>
                </a:lnTo>
                <a:lnTo>
                  <a:pt x="472377" y="792297"/>
                </a:lnTo>
                <a:lnTo>
                  <a:pt x="470735" y="792485"/>
                </a:lnTo>
                <a:lnTo>
                  <a:pt x="469572" y="793562"/>
                </a:lnTo>
                <a:lnTo>
                  <a:pt x="468538" y="794111"/>
                </a:lnTo>
                <a:lnTo>
                  <a:pt x="467796" y="795273"/>
                </a:lnTo>
                <a:lnTo>
                  <a:pt x="467370" y="796590"/>
                </a:lnTo>
                <a:lnTo>
                  <a:pt x="462978" y="801259"/>
                </a:lnTo>
                <a:lnTo>
                  <a:pt x="458939" y="803334"/>
                </a:lnTo>
                <a:lnTo>
                  <a:pt x="457508" y="803617"/>
                </a:lnTo>
                <a:lnTo>
                  <a:pt x="456128" y="804363"/>
                </a:lnTo>
                <a:lnTo>
                  <a:pt x="454614" y="804670"/>
                </a:lnTo>
                <a:lnTo>
                  <a:pt x="452861" y="804273"/>
                </a:lnTo>
                <a:lnTo>
                  <a:pt x="451828" y="804882"/>
                </a:lnTo>
                <a:lnTo>
                  <a:pt x="451295" y="805554"/>
                </a:lnTo>
                <a:lnTo>
                  <a:pt x="450138" y="806038"/>
                </a:lnTo>
                <a:lnTo>
                  <a:pt x="446583" y="805475"/>
                </a:lnTo>
                <a:lnTo>
                  <a:pt x="444210" y="804504"/>
                </a:lnTo>
                <a:lnTo>
                  <a:pt x="442265" y="804169"/>
                </a:lnTo>
                <a:lnTo>
                  <a:pt x="441407" y="802806"/>
                </a:lnTo>
                <a:lnTo>
                  <a:pt x="439988" y="801839"/>
                </a:lnTo>
                <a:lnTo>
                  <a:pt x="439437" y="800970"/>
                </a:lnTo>
                <a:lnTo>
                  <a:pt x="436964" y="799295"/>
                </a:lnTo>
                <a:lnTo>
                  <a:pt x="434706" y="798862"/>
                </a:lnTo>
                <a:lnTo>
                  <a:pt x="432451" y="799445"/>
                </a:lnTo>
                <a:lnTo>
                  <a:pt x="431444" y="799107"/>
                </a:lnTo>
                <a:lnTo>
                  <a:pt x="430859" y="798140"/>
                </a:lnTo>
                <a:lnTo>
                  <a:pt x="430419" y="795499"/>
                </a:lnTo>
                <a:lnTo>
                  <a:pt x="429194" y="793228"/>
                </a:lnTo>
                <a:lnTo>
                  <a:pt x="429043" y="792129"/>
                </a:lnTo>
                <a:lnTo>
                  <a:pt x="428421" y="791198"/>
                </a:lnTo>
                <a:lnTo>
                  <a:pt x="427526" y="790814"/>
                </a:lnTo>
                <a:lnTo>
                  <a:pt x="426560" y="789464"/>
                </a:lnTo>
                <a:lnTo>
                  <a:pt x="424803" y="788168"/>
                </a:lnTo>
                <a:lnTo>
                  <a:pt x="422912" y="788050"/>
                </a:lnTo>
                <a:lnTo>
                  <a:pt x="418566" y="785884"/>
                </a:lnTo>
                <a:lnTo>
                  <a:pt x="417003" y="785587"/>
                </a:lnTo>
                <a:lnTo>
                  <a:pt x="413398" y="785768"/>
                </a:lnTo>
                <a:lnTo>
                  <a:pt x="412043" y="785162"/>
                </a:lnTo>
                <a:lnTo>
                  <a:pt x="410091" y="785030"/>
                </a:lnTo>
                <a:lnTo>
                  <a:pt x="407900" y="784379"/>
                </a:lnTo>
                <a:lnTo>
                  <a:pt x="407394" y="784587"/>
                </a:lnTo>
                <a:lnTo>
                  <a:pt x="405018" y="783983"/>
                </a:lnTo>
                <a:lnTo>
                  <a:pt x="403294" y="784959"/>
                </a:lnTo>
                <a:lnTo>
                  <a:pt x="401720" y="784865"/>
                </a:lnTo>
                <a:lnTo>
                  <a:pt x="400920" y="784267"/>
                </a:lnTo>
                <a:lnTo>
                  <a:pt x="399607" y="783968"/>
                </a:lnTo>
                <a:lnTo>
                  <a:pt x="398965" y="784060"/>
                </a:lnTo>
                <a:lnTo>
                  <a:pt x="398046" y="784711"/>
                </a:lnTo>
                <a:lnTo>
                  <a:pt x="394789" y="784216"/>
                </a:lnTo>
                <a:lnTo>
                  <a:pt x="394329" y="783795"/>
                </a:lnTo>
                <a:lnTo>
                  <a:pt x="393558" y="783775"/>
                </a:lnTo>
                <a:lnTo>
                  <a:pt x="392253" y="784529"/>
                </a:lnTo>
                <a:lnTo>
                  <a:pt x="390859" y="783684"/>
                </a:lnTo>
                <a:lnTo>
                  <a:pt x="389708" y="783958"/>
                </a:lnTo>
                <a:lnTo>
                  <a:pt x="387257" y="782757"/>
                </a:lnTo>
                <a:lnTo>
                  <a:pt x="383911" y="782435"/>
                </a:lnTo>
                <a:lnTo>
                  <a:pt x="381642" y="783025"/>
                </a:lnTo>
                <a:lnTo>
                  <a:pt x="380760" y="783687"/>
                </a:lnTo>
                <a:lnTo>
                  <a:pt x="380457" y="783554"/>
                </a:lnTo>
                <a:lnTo>
                  <a:pt x="380356" y="783931"/>
                </a:lnTo>
                <a:lnTo>
                  <a:pt x="377092" y="784738"/>
                </a:lnTo>
                <a:lnTo>
                  <a:pt x="374133" y="784704"/>
                </a:lnTo>
                <a:lnTo>
                  <a:pt x="372368" y="785325"/>
                </a:lnTo>
                <a:lnTo>
                  <a:pt x="369395" y="784655"/>
                </a:lnTo>
                <a:lnTo>
                  <a:pt x="366886" y="784965"/>
                </a:lnTo>
                <a:lnTo>
                  <a:pt x="366307" y="785231"/>
                </a:lnTo>
                <a:lnTo>
                  <a:pt x="365405" y="786302"/>
                </a:lnTo>
                <a:lnTo>
                  <a:pt x="363096" y="787691"/>
                </a:lnTo>
                <a:lnTo>
                  <a:pt x="360573" y="788428"/>
                </a:lnTo>
                <a:lnTo>
                  <a:pt x="356933" y="788437"/>
                </a:lnTo>
                <a:lnTo>
                  <a:pt x="356138" y="788965"/>
                </a:lnTo>
                <a:lnTo>
                  <a:pt x="352032" y="790377"/>
                </a:lnTo>
                <a:lnTo>
                  <a:pt x="351087" y="790913"/>
                </a:lnTo>
                <a:lnTo>
                  <a:pt x="350107" y="792609"/>
                </a:lnTo>
                <a:lnTo>
                  <a:pt x="347916" y="795025"/>
                </a:lnTo>
                <a:lnTo>
                  <a:pt x="346825" y="795291"/>
                </a:lnTo>
                <a:lnTo>
                  <a:pt x="344297" y="794763"/>
                </a:lnTo>
                <a:lnTo>
                  <a:pt x="343020" y="794127"/>
                </a:lnTo>
                <a:lnTo>
                  <a:pt x="340979" y="794148"/>
                </a:lnTo>
                <a:lnTo>
                  <a:pt x="339482" y="794683"/>
                </a:lnTo>
                <a:lnTo>
                  <a:pt x="338188" y="795897"/>
                </a:lnTo>
                <a:lnTo>
                  <a:pt x="337285" y="796369"/>
                </a:lnTo>
                <a:lnTo>
                  <a:pt x="333165" y="797849"/>
                </a:lnTo>
                <a:lnTo>
                  <a:pt x="332196" y="797835"/>
                </a:lnTo>
                <a:lnTo>
                  <a:pt x="330125" y="797159"/>
                </a:lnTo>
                <a:lnTo>
                  <a:pt x="328300" y="797378"/>
                </a:lnTo>
                <a:lnTo>
                  <a:pt x="323647" y="796853"/>
                </a:lnTo>
                <a:lnTo>
                  <a:pt x="322804" y="796500"/>
                </a:lnTo>
                <a:lnTo>
                  <a:pt x="321711" y="795169"/>
                </a:lnTo>
                <a:lnTo>
                  <a:pt x="320743" y="794562"/>
                </a:lnTo>
                <a:lnTo>
                  <a:pt x="318490" y="795279"/>
                </a:lnTo>
                <a:lnTo>
                  <a:pt x="317350" y="795035"/>
                </a:lnTo>
                <a:lnTo>
                  <a:pt x="312483" y="795690"/>
                </a:lnTo>
                <a:lnTo>
                  <a:pt x="306192" y="794982"/>
                </a:lnTo>
                <a:lnTo>
                  <a:pt x="305557" y="795437"/>
                </a:lnTo>
                <a:lnTo>
                  <a:pt x="305190" y="797207"/>
                </a:lnTo>
                <a:lnTo>
                  <a:pt x="304613" y="798215"/>
                </a:lnTo>
                <a:lnTo>
                  <a:pt x="303697" y="798559"/>
                </a:lnTo>
                <a:lnTo>
                  <a:pt x="300050" y="798035"/>
                </a:lnTo>
                <a:lnTo>
                  <a:pt x="298910" y="798172"/>
                </a:lnTo>
                <a:lnTo>
                  <a:pt x="295966" y="801444"/>
                </a:lnTo>
                <a:lnTo>
                  <a:pt x="294756" y="802426"/>
                </a:lnTo>
                <a:lnTo>
                  <a:pt x="293966" y="802568"/>
                </a:lnTo>
                <a:lnTo>
                  <a:pt x="292675" y="801758"/>
                </a:lnTo>
                <a:lnTo>
                  <a:pt x="291535" y="800276"/>
                </a:lnTo>
                <a:lnTo>
                  <a:pt x="289376" y="799201"/>
                </a:lnTo>
                <a:lnTo>
                  <a:pt x="286770" y="798391"/>
                </a:lnTo>
                <a:lnTo>
                  <a:pt x="284677" y="799087"/>
                </a:lnTo>
                <a:lnTo>
                  <a:pt x="283624" y="799030"/>
                </a:lnTo>
                <a:lnTo>
                  <a:pt x="280800" y="797466"/>
                </a:lnTo>
                <a:lnTo>
                  <a:pt x="278926" y="795857"/>
                </a:lnTo>
                <a:lnTo>
                  <a:pt x="275916" y="794730"/>
                </a:lnTo>
                <a:lnTo>
                  <a:pt x="275028" y="794680"/>
                </a:lnTo>
                <a:lnTo>
                  <a:pt x="271897" y="796122"/>
                </a:lnTo>
                <a:lnTo>
                  <a:pt x="270960" y="796142"/>
                </a:lnTo>
                <a:lnTo>
                  <a:pt x="269748" y="795715"/>
                </a:lnTo>
                <a:lnTo>
                  <a:pt x="267690" y="793413"/>
                </a:lnTo>
                <a:lnTo>
                  <a:pt x="266187" y="790559"/>
                </a:lnTo>
                <a:lnTo>
                  <a:pt x="265479" y="790018"/>
                </a:lnTo>
                <a:lnTo>
                  <a:pt x="264975" y="790001"/>
                </a:lnTo>
                <a:lnTo>
                  <a:pt x="264160" y="789274"/>
                </a:lnTo>
                <a:lnTo>
                  <a:pt x="263617" y="788422"/>
                </a:lnTo>
                <a:lnTo>
                  <a:pt x="263681" y="787175"/>
                </a:lnTo>
                <a:lnTo>
                  <a:pt x="262055" y="785487"/>
                </a:lnTo>
                <a:lnTo>
                  <a:pt x="261434" y="785278"/>
                </a:lnTo>
                <a:lnTo>
                  <a:pt x="260337" y="783798"/>
                </a:lnTo>
                <a:lnTo>
                  <a:pt x="259386" y="783229"/>
                </a:lnTo>
                <a:lnTo>
                  <a:pt x="258853" y="783482"/>
                </a:lnTo>
                <a:lnTo>
                  <a:pt x="258394" y="783313"/>
                </a:lnTo>
                <a:lnTo>
                  <a:pt x="257010" y="780973"/>
                </a:lnTo>
                <a:lnTo>
                  <a:pt x="254954" y="779383"/>
                </a:lnTo>
                <a:lnTo>
                  <a:pt x="253910" y="779351"/>
                </a:lnTo>
                <a:lnTo>
                  <a:pt x="251982" y="780318"/>
                </a:lnTo>
                <a:lnTo>
                  <a:pt x="250376" y="780073"/>
                </a:lnTo>
                <a:lnTo>
                  <a:pt x="249868" y="779614"/>
                </a:lnTo>
                <a:lnTo>
                  <a:pt x="249752" y="778818"/>
                </a:lnTo>
                <a:lnTo>
                  <a:pt x="248683" y="776727"/>
                </a:lnTo>
                <a:lnTo>
                  <a:pt x="247871" y="775988"/>
                </a:lnTo>
                <a:lnTo>
                  <a:pt x="247187" y="775763"/>
                </a:lnTo>
                <a:lnTo>
                  <a:pt x="246304" y="776020"/>
                </a:lnTo>
                <a:lnTo>
                  <a:pt x="245528" y="777439"/>
                </a:lnTo>
                <a:lnTo>
                  <a:pt x="244012" y="776688"/>
                </a:lnTo>
                <a:lnTo>
                  <a:pt x="240939" y="776031"/>
                </a:lnTo>
                <a:lnTo>
                  <a:pt x="232262" y="775909"/>
                </a:lnTo>
                <a:lnTo>
                  <a:pt x="230879" y="774883"/>
                </a:lnTo>
                <a:lnTo>
                  <a:pt x="228355" y="774855"/>
                </a:lnTo>
                <a:lnTo>
                  <a:pt x="224309" y="775712"/>
                </a:lnTo>
                <a:lnTo>
                  <a:pt x="222494" y="775090"/>
                </a:lnTo>
                <a:lnTo>
                  <a:pt x="220395" y="773329"/>
                </a:lnTo>
                <a:lnTo>
                  <a:pt x="218787" y="772550"/>
                </a:lnTo>
                <a:lnTo>
                  <a:pt x="217654" y="773063"/>
                </a:lnTo>
                <a:lnTo>
                  <a:pt x="216664" y="775840"/>
                </a:lnTo>
                <a:lnTo>
                  <a:pt x="215950" y="776539"/>
                </a:lnTo>
                <a:lnTo>
                  <a:pt x="214638" y="776682"/>
                </a:lnTo>
                <a:lnTo>
                  <a:pt x="212998" y="774428"/>
                </a:lnTo>
                <a:lnTo>
                  <a:pt x="212334" y="773963"/>
                </a:lnTo>
                <a:lnTo>
                  <a:pt x="211259" y="773847"/>
                </a:lnTo>
                <a:lnTo>
                  <a:pt x="210130" y="774256"/>
                </a:lnTo>
                <a:lnTo>
                  <a:pt x="209359" y="775007"/>
                </a:lnTo>
                <a:lnTo>
                  <a:pt x="208239" y="777175"/>
                </a:lnTo>
                <a:lnTo>
                  <a:pt x="207247" y="778216"/>
                </a:lnTo>
                <a:lnTo>
                  <a:pt x="205136" y="779397"/>
                </a:lnTo>
                <a:lnTo>
                  <a:pt x="201960" y="779853"/>
                </a:lnTo>
                <a:lnTo>
                  <a:pt x="198160" y="778043"/>
                </a:lnTo>
                <a:lnTo>
                  <a:pt x="197624" y="778010"/>
                </a:lnTo>
                <a:lnTo>
                  <a:pt x="197785" y="778330"/>
                </a:lnTo>
                <a:lnTo>
                  <a:pt x="197259" y="778355"/>
                </a:lnTo>
                <a:lnTo>
                  <a:pt x="196644" y="777638"/>
                </a:lnTo>
                <a:lnTo>
                  <a:pt x="195280" y="774972"/>
                </a:lnTo>
                <a:lnTo>
                  <a:pt x="195728" y="771531"/>
                </a:lnTo>
                <a:lnTo>
                  <a:pt x="195638" y="770612"/>
                </a:lnTo>
                <a:lnTo>
                  <a:pt x="195106" y="769934"/>
                </a:lnTo>
                <a:lnTo>
                  <a:pt x="195145" y="768599"/>
                </a:lnTo>
                <a:lnTo>
                  <a:pt x="193089" y="765208"/>
                </a:lnTo>
                <a:lnTo>
                  <a:pt x="191509" y="764174"/>
                </a:lnTo>
                <a:lnTo>
                  <a:pt x="189892" y="764291"/>
                </a:lnTo>
                <a:lnTo>
                  <a:pt x="187888" y="763745"/>
                </a:lnTo>
                <a:lnTo>
                  <a:pt x="185743" y="764460"/>
                </a:lnTo>
                <a:lnTo>
                  <a:pt x="185458" y="764770"/>
                </a:lnTo>
                <a:lnTo>
                  <a:pt x="185398" y="765809"/>
                </a:lnTo>
                <a:lnTo>
                  <a:pt x="183624" y="766927"/>
                </a:lnTo>
                <a:lnTo>
                  <a:pt x="180551" y="766755"/>
                </a:lnTo>
                <a:lnTo>
                  <a:pt x="175949" y="765812"/>
                </a:lnTo>
                <a:lnTo>
                  <a:pt x="175041" y="765879"/>
                </a:lnTo>
                <a:lnTo>
                  <a:pt x="173653" y="766500"/>
                </a:lnTo>
                <a:lnTo>
                  <a:pt x="171986" y="768314"/>
                </a:lnTo>
                <a:lnTo>
                  <a:pt x="170228" y="767852"/>
                </a:lnTo>
                <a:lnTo>
                  <a:pt x="168931" y="769009"/>
                </a:lnTo>
                <a:lnTo>
                  <a:pt x="166852" y="770056"/>
                </a:lnTo>
                <a:lnTo>
                  <a:pt x="165094" y="771817"/>
                </a:lnTo>
                <a:lnTo>
                  <a:pt x="163818" y="772184"/>
                </a:lnTo>
                <a:lnTo>
                  <a:pt x="163097" y="771926"/>
                </a:lnTo>
                <a:lnTo>
                  <a:pt x="162522" y="771143"/>
                </a:lnTo>
                <a:lnTo>
                  <a:pt x="161723" y="770635"/>
                </a:lnTo>
                <a:lnTo>
                  <a:pt x="162668" y="767065"/>
                </a:lnTo>
                <a:lnTo>
                  <a:pt x="161857" y="762349"/>
                </a:lnTo>
                <a:lnTo>
                  <a:pt x="162102" y="761633"/>
                </a:lnTo>
                <a:lnTo>
                  <a:pt x="163779" y="759412"/>
                </a:lnTo>
                <a:lnTo>
                  <a:pt x="163993" y="758241"/>
                </a:lnTo>
                <a:lnTo>
                  <a:pt x="163422" y="755150"/>
                </a:lnTo>
                <a:lnTo>
                  <a:pt x="164072" y="753100"/>
                </a:lnTo>
                <a:lnTo>
                  <a:pt x="164176" y="751375"/>
                </a:lnTo>
                <a:lnTo>
                  <a:pt x="163869" y="750311"/>
                </a:lnTo>
                <a:lnTo>
                  <a:pt x="162910" y="748715"/>
                </a:lnTo>
                <a:lnTo>
                  <a:pt x="163997" y="745427"/>
                </a:lnTo>
                <a:lnTo>
                  <a:pt x="163841" y="743721"/>
                </a:lnTo>
                <a:lnTo>
                  <a:pt x="163442" y="742911"/>
                </a:lnTo>
                <a:lnTo>
                  <a:pt x="162488" y="742150"/>
                </a:lnTo>
                <a:lnTo>
                  <a:pt x="160539" y="741672"/>
                </a:lnTo>
                <a:lnTo>
                  <a:pt x="158156" y="742323"/>
                </a:lnTo>
                <a:lnTo>
                  <a:pt x="156655" y="743520"/>
                </a:lnTo>
                <a:lnTo>
                  <a:pt x="155880" y="743538"/>
                </a:lnTo>
                <a:lnTo>
                  <a:pt x="155137" y="743173"/>
                </a:lnTo>
                <a:lnTo>
                  <a:pt x="154400" y="741888"/>
                </a:lnTo>
                <a:lnTo>
                  <a:pt x="154318" y="737043"/>
                </a:lnTo>
                <a:lnTo>
                  <a:pt x="154137" y="737392"/>
                </a:lnTo>
                <a:lnTo>
                  <a:pt x="153194" y="734145"/>
                </a:lnTo>
                <a:lnTo>
                  <a:pt x="152350" y="732873"/>
                </a:lnTo>
                <a:lnTo>
                  <a:pt x="152214" y="732078"/>
                </a:lnTo>
                <a:lnTo>
                  <a:pt x="150915" y="730980"/>
                </a:lnTo>
                <a:lnTo>
                  <a:pt x="148709" y="730413"/>
                </a:lnTo>
                <a:lnTo>
                  <a:pt x="147738" y="729632"/>
                </a:lnTo>
                <a:lnTo>
                  <a:pt x="146255" y="725800"/>
                </a:lnTo>
                <a:lnTo>
                  <a:pt x="146537" y="723662"/>
                </a:lnTo>
                <a:lnTo>
                  <a:pt x="147095" y="722000"/>
                </a:lnTo>
                <a:lnTo>
                  <a:pt x="147004" y="721405"/>
                </a:lnTo>
                <a:lnTo>
                  <a:pt x="148271" y="719845"/>
                </a:lnTo>
                <a:lnTo>
                  <a:pt x="148490" y="718705"/>
                </a:lnTo>
                <a:lnTo>
                  <a:pt x="149581" y="718228"/>
                </a:lnTo>
                <a:lnTo>
                  <a:pt x="154538" y="717988"/>
                </a:lnTo>
                <a:lnTo>
                  <a:pt x="156350" y="716173"/>
                </a:lnTo>
                <a:lnTo>
                  <a:pt x="158386" y="710643"/>
                </a:lnTo>
                <a:lnTo>
                  <a:pt x="158848" y="706175"/>
                </a:lnTo>
                <a:lnTo>
                  <a:pt x="158118" y="705181"/>
                </a:lnTo>
                <a:lnTo>
                  <a:pt x="157026" y="702209"/>
                </a:lnTo>
                <a:lnTo>
                  <a:pt x="155158" y="699759"/>
                </a:lnTo>
                <a:lnTo>
                  <a:pt x="152918" y="697777"/>
                </a:lnTo>
                <a:lnTo>
                  <a:pt x="151835" y="696060"/>
                </a:lnTo>
                <a:lnTo>
                  <a:pt x="152089" y="693998"/>
                </a:lnTo>
                <a:lnTo>
                  <a:pt x="152827" y="692138"/>
                </a:lnTo>
                <a:lnTo>
                  <a:pt x="152631" y="691081"/>
                </a:lnTo>
                <a:lnTo>
                  <a:pt x="150553" y="687916"/>
                </a:lnTo>
                <a:lnTo>
                  <a:pt x="149061" y="687219"/>
                </a:lnTo>
                <a:lnTo>
                  <a:pt x="148302" y="685443"/>
                </a:lnTo>
                <a:lnTo>
                  <a:pt x="147670" y="682937"/>
                </a:lnTo>
                <a:lnTo>
                  <a:pt x="145575" y="680228"/>
                </a:lnTo>
                <a:lnTo>
                  <a:pt x="144747" y="679758"/>
                </a:lnTo>
                <a:lnTo>
                  <a:pt x="144352" y="678749"/>
                </a:lnTo>
                <a:lnTo>
                  <a:pt x="143686" y="678217"/>
                </a:lnTo>
                <a:lnTo>
                  <a:pt x="139354" y="678143"/>
                </a:lnTo>
                <a:lnTo>
                  <a:pt x="138600" y="678585"/>
                </a:lnTo>
                <a:lnTo>
                  <a:pt x="135351" y="682102"/>
                </a:lnTo>
                <a:lnTo>
                  <a:pt x="134599" y="682447"/>
                </a:lnTo>
                <a:lnTo>
                  <a:pt x="133822" y="682416"/>
                </a:lnTo>
                <a:lnTo>
                  <a:pt x="131731" y="681395"/>
                </a:lnTo>
                <a:lnTo>
                  <a:pt x="130705" y="681215"/>
                </a:lnTo>
                <a:lnTo>
                  <a:pt x="129874" y="681488"/>
                </a:lnTo>
                <a:lnTo>
                  <a:pt x="128207" y="683259"/>
                </a:lnTo>
                <a:lnTo>
                  <a:pt x="126715" y="683900"/>
                </a:lnTo>
                <a:lnTo>
                  <a:pt x="125365" y="683900"/>
                </a:lnTo>
                <a:lnTo>
                  <a:pt x="123939" y="683483"/>
                </a:lnTo>
                <a:lnTo>
                  <a:pt x="120487" y="679823"/>
                </a:lnTo>
                <a:lnTo>
                  <a:pt x="119119" y="677721"/>
                </a:lnTo>
                <a:lnTo>
                  <a:pt x="118066" y="675325"/>
                </a:lnTo>
                <a:lnTo>
                  <a:pt x="118192" y="673109"/>
                </a:lnTo>
                <a:lnTo>
                  <a:pt x="117974" y="671397"/>
                </a:lnTo>
                <a:lnTo>
                  <a:pt x="119329" y="665362"/>
                </a:lnTo>
                <a:lnTo>
                  <a:pt x="119633" y="661151"/>
                </a:lnTo>
                <a:lnTo>
                  <a:pt x="119239" y="660173"/>
                </a:lnTo>
                <a:lnTo>
                  <a:pt x="119160" y="658257"/>
                </a:lnTo>
                <a:lnTo>
                  <a:pt x="118655" y="657101"/>
                </a:lnTo>
                <a:lnTo>
                  <a:pt x="117592" y="655990"/>
                </a:lnTo>
                <a:lnTo>
                  <a:pt x="116416" y="655425"/>
                </a:lnTo>
                <a:lnTo>
                  <a:pt x="114262" y="655825"/>
                </a:lnTo>
                <a:lnTo>
                  <a:pt x="113154" y="655412"/>
                </a:lnTo>
                <a:lnTo>
                  <a:pt x="110524" y="655141"/>
                </a:lnTo>
                <a:lnTo>
                  <a:pt x="109447" y="654705"/>
                </a:lnTo>
                <a:lnTo>
                  <a:pt x="108209" y="653334"/>
                </a:lnTo>
                <a:lnTo>
                  <a:pt x="107025" y="649907"/>
                </a:lnTo>
                <a:lnTo>
                  <a:pt x="101627" y="645138"/>
                </a:lnTo>
                <a:lnTo>
                  <a:pt x="100503" y="644717"/>
                </a:lnTo>
                <a:lnTo>
                  <a:pt x="99414" y="643792"/>
                </a:lnTo>
                <a:lnTo>
                  <a:pt x="98870" y="643765"/>
                </a:lnTo>
                <a:lnTo>
                  <a:pt x="97787" y="644175"/>
                </a:lnTo>
                <a:lnTo>
                  <a:pt x="96885" y="645748"/>
                </a:lnTo>
                <a:lnTo>
                  <a:pt x="94318" y="647130"/>
                </a:lnTo>
                <a:lnTo>
                  <a:pt x="90083" y="647635"/>
                </a:lnTo>
                <a:lnTo>
                  <a:pt x="89340" y="647988"/>
                </a:lnTo>
                <a:lnTo>
                  <a:pt x="88634" y="649071"/>
                </a:lnTo>
                <a:lnTo>
                  <a:pt x="87938" y="651040"/>
                </a:lnTo>
                <a:lnTo>
                  <a:pt x="87315" y="651984"/>
                </a:lnTo>
                <a:lnTo>
                  <a:pt x="86481" y="652568"/>
                </a:lnTo>
                <a:lnTo>
                  <a:pt x="85489" y="652472"/>
                </a:lnTo>
                <a:lnTo>
                  <a:pt x="84400" y="651813"/>
                </a:lnTo>
                <a:lnTo>
                  <a:pt x="83770" y="650694"/>
                </a:lnTo>
                <a:lnTo>
                  <a:pt x="82690" y="649938"/>
                </a:lnTo>
                <a:lnTo>
                  <a:pt x="81331" y="649704"/>
                </a:lnTo>
                <a:lnTo>
                  <a:pt x="79208" y="652568"/>
                </a:lnTo>
                <a:lnTo>
                  <a:pt x="78305" y="653166"/>
                </a:lnTo>
                <a:lnTo>
                  <a:pt x="76940" y="653258"/>
                </a:lnTo>
                <a:lnTo>
                  <a:pt x="73893" y="652210"/>
                </a:lnTo>
                <a:lnTo>
                  <a:pt x="69871" y="652673"/>
                </a:lnTo>
                <a:lnTo>
                  <a:pt x="68848" y="653430"/>
                </a:lnTo>
                <a:lnTo>
                  <a:pt x="68586" y="654420"/>
                </a:lnTo>
                <a:lnTo>
                  <a:pt x="66884" y="656126"/>
                </a:lnTo>
                <a:lnTo>
                  <a:pt x="66233" y="658164"/>
                </a:lnTo>
                <a:lnTo>
                  <a:pt x="66843" y="660551"/>
                </a:lnTo>
                <a:lnTo>
                  <a:pt x="67493" y="661032"/>
                </a:lnTo>
                <a:lnTo>
                  <a:pt x="67854" y="662042"/>
                </a:lnTo>
                <a:lnTo>
                  <a:pt x="68045" y="665729"/>
                </a:lnTo>
                <a:lnTo>
                  <a:pt x="67834" y="667165"/>
                </a:lnTo>
                <a:lnTo>
                  <a:pt x="67270" y="668038"/>
                </a:lnTo>
                <a:lnTo>
                  <a:pt x="67570" y="670390"/>
                </a:lnTo>
                <a:lnTo>
                  <a:pt x="68159" y="672264"/>
                </a:lnTo>
                <a:lnTo>
                  <a:pt x="67259" y="673353"/>
                </a:lnTo>
                <a:lnTo>
                  <a:pt x="65364" y="674166"/>
                </a:lnTo>
                <a:lnTo>
                  <a:pt x="64075" y="672582"/>
                </a:lnTo>
                <a:lnTo>
                  <a:pt x="60919" y="671203"/>
                </a:lnTo>
                <a:lnTo>
                  <a:pt x="59912" y="671088"/>
                </a:lnTo>
                <a:lnTo>
                  <a:pt x="58554" y="671627"/>
                </a:lnTo>
                <a:lnTo>
                  <a:pt x="58061" y="672207"/>
                </a:lnTo>
                <a:lnTo>
                  <a:pt x="57884" y="673171"/>
                </a:lnTo>
                <a:lnTo>
                  <a:pt x="58564" y="674833"/>
                </a:lnTo>
                <a:lnTo>
                  <a:pt x="59761" y="676132"/>
                </a:lnTo>
                <a:lnTo>
                  <a:pt x="61016" y="676568"/>
                </a:lnTo>
                <a:lnTo>
                  <a:pt x="62213" y="677406"/>
                </a:lnTo>
                <a:lnTo>
                  <a:pt x="63297" y="678919"/>
                </a:lnTo>
                <a:lnTo>
                  <a:pt x="63225" y="679963"/>
                </a:lnTo>
                <a:lnTo>
                  <a:pt x="61919" y="680877"/>
                </a:lnTo>
                <a:lnTo>
                  <a:pt x="59394" y="681312"/>
                </a:lnTo>
                <a:lnTo>
                  <a:pt x="57201" y="681350"/>
                </a:lnTo>
                <a:lnTo>
                  <a:pt x="55629" y="680794"/>
                </a:lnTo>
                <a:lnTo>
                  <a:pt x="55029" y="681178"/>
                </a:lnTo>
                <a:lnTo>
                  <a:pt x="54422" y="682442"/>
                </a:lnTo>
                <a:lnTo>
                  <a:pt x="54530" y="683434"/>
                </a:lnTo>
                <a:lnTo>
                  <a:pt x="55160" y="684588"/>
                </a:lnTo>
                <a:lnTo>
                  <a:pt x="57392" y="685668"/>
                </a:lnTo>
                <a:lnTo>
                  <a:pt x="58536" y="686618"/>
                </a:lnTo>
                <a:lnTo>
                  <a:pt x="58872" y="688340"/>
                </a:lnTo>
                <a:lnTo>
                  <a:pt x="58862" y="690244"/>
                </a:lnTo>
                <a:lnTo>
                  <a:pt x="58595" y="691186"/>
                </a:lnTo>
                <a:lnTo>
                  <a:pt x="57913" y="692158"/>
                </a:lnTo>
                <a:lnTo>
                  <a:pt x="57088" y="692626"/>
                </a:lnTo>
                <a:lnTo>
                  <a:pt x="54904" y="692622"/>
                </a:lnTo>
                <a:lnTo>
                  <a:pt x="53305" y="691875"/>
                </a:lnTo>
                <a:lnTo>
                  <a:pt x="51217" y="689942"/>
                </a:lnTo>
                <a:lnTo>
                  <a:pt x="50354" y="689767"/>
                </a:lnTo>
                <a:lnTo>
                  <a:pt x="47669" y="690597"/>
                </a:lnTo>
                <a:lnTo>
                  <a:pt x="46824" y="692586"/>
                </a:lnTo>
                <a:lnTo>
                  <a:pt x="46594" y="696029"/>
                </a:lnTo>
                <a:lnTo>
                  <a:pt x="47242" y="698146"/>
                </a:lnTo>
                <a:lnTo>
                  <a:pt x="49238" y="700339"/>
                </a:lnTo>
                <a:lnTo>
                  <a:pt x="51627" y="701646"/>
                </a:lnTo>
                <a:lnTo>
                  <a:pt x="53417" y="706213"/>
                </a:lnTo>
                <a:lnTo>
                  <a:pt x="55540" y="707654"/>
                </a:lnTo>
                <a:lnTo>
                  <a:pt x="56630" y="708574"/>
                </a:lnTo>
                <a:lnTo>
                  <a:pt x="56899" y="709132"/>
                </a:lnTo>
                <a:lnTo>
                  <a:pt x="55995" y="709677"/>
                </a:lnTo>
                <a:lnTo>
                  <a:pt x="53776" y="712988"/>
                </a:lnTo>
                <a:lnTo>
                  <a:pt x="50688" y="715990"/>
                </a:lnTo>
                <a:lnTo>
                  <a:pt x="50485" y="718431"/>
                </a:lnTo>
                <a:lnTo>
                  <a:pt x="52152" y="722991"/>
                </a:lnTo>
                <a:lnTo>
                  <a:pt x="52436" y="724558"/>
                </a:lnTo>
                <a:lnTo>
                  <a:pt x="51286" y="726781"/>
                </a:lnTo>
                <a:lnTo>
                  <a:pt x="49500" y="727746"/>
                </a:lnTo>
                <a:lnTo>
                  <a:pt x="48267" y="729015"/>
                </a:lnTo>
                <a:lnTo>
                  <a:pt x="45889" y="734978"/>
                </a:lnTo>
                <a:lnTo>
                  <a:pt x="43505" y="736394"/>
                </a:lnTo>
                <a:lnTo>
                  <a:pt x="40591" y="735933"/>
                </a:lnTo>
                <a:lnTo>
                  <a:pt x="39777" y="734855"/>
                </a:lnTo>
                <a:lnTo>
                  <a:pt x="39602" y="732577"/>
                </a:lnTo>
                <a:lnTo>
                  <a:pt x="39024" y="731555"/>
                </a:lnTo>
                <a:lnTo>
                  <a:pt x="37732" y="730855"/>
                </a:lnTo>
                <a:lnTo>
                  <a:pt x="36762" y="730885"/>
                </a:lnTo>
                <a:lnTo>
                  <a:pt x="35308" y="731408"/>
                </a:lnTo>
                <a:lnTo>
                  <a:pt x="27019" y="737207"/>
                </a:lnTo>
                <a:lnTo>
                  <a:pt x="26466" y="738116"/>
                </a:lnTo>
                <a:lnTo>
                  <a:pt x="26074" y="740699"/>
                </a:lnTo>
                <a:lnTo>
                  <a:pt x="24210" y="743180"/>
                </a:lnTo>
                <a:lnTo>
                  <a:pt x="22618" y="744215"/>
                </a:lnTo>
                <a:lnTo>
                  <a:pt x="19816" y="744933"/>
                </a:lnTo>
                <a:lnTo>
                  <a:pt x="15521" y="746699"/>
                </a:lnTo>
                <a:lnTo>
                  <a:pt x="12399" y="748465"/>
                </a:lnTo>
                <a:lnTo>
                  <a:pt x="10387" y="748911"/>
                </a:lnTo>
                <a:lnTo>
                  <a:pt x="9777" y="749362"/>
                </a:lnTo>
                <a:lnTo>
                  <a:pt x="7748" y="749595"/>
                </a:lnTo>
                <a:lnTo>
                  <a:pt x="7429" y="750207"/>
                </a:lnTo>
                <a:lnTo>
                  <a:pt x="5538" y="750474"/>
                </a:lnTo>
                <a:lnTo>
                  <a:pt x="4247" y="750995"/>
                </a:lnTo>
                <a:lnTo>
                  <a:pt x="3939" y="751477"/>
                </a:lnTo>
                <a:lnTo>
                  <a:pt x="2177" y="752667"/>
                </a:lnTo>
                <a:lnTo>
                  <a:pt x="1870" y="754554"/>
                </a:lnTo>
                <a:lnTo>
                  <a:pt x="367" y="756389"/>
                </a:lnTo>
                <a:lnTo>
                  <a:pt x="0" y="760234"/>
                </a:lnTo>
                <a:lnTo>
                  <a:pt x="316" y="761895"/>
                </a:lnTo>
                <a:lnTo>
                  <a:pt x="189" y="764047"/>
                </a:lnTo>
                <a:lnTo>
                  <a:pt x="5274" y="766998"/>
                </a:lnTo>
                <a:lnTo>
                  <a:pt x="6596" y="768310"/>
                </a:lnTo>
                <a:lnTo>
                  <a:pt x="6951" y="768199"/>
                </a:lnTo>
                <a:lnTo>
                  <a:pt x="7097" y="768517"/>
                </a:lnTo>
                <a:lnTo>
                  <a:pt x="7554" y="768621"/>
                </a:lnTo>
                <a:lnTo>
                  <a:pt x="8086" y="769444"/>
                </a:lnTo>
                <a:lnTo>
                  <a:pt x="9337" y="769854"/>
                </a:lnTo>
                <a:lnTo>
                  <a:pt x="9737" y="770970"/>
                </a:lnTo>
                <a:lnTo>
                  <a:pt x="10771" y="770540"/>
                </a:lnTo>
                <a:lnTo>
                  <a:pt x="10824" y="770826"/>
                </a:lnTo>
                <a:lnTo>
                  <a:pt x="10311" y="771387"/>
                </a:lnTo>
                <a:lnTo>
                  <a:pt x="10496" y="771873"/>
                </a:lnTo>
                <a:lnTo>
                  <a:pt x="11381" y="772412"/>
                </a:lnTo>
                <a:lnTo>
                  <a:pt x="11398" y="773151"/>
                </a:lnTo>
                <a:lnTo>
                  <a:pt x="11910" y="773780"/>
                </a:lnTo>
                <a:lnTo>
                  <a:pt x="12317" y="773735"/>
                </a:lnTo>
                <a:lnTo>
                  <a:pt x="12694" y="774180"/>
                </a:lnTo>
                <a:lnTo>
                  <a:pt x="13024" y="774185"/>
                </a:lnTo>
                <a:lnTo>
                  <a:pt x="13041" y="774735"/>
                </a:lnTo>
                <a:lnTo>
                  <a:pt x="14264" y="775384"/>
                </a:lnTo>
                <a:lnTo>
                  <a:pt x="14477" y="776649"/>
                </a:lnTo>
                <a:lnTo>
                  <a:pt x="14856" y="776770"/>
                </a:lnTo>
                <a:lnTo>
                  <a:pt x="15008" y="777302"/>
                </a:lnTo>
                <a:lnTo>
                  <a:pt x="16123" y="777805"/>
                </a:lnTo>
                <a:lnTo>
                  <a:pt x="16795" y="777426"/>
                </a:lnTo>
                <a:lnTo>
                  <a:pt x="17768" y="777865"/>
                </a:lnTo>
                <a:lnTo>
                  <a:pt x="18346" y="778379"/>
                </a:lnTo>
                <a:lnTo>
                  <a:pt x="18274" y="779030"/>
                </a:lnTo>
                <a:lnTo>
                  <a:pt x="19119" y="779002"/>
                </a:lnTo>
                <a:lnTo>
                  <a:pt x="19715" y="779506"/>
                </a:lnTo>
                <a:lnTo>
                  <a:pt x="20202" y="780488"/>
                </a:lnTo>
                <a:lnTo>
                  <a:pt x="21170" y="781067"/>
                </a:lnTo>
                <a:lnTo>
                  <a:pt x="20996" y="781743"/>
                </a:lnTo>
                <a:lnTo>
                  <a:pt x="21635" y="783332"/>
                </a:lnTo>
                <a:lnTo>
                  <a:pt x="21301" y="784180"/>
                </a:lnTo>
                <a:lnTo>
                  <a:pt x="21604" y="784177"/>
                </a:lnTo>
                <a:lnTo>
                  <a:pt x="21632" y="784407"/>
                </a:lnTo>
                <a:lnTo>
                  <a:pt x="21296" y="784593"/>
                </a:lnTo>
                <a:lnTo>
                  <a:pt x="21075" y="785790"/>
                </a:lnTo>
                <a:lnTo>
                  <a:pt x="20241" y="786665"/>
                </a:lnTo>
                <a:lnTo>
                  <a:pt x="20093" y="787688"/>
                </a:lnTo>
                <a:lnTo>
                  <a:pt x="20508" y="788418"/>
                </a:lnTo>
                <a:lnTo>
                  <a:pt x="20786" y="788140"/>
                </a:lnTo>
                <a:lnTo>
                  <a:pt x="21150" y="788344"/>
                </a:lnTo>
                <a:lnTo>
                  <a:pt x="20772" y="788781"/>
                </a:lnTo>
                <a:lnTo>
                  <a:pt x="21308" y="789034"/>
                </a:lnTo>
                <a:lnTo>
                  <a:pt x="21670" y="788909"/>
                </a:lnTo>
                <a:lnTo>
                  <a:pt x="22117" y="789408"/>
                </a:lnTo>
                <a:lnTo>
                  <a:pt x="22054" y="790314"/>
                </a:lnTo>
                <a:lnTo>
                  <a:pt x="22438" y="790936"/>
                </a:lnTo>
                <a:lnTo>
                  <a:pt x="22209" y="792152"/>
                </a:lnTo>
                <a:lnTo>
                  <a:pt x="22703" y="792845"/>
                </a:lnTo>
                <a:lnTo>
                  <a:pt x="22543" y="793729"/>
                </a:lnTo>
                <a:lnTo>
                  <a:pt x="23256" y="793610"/>
                </a:lnTo>
                <a:lnTo>
                  <a:pt x="24135" y="794750"/>
                </a:lnTo>
                <a:lnTo>
                  <a:pt x="24162" y="796030"/>
                </a:lnTo>
                <a:lnTo>
                  <a:pt x="24527" y="796834"/>
                </a:lnTo>
                <a:lnTo>
                  <a:pt x="24002" y="797605"/>
                </a:lnTo>
                <a:lnTo>
                  <a:pt x="24282" y="798313"/>
                </a:lnTo>
                <a:lnTo>
                  <a:pt x="24233" y="799150"/>
                </a:lnTo>
                <a:lnTo>
                  <a:pt x="24770" y="799785"/>
                </a:lnTo>
                <a:lnTo>
                  <a:pt x="24760" y="800409"/>
                </a:lnTo>
                <a:lnTo>
                  <a:pt x="25337" y="800545"/>
                </a:lnTo>
                <a:lnTo>
                  <a:pt x="25396" y="800977"/>
                </a:lnTo>
                <a:lnTo>
                  <a:pt x="27003" y="801952"/>
                </a:lnTo>
                <a:lnTo>
                  <a:pt x="26831" y="802729"/>
                </a:lnTo>
                <a:lnTo>
                  <a:pt x="27745" y="805185"/>
                </a:lnTo>
                <a:lnTo>
                  <a:pt x="27715" y="806500"/>
                </a:lnTo>
                <a:lnTo>
                  <a:pt x="28014" y="807150"/>
                </a:lnTo>
                <a:lnTo>
                  <a:pt x="28501" y="807412"/>
                </a:lnTo>
                <a:lnTo>
                  <a:pt x="28235" y="807752"/>
                </a:lnTo>
                <a:lnTo>
                  <a:pt x="28267" y="808793"/>
                </a:lnTo>
                <a:lnTo>
                  <a:pt x="28995" y="809313"/>
                </a:lnTo>
                <a:lnTo>
                  <a:pt x="29871" y="808923"/>
                </a:lnTo>
                <a:lnTo>
                  <a:pt x="30648" y="809206"/>
                </a:lnTo>
                <a:lnTo>
                  <a:pt x="33076" y="811321"/>
                </a:lnTo>
                <a:lnTo>
                  <a:pt x="34184" y="811455"/>
                </a:lnTo>
                <a:lnTo>
                  <a:pt x="37880" y="813259"/>
                </a:lnTo>
                <a:lnTo>
                  <a:pt x="39435" y="814706"/>
                </a:lnTo>
                <a:lnTo>
                  <a:pt x="41304" y="815758"/>
                </a:lnTo>
                <a:lnTo>
                  <a:pt x="42095" y="816909"/>
                </a:lnTo>
                <a:lnTo>
                  <a:pt x="43305" y="817608"/>
                </a:lnTo>
                <a:lnTo>
                  <a:pt x="43722" y="819176"/>
                </a:lnTo>
                <a:lnTo>
                  <a:pt x="44192" y="819437"/>
                </a:lnTo>
                <a:lnTo>
                  <a:pt x="44714" y="820441"/>
                </a:lnTo>
                <a:lnTo>
                  <a:pt x="45033" y="821638"/>
                </a:lnTo>
                <a:lnTo>
                  <a:pt x="44854" y="822629"/>
                </a:lnTo>
                <a:lnTo>
                  <a:pt x="45820" y="823329"/>
                </a:lnTo>
                <a:lnTo>
                  <a:pt x="46055" y="825036"/>
                </a:lnTo>
                <a:lnTo>
                  <a:pt x="47139" y="825093"/>
                </a:lnTo>
                <a:lnTo>
                  <a:pt x="47952" y="827026"/>
                </a:lnTo>
                <a:lnTo>
                  <a:pt x="48626" y="826992"/>
                </a:lnTo>
                <a:lnTo>
                  <a:pt x="49288" y="827328"/>
                </a:lnTo>
                <a:lnTo>
                  <a:pt x="49551" y="829202"/>
                </a:lnTo>
                <a:lnTo>
                  <a:pt x="49438" y="829998"/>
                </a:lnTo>
                <a:lnTo>
                  <a:pt x="49080" y="830424"/>
                </a:lnTo>
                <a:lnTo>
                  <a:pt x="49073" y="832021"/>
                </a:lnTo>
                <a:lnTo>
                  <a:pt x="50244" y="832711"/>
                </a:lnTo>
                <a:lnTo>
                  <a:pt x="50549" y="833959"/>
                </a:lnTo>
                <a:lnTo>
                  <a:pt x="53428" y="837232"/>
                </a:lnTo>
                <a:lnTo>
                  <a:pt x="53576" y="838013"/>
                </a:lnTo>
                <a:lnTo>
                  <a:pt x="54496" y="839291"/>
                </a:lnTo>
                <a:lnTo>
                  <a:pt x="55718" y="839765"/>
                </a:lnTo>
                <a:lnTo>
                  <a:pt x="56241" y="840252"/>
                </a:lnTo>
                <a:lnTo>
                  <a:pt x="56827" y="840167"/>
                </a:lnTo>
                <a:lnTo>
                  <a:pt x="59962" y="841972"/>
                </a:lnTo>
                <a:lnTo>
                  <a:pt x="62764" y="844788"/>
                </a:lnTo>
                <a:lnTo>
                  <a:pt x="63339" y="844879"/>
                </a:lnTo>
                <a:lnTo>
                  <a:pt x="63514" y="845347"/>
                </a:lnTo>
                <a:lnTo>
                  <a:pt x="64254" y="845793"/>
                </a:lnTo>
                <a:lnTo>
                  <a:pt x="64453" y="846367"/>
                </a:lnTo>
                <a:lnTo>
                  <a:pt x="64836" y="846386"/>
                </a:lnTo>
                <a:lnTo>
                  <a:pt x="66680" y="848298"/>
                </a:lnTo>
                <a:lnTo>
                  <a:pt x="67037" y="849220"/>
                </a:lnTo>
                <a:lnTo>
                  <a:pt x="66422" y="849934"/>
                </a:lnTo>
                <a:lnTo>
                  <a:pt x="66660" y="850773"/>
                </a:lnTo>
                <a:lnTo>
                  <a:pt x="66235" y="851568"/>
                </a:lnTo>
                <a:lnTo>
                  <a:pt x="66807" y="852003"/>
                </a:lnTo>
                <a:lnTo>
                  <a:pt x="66548" y="852519"/>
                </a:lnTo>
                <a:lnTo>
                  <a:pt x="67565" y="853250"/>
                </a:lnTo>
                <a:lnTo>
                  <a:pt x="68057" y="854257"/>
                </a:lnTo>
                <a:lnTo>
                  <a:pt x="68142" y="856011"/>
                </a:lnTo>
                <a:lnTo>
                  <a:pt x="69688" y="859105"/>
                </a:lnTo>
                <a:lnTo>
                  <a:pt x="69810" y="859944"/>
                </a:lnTo>
                <a:lnTo>
                  <a:pt x="70686" y="861066"/>
                </a:lnTo>
                <a:lnTo>
                  <a:pt x="69912" y="861498"/>
                </a:lnTo>
                <a:lnTo>
                  <a:pt x="70097" y="862615"/>
                </a:lnTo>
                <a:lnTo>
                  <a:pt x="70842" y="863320"/>
                </a:lnTo>
                <a:lnTo>
                  <a:pt x="70815" y="864237"/>
                </a:lnTo>
                <a:lnTo>
                  <a:pt x="71543" y="864488"/>
                </a:lnTo>
                <a:lnTo>
                  <a:pt x="72029" y="865647"/>
                </a:lnTo>
                <a:lnTo>
                  <a:pt x="71926" y="866801"/>
                </a:lnTo>
                <a:lnTo>
                  <a:pt x="72439" y="868471"/>
                </a:lnTo>
                <a:lnTo>
                  <a:pt x="72162" y="869321"/>
                </a:lnTo>
                <a:lnTo>
                  <a:pt x="71475" y="870087"/>
                </a:lnTo>
                <a:lnTo>
                  <a:pt x="71504" y="870628"/>
                </a:lnTo>
                <a:lnTo>
                  <a:pt x="72557" y="872224"/>
                </a:lnTo>
                <a:lnTo>
                  <a:pt x="72929" y="872579"/>
                </a:lnTo>
                <a:lnTo>
                  <a:pt x="73279" y="872502"/>
                </a:lnTo>
                <a:lnTo>
                  <a:pt x="73115" y="873536"/>
                </a:lnTo>
                <a:lnTo>
                  <a:pt x="74433" y="874871"/>
                </a:lnTo>
                <a:lnTo>
                  <a:pt x="74618" y="875370"/>
                </a:lnTo>
                <a:lnTo>
                  <a:pt x="74450" y="876084"/>
                </a:lnTo>
                <a:lnTo>
                  <a:pt x="75278" y="876030"/>
                </a:lnTo>
                <a:lnTo>
                  <a:pt x="76773" y="877097"/>
                </a:lnTo>
                <a:lnTo>
                  <a:pt x="77395" y="880324"/>
                </a:lnTo>
                <a:lnTo>
                  <a:pt x="77055" y="880728"/>
                </a:lnTo>
                <a:lnTo>
                  <a:pt x="77779" y="880751"/>
                </a:lnTo>
                <a:lnTo>
                  <a:pt x="78039" y="881663"/>
                </a:lnTo>
                <a:lnTo>
                  <a:pt x="78724" y="881943"/>
                </a:lnTo>
                <a:lnTo>
                  <a:pt x="79289" y="883067"/>
                </a:lnTo>
                <a:lnTo>
                  <a:pt x="78922" y="885535"/>
                </a:lnTo>
                <a:lnTo>
                  <a:pt x="79396" y="886477"/>
                </a:lnTo>
                <a:lnTo>
                  <a:pt x="80258" y="887087"/>
                </a:lnTo>
                <a:lnTo>
                  <a:pt x="80788" y="887991"/>
                </a:lnTo>
                <a:lnTo>
                  <a:pt x="81562" y="888300"/>
                </a:lnTo>
                <a:lnTo>
                  <a:pt x="82329" y="889113"/>
                </a:lnTo>
                <a:lnTo>
                  <a:pt x="82563" y="890292"/>
                </a:lnTo>
                <a:lnTo>
                  <a:pt x="83416" y="891459"/>
                </a:lnTo>
                <a:lnTo>
                  <a:pt x="84054" y="891573"/>
                </a:lnTo>
                <a:lnTo>
                  <a:pt x="84636" y="892144"/>
                </a:lnTo>
                <a:lnTo>
                  <a:pt x="84620" y="893183"/>
                </a:lnTo>
                <a:lnTo>
                  <a:pt x="85174" y="894078"/>
                </a:lnTo>
                <a:lnTo>
                  <a:pt x="86182" y="895179"/>
                </a:lnTo>
                <a:lnTo>
                  <a:pt x="86782" y="895307"/>
                </a:lnTo>
                <a:lnTo>
                  <a:pt x="87850" y="896158"/>
                </a:lnTo>
                <a:lnTo>
                  <a:pt x="88001" y="897174"/>
                </a:lnTo>
                <a:lnTo>
                  <a:pt x="89350" y="897930"/>
                </a:lnTo>
                <a:lnTo>
                  <a:pt x="89546" y="898720"/>
                </a:lnTo>
                <a:lnTo>
                  <a:pt x="90582" y="900167"/>
                </a:lnTo>
                <a:lnTo>
                  <a:pt x="90539" y="902572"/>
                </a:lnTo>
                <a:lnTo>
                  <a:pt x="91022" y="903311"/>
                </a:lnTo>
                <a:lnTo>
                  <a:pt x="91182" y="905452"/>
                </a:lnTo>
                <a:lnTo>
                  <a:pt x="91733" y="906210"/>
                </a:lnTo>
                <a:lnTo>
                  <a:pt x="91743" y="907104"/>
                </a:lnTo>
                <a:lnTo>
                  <a:pt x="92608" y="907388"/>
                </a:lnTo>
                <a:lnTo>
                  <a:pt x="93224" y="908346"/>
                </a:lnTo>
                <a:lnTo>
                  <a:pt x="93318" y="908981"/>
                </a:lnTo>
                <a:lnTo>
                  <a:pt x="93986" y="909211"/>
                </a:lnTo>
                <a:lnTo>
                  <a:pt x="94622" y="910278"/>
                </a:lnTo>
                <a:lnTo>
                  <a:pt x="95431" y="910922"/>
                </a:lnTo>
                <a:lnTo>
                  <a:pt x="95469" y="911457"/>
                </a:lnTo>
                <a:lnTo>
                  <a:pt x="95853" y="911744"/>
                </a:lnTo>
                <a:lnTo>
                  <a:pt x="95699" y="912015"/>
                </a:lnTo>
                <a:lnTo>
                  <a:pt x="96242" y="912443"/>
                </a:lnTo>
                <a:lnTo>
                  <a:pt x="95993" y="912629"/>
                </a:lnTo>
                <a:lnTo>
                  <a:pt x="96098" y="914747"/>
                </a:lnTo>
                <a:lnTo>
                  <a:pt x="96498" y="915223"/>
                </a:lnTo>
                <a:lnTo>
                  <a:pt x="96531" y="915897"/>
                </a:lnTo>
                <a:lnTo>
                  <a:pt x="96880" y="916115"/>
                </a:lnTo>
                <a:lnTo>
                  <a:pt x="97110" y="917266"/>
                </a:lnTo>
                <a:lnTo>
                  <a:pt x="97856" y="917499"/>
                </a:lnTo>
                <a:lnTo>
                  <a:pt x="97604" y="917834"/>
                </a:lnTo>
                <a:lnTo>
                  <a:pt x="97913" y="918464"/>
                </a:lnTo>
                <a:lnTo>
                  <a:pt x="97754" y="919748"/>
                </a:lnTo>
                <a:lnTo>
                  <a:pt x="98373" y="920770"/>
                </a:lnTo>
                <a:lnTo>
                  <a:pt x="98408" y="921370"/>
                </a:lnTo>
                <a:lnTo>
                  <a:pt x="99204" y="922185"/>
                </a:lnTo>
                <a:lnTo>
                  <a:pt x="98997" y="922633"/>
                </a:lnTo>
                <a:lnTo>
                  <a:pt x="99331" y="924556"/>
                </a:lnTo>
                <a:lnTo>
                  <a:pt x="99118" y="924778"/>
                </a:lnTo>
                <a:lnTo>
                  <a:pt x="100797" y="926065"/>
                </a:lnTo>
                <a:lnTo>
                  <a:pt x="100981" y="926830"/>
                </a:lnTo>
                <a:lnTo>
                  <a:pt x="100673" y="927490"/>
                </a:lnTo>
                <a:lnTo>
                  <a:pt x="101260" y="927694"/>
                </a:lnTo>
                <a:lnTo>
                  <a:pt x="101855" y="928554"/>
                </a:lnTo>
                <a:lnTo>
                  <a:pt x="101532" y="929691"/>
                </a:lnTo>
                <a:lnTo>
                  <a:pt x="101805" y="931636"/>
                </a:lnTo>
                <a:lnTo>
                  <a:pt x="102635" y="932591"/>
                </a:lnTo>
                <a:lnTo>
                  <a:pt x="102867" y="933732"/>
                </a:lnTo>
                <a:lnTo>
                  <a:pt x="103347" y="934278"/>
                </a:lnTo>
                <a:lnTo>
                  <a:pt x="103556" y="936075"/>
                </a:lnTo>
                <a:lnTo>
                  <a:pt x="102692" y="936775"/>
                </a:lnTo>
                <a:lnTo>
                  <a:pt x="102755" y="937192"/>
                </a:lnTo>
                <a:lnTo>
                  <a:pt x="102235" y="937141"/>
                </a:lnTo>
                <a:lnTo>
                  <a:pt x="102236" y="937600"/>
                </a:lnTo>
                <a:lnTo>
                  <a:pt x="103632" y="939715"/>
                </a:lnTo>
                <a:lnTo>
                  <a:pt x="105280" y="941346"/>
                </a:lnTo>
                <a:lnTo>
                  <a:pt x="106379" y="943396"/>
                </a:lnTo>
                <a:lnTo>
                  <a:pt x="107646" y="944362"/>
                </a:lnTo>
                <a:lnTo>
                  <a:pt x="108656" y="945901"/>
                </a:lnTo>
                <a:lnTo>
                  <a:pt x="108937" y="947382"/>
                </a:lnTo>
                <a:lnTo>
                  <a:pt x="108503" y="947886"/>
                </a:lnTo>
                <a:lnTo>
                  <a:pt x="108974" y="948687"/>
                </a:lnTo>
                <a:lnTo>
                  <a:pt x="108811" y="949407"/>
                </a:lnTo>
                <a:lnTo>
                  <a:pt x="109361" y="950970"/>
                </a:lnTo>
                <a:lnTo>
                  <a:pt x="109440" y="952246"/>
                </a:lnTo>
                <a:lnTo>
                  <a:pt x="110346" y="953982"/>
                </a:lnTo>
                <a:lnTo>
                  <a:pt x="111207" y="956630"/>
                </a:lnTo>
                <a:lnTo>
                  <a:pt x="112255" y="957447"/>
                </a:lnTo>
                <a:lnTo>
                  <a:pt x="113070" y="959578"/>
                </a:lnTo>
                <a:lnTo>
                  <a:pt x="113408" y="961170"/>
                </a:lnTo>
                <a:lnTo>
                  <a:pt x="113067" y="961659"/>
                </a:lnTo>
                <a:lnTo>
                  <a:pt x="112873" y="963308"/>
                </a:lnTo>
                <a:lnTo>
                  <a:pt x="113097" y="963599"/>
                </a:lnTo>
                <a:lnTo>
                  <a:pt x="113596" y="963545"/>
                </a:lnTo>
                <a:lnTo>
                  <a:pt x="113950" y="964098"/>
                </a:lnTo>
                <a:lnTo>
                  <a:pt x="113822" y="965487"/>
                </a:lnTo>
                <a:lnTo>
                  <a:pt x="114209" y="966128"/>
                </a:lnTo>
                <a:lnTo>
                  <a:pt x="114291" y="967045"/>
                </a:lnTo>
                <a:lnTo>
                  <a:pt x="113847" y="968629"/>
                </a:lnTo>
                <a:lnTo>
                  <a:pt x="114003" y="970039"/>
                </a:lnTo>
                <a:lnTo>
                  <a:pt x="114317" y="970166"/>
                </a:lnTo>
                <a:lnTo>
                  <a:pt x="114581" y="970889"/>
                </a:lnTo>
                <a:lnTo>
                  <a:pt x="114418" y="972093"/>
                </a:lnTo>
                <a:lnTo>
                  <a:pt x="115101" y="973369"/>
                </a:lnTo>
                <a:lnTo>
                  <a:pt x="115196" y="974163"/>
                </a:lnTo>
                <a:lnTo>
                  <a:pt x="116191" y="975055"/>
                </a:lnTo>
                <a:lnTo>
                  <a:pt x="116018" y="975564"/>
                </a:lnTo>
                <a:lnTo>
                  <a:pt x="117132" y="977299"/>
                </a:lnTo>
                <a:lnTo>
                  <a:pt x="117072" y="978012"/>
                </a:lnTo>
                <a:lnTo>
                  <a:pt x="117716" y="978639"/>
                </a:lnTo>
                <a:lnTo>
                  <a:pt x="117418" y="980271"/>
                </a:lnTo>
                <a:lnTo>
                  <a:pt x="118492" y="981346"/>
                </a:lnTo>
                <a:lnTo>
                  <a:pt x="118651" y="982554"/>
                </a:lnTo>
                <a:lnTo>
                  <a:pt x="118393" y="982819"/>
                </a:lnTo>
                <a:lnTo>
                  <a:pt x="117610" y="982807"/>
                </a:lnTo>
                <a:lnTo>
                  <a:pt x="117630" y="983221"/>
                </a:lnTo>
                <a:lnTo>
                  <a:pt x="117997" y="983453"/>
                </a:lnTo>
                <a:lnTo>
                  <a:pt x="118151" y="984346"/>
                </a:lnTo>
                <a:lnTo>
                  <a:pt x="118477" y="984368"/>
                </a:lnTo>
                <a:lnTo>
                  <a:pt x="118628" y="985411"/>
                </a:lnTo>
                <a:lnTo>
                  <a:pt x="118981" y="985710"/>
                </a:lnTo>
                <a:lnTo>
                  <a:pt x="119260" y="986629"/>
                </a:lnTo>
                <a:lnTo>
                  <a:pt x="120248" y="987936"/>
                </a:lnTo>
                <a:lnTo>
                  <a:pt x="120652" y="990312"/>
                </a:lnTo>
                <a:lnTo>
                  <a:pt x="122156" y="991504"/>
                </a:lnTo>
                <a:lnTo>
                  <a:pt x="122626" y="993047"/>
                </a:lnTo>
                <a:lnTo>
                  <a:pt x="123329" y="993229"/>
                </a:lnTo>
                <a:lnTo>
                  <a:pt x="122982" y="994220"/>
                </a:lnTo>
                <a:lnTo>
                  <a:pt x="123256" y="995290"/>
                </a:lnTo>
                <a:lnTo>
                  <a:pt x="122822" y="996400"/>
                </a:lnTo>
                <a:lnTo>
                  <a:pt x="123774" y="996876"/>
                </a:lnTo>
                <a:lnTo>
                  <a:pt x="123787" y="997834"/>
                </a:lnTo>
                <a:lnTo>
                  <a:pt x="124708" y="998832"/>
                </a:lnTo>
                <a:lnTo>
                  <a:pt x="124551" y="999447"/>
                </a:lnTo>
                <a:lnTo>
                  <a:pt x="125009" y="1001932"/>
                </a:lnTo>
                <a:lnTo>
                  <a:pt x="125808" y="1002119"/>
                </a:lnTo>
                <a:lnTo>
                  <a:pt x="125645" y="1002978"/>
                </a:lnTo>
                <a:lnTo>
                  <a:pt x="126319" y="1004292"/>
                </a:lnTo>
                <a:lnTo>
                  <a:pt x="126097" y="1005239"/>
                </a:lnTo>
                <a:lnTo>
                  <a:pt x="126453" y="1005651"/>
                </a:lnTo>
                <a:lnTo>
                  <a:pt x="127397" y="1005851"/>
                </a:lnTo>
                <a:lnTo>
                  <a:pt x="127949" y="1006600"/>
                </a:lnTo>
                <a:lnTo>
                  <a:pt x="127866" y="1007166"/>
                </a:lnTo>
                <a:lnTo>
                  <a:pt x="129028" y="1007764"/>
                </a:lnTo>
                <a:lnTo>
                  <a:pt x="130399" y="1009595"/>
                </a:lnTo>
                <a:lnTo>
                  <a:pt x="130859" y="1010835"/>
                </a:lnTo>
                <a:lnTo>
                  <a:pt x="131265" y="1011000"/>
                </a:lnTo>
                <a:lnTo>
                  <a:pt x="131564" y="1012145"/>
                </a:lnTo>
                <a:lnTo>
                  <a:pt x="132270" y="1012606"/>
                </a:lnTo>
                <a:lnTo>
                  <a:pt x="133410" y="1014473"/>
                </a:lnTo>
                <a:lnTo>
                  <a:pt x="133720" y="1015830"/>
                </a:lnTo>
                <a:lnTo>
                  <a:pt x="133382" y="1016126"/>
                </a:lnTo>
                <a:lnTo>
                  <a:pt x="133293" y="1016706"/>
                </a:lnTo>
                <a:lnTo>
                  <a:pt x="133997" y="1017754"/>
                </a:lnTo>
                <a:lnTo>
                  <a:pt x="134266" y="1018725"/>
                </a:lnTo>
                <a:lnTo>
                  <a:pt x="134043" y="1018885"/>
                </a:lnTo>
                <a:lnTo>
                  <a:pt x="134060" y="1019484"/>
                </a:lnTo>
                <a:lnTo>
                  <a:pt x="133692" y="1019564"/>
                </a:lnTo>
                <a:lnTo>
                  <a:pt x="133767" y="1019900"/>
                </a:lnTo>
                <a:lnTo>
                  <a:pt x="134564" y="1020933"/>
                </a:lnTo>
                <a:lnTo>
                  <a:pt x="134629" y="1021365"/>
                </a:lnTo>
                <a:lnTo>
                  <a:pt x="134329" y="1021605"/>
                </a:lnTo>
                <a:lnTo>
                  <a:pt x="134723" y="1021639"/>
                </a:lnTo>
                <a:lnTo>
                  <a:pt x="134812" y="1022225"/>
                </a:lnTo>
                <a:lnTo>
                  <a:pt x="135171" y="1022144"/>
                </a:lnTo>
                <a:lnTo>
                  <a:pt x="135129" y="1024015"/>
                </a:lnTo>
                <a:lnTo>
                  <a:pt x="136063" y="1024789"/>
                </a:lnTo>
                <a:lnTo>
                  <a:pt x="136596" y="1026294"/>
                </a:lnTo>
                <a:lnTo>
                  <a:pt x="137353" y="1026655"/>
                </a:lnTo>
                <a:lnTo>
                  <a:pt x="137203" y="1027489"/>
                </a:lnTo>
                <a:lnTo>
                  <a:pt x="137673" y="1029102"/>
                </a:lnTo>
                <a:lnTo>
                  <a:pt x="138087" y="1029515"/>
                </a:lnTo>
                <a:lnTo>
                  <a:pt x="137831" y="1030078"/>
                </a:lnTo>
                <a:lnTo>
                  <a:pt x="138031" y="1031542"/>
                </a:lnTo>
                <a:lnTo>
                  <a:pt x="138325" y="1031908"/>
                </a:lnTo>
                <a:lnTo>
                  <a:pt x="138132" y="1032339"/>
                </a:lnTo>
                <a:lnTo>
                  <a:pt x="138772" y="1033215"/>
                </a:lnTo>
                <a:lnTo>
                  <a:pt x="138744" y="1033962"/>
                </a:lnTo>
                <a:lnTo>
                  <a:pt x="139053" y="1034078"/>
                </a:lnTo>
                <a:lnTo>
                  <a:pt x="138584" y="1034622"/>
                </a:lnTo>
                <a:lnTo>
                  <a:pt x="138533" y="1035168"/>
                </a:lnTo>
                <a:lnTo>
                  <a:pt x="139013" y="1035695"/>
                </a:lnTo>
                <a:lnTo>
                  <a:pt x="139060" y="1036983"/>
                </a:lnTo>
                <a:lnTo>
                  <a:pt x="140012" y="1036850"/>
                </a:lnTo>
                <a:lnTo>
                  <a:pt x="139936" y="1037228"/>
                </a:lnTo>
                <a:lnTo>
                  <a:pt x="139682" y="1037242"/>
                </a:lnTo>
                <a:lnTo>
                  <a:pt x="140297" y="1037552"/>
                </a:lnTo>
                <a:lnTo>
                  <a:pt x="140190" y="1038221"/>
                </a:lnTo>
                <a:lnTo>
                  <a:pt x="140483" y="1038127"/>
                </a:lnTo>
                <a:lnTo>
                  <a:pt x="139903" y="1038797"/>
                </a:lnTo>
                <a:lnTo>
                  <a:pt x="140531" y="1040125"/>
                </a:lnTo>
                <a:lnTo>
                  <a:pt x="140541" y="1041116"/>
                </a:lnTo>
                <a:lnTo>
                  <a:pt x="140834" y="1041459"/>
                </a:lnTo>
                <a:lnTo>
                  <a:pt x="141178" y="1041389"/>
                </a:lnTo>
                <a:lnTo>
                  <a:pt x="140952" y="1043341"/>
                </a:lnTo>
                <a:lnTo>
                  <a:pt x="141136" y="1043489"/>
                </a:lnTo>
                <a:lnTo>
                  <a:pt x="141767" y="1043019"/>
                </a:lnTo>
                <a:lnTo>
                  <a:pt x="142146" y="1044398"/>
                </a:lnTo>
                <a:lnTo>
                  <a:pt x="142551" y="1044546"/>
                </a:lnTo>
                <a:lnTo>
                  <a:pt x="143114" y="1045832"/>
                </a:lnTo>
                <a:lnTo>
                  <a:pt x="143460" y="1045841"/>
                </a:lnTo>
                <a:lnTo>
                  <a:pt x="144074" y="1046767"/>
                </a:lnTo>
                <a:lnTo>
                  <a:pt x="145041" y="1047076"/>
                </a:lnTo>
                <a:lnTo>
                  <a:pt x="146130" y="1048646"/>
                </a:lnTo>
                <a:lnTo>
                  <a:pt x="145981" y="1050749"/>
                </a:lnTo>
                <a:lnTo>
                  <a:pt x="146340" y="1052974"/>
                </a:lnTo>
                <a:lnTo>
                  <a:pt x="146531" y="1053646"/>
                </a:lnTo>
                <a:lnTo>
                  <a:pt x="146883" y="1053330"/>
                </a:lnTo>
                <a:lnTo>
                  <a:pt x="147328" y="1053633"/>
                </a:lnTo>
                <a:lnTo>
                  <a:pt x="147999" y="1055577"/>
                </a:lnTo>
                <a:lnTo>
                  <a:pt x="148175" y="1055533"/>
                </a:lnTo>
                <a:lnTo>
                  <a:pt x="147916" y="1057550"/>
                </a:lnTo>
                <a:lnTo>
                  <a:pt x="148230" y="1057823"/>
                </a:lnTo>
                <a:lnTo>
                  <a:pt x="148158" y="1058332"/>
                </a:lnTo>
                <a:lnTo>
                  <a:pt x="148981" y="1058695"/>
                </a:lnTo>
                <a:lnTo>
                  <a:pt x="148722" y="1059944"/>
                </a:lnTo>
                <a:lnTo>
                  <a:pt x="149252" y="1060167"/>
                </a:lnTo>
                <a:lnTo>
                  <a:pt x="149657" y="1061215"/>
                </a:lnTo>
                <a:lnTo>
                  <a:pt x="150310" y="1061811"/>
                </a:lnTo>
                <a:lnTo>
                  <a:pt x="150504" y="1063043"/>
                </a:lnTo>
                <a:lnTo>
                  <a:pt x="151027" y="1063123"/>
                </a:lnTo>
                <a:lnTo>
                  <a:pt x="151261" y="1063875"/>
                </a:lnTo>
                <a:lnTo>
                  <a:pt x="152121" y="1064496"/>
                </a:lnTo>
                <a:lnTo>
                  <a:pt x="152885" y="1065706"/>
                </a:lnTo>
                <a:lnTo>
                  <a:pt x="153201" y="1066787"/>
                </a:lnTo>
                <a:lnTo>
                  <a:pt x="152692" y="1067438"/>
                </a:lnTo>
                <a:lnTo>
                  <a:pt x="153320" y="1068451"/>
                </a:lnTo>
                <a:lnTo>
                  <a:pt x="153153" y="1068731"/>
                </a:lnTo>
                <a:lnTo>
                  <a:pt x="153318" y="1069036"/>
                </a:lnTo>
                <a:lnTo>
                  <a:pt x="154020" y="1069238"/>
                </a:lnTo>
                <a:lnTo>
                  <a:pt x="154409" y="1071131"/>
                </a:lnTo>
                <a:lnTo>
                  <a:pt x="155028" y="1071554"/>
                </a:lnTo>
                <a:lnTo>
                  <a:pt x="155255" y="1072617"/>
                </a:lnTo>
                <a:lnTo>
                  <a:pt x="154942" y="1073445"/>
                </a:lnTo>
                <a:lnTo>
                  <a:pt x="155473" y="1073440"/>
                </a:lnTo>
                <a:lnTo>
                  <a:pt x="155754" y="1074780"/>
                </a:lnTo>
                <a:lnTo>
                  <a:pt x="155089" y="1075529"/>
                </a:lnTo>
                <a:lnTo>
                  <a:pt x="155432" y="1076263"/>
                </a:lnTo>
                <a:lnTo>
                  <a:pt x="156312" y="1076790"/>
                </a:lnTo>
                <a:lnTo>
                  <a:pt x="156253" y="1077087"/>
                </a:lnTo>
                <a:lnTo>
                  <a:pt x="155669" y="1077349"/>
                </a:lnTo>
                <a:lnTo>
                  <a:pt x="155838" y="1077903"/>
                </a:lnTo>
                <a:lnTo>
                  <a:pt x="155635" y="1078333"/>
                </a:lnTo>
                <a:lnTo>
                  <a:pt x="156388" y="1078865"/>
                </a:lnTo>
                <a:lnTo>
                  <a:pt x="156038" y="1079359"/>
                </a:lnTo>
                <a:lnTo>
                  <a:pt x="156038" y="1080473"/>
                </a:lnTo>
                <a:lnTo>
                  <a:pt x="156537" y="1080639"/>
                </a:lnTo>
                <a:lnTo>
                  <a:pt x="157084" y="1081715"/>
                </a:lnTo>
                <a:lnTo>
                  <a:pt x="157112" y="1082507"/>
                </a:lnTo>
                <a:lnTo>
                  <a:pt x="157928" y="1082806"/>
                </a:lnTo>
                <a:lnTo>
                  <a:pt x="158651" y="1083888"/>
                </a:lnTo>
                <a:lnTo>
                  <a:pt x="158869" y="1084574"/>
                </a:lnTo>
                <a:lnTo>
                  <a:pt x="158584" y="1084973"/>
                </a:lnTo>
                <a:lnTo>
                  <a:pt x="159060" y="1085104"/>
                </a:lnTo>
                <a:lnTo>
                  <a:pt x="160304" y="1086974"/>
                </a:lnTo>
                <a:lnTo>
                  <a:pt x="161018" y="1087195"/>
                </a:lnTo>
                <a:lnTo>
                  <a:pt x="162384" y="1088360"/>
                </a:lnTo>
                <a:lnTo>
                  <a:pt x="162502" y="1088942"/>
                </a:lnTo>
                <a:lnTo>
                  <a:pt x="162265" y="1089284"/>
                </a:lnTo>
                <a:lnTo>
                  <a:pt x="162657" y="1090296"/>
                </a:lnTo>
                <a:lnTo>
                  <a:pt x="162576" y="1090946"/>
                </a:lnTo>
                <a:lnTo>
                  <a:pt x="164397" y="1092676"/>
                </a:lnTo>
                <a:lnTo>
                  <a:pt x="164570" y="1093274"/>
                </a:lnTo>
                <a:lnTo>
                  <a:pt x="165130" y="1093492"/>
                </a:lnTo>
                <a:lnTo>
                  <a:pt x="165012" y="1093999"/>
                </a:lnTo>
                <a:lnTo>
                  <a:pt x="166640" y="1096675"/>
                </a:lnTo>
                <a:lnTo>
                  <a:pt x="166707" y="1097321"/>
                </a:lnTo>
                <a:lnTo>
                  <a:pt x="167340" y="1097896"/>
                </a:lnTo>
                <a:lnTo>
                  <a:pt x="167797" y="1098827"/>
                </a:lnTo>
                <a:lnTo>
                  <a:pt x="168750" y="1099507"/>
                </a:lnTo>
                <a:lnTo>
                  <a:pt x="168595" y="1100402"/>
                </a:lnTo>
                <a:lnTo>
                  <a:pt x="169163" y="1101928"/>
                </a:lnTo>
                <a:lnTo>
                  <a:pt x="169542" y="1102399"/>
                </a:lnTo>
                <a:lnTo>
                  <a:pt x="170137" y="1102139"/>
                </a:lnTo>
                <a:lnTo>
                  <a:pt x="170771" y="1102563"/>
                </a:lnTo>
                <a:lnTo>
                  <a:pt x="170684" y="1103149"/>
                </a:lnTo>
                <a:lnTo>
                  <a:pt x="170036" y="1103604"/>
                </a:lnTo>
                <a:lnTo>
                  <a:pt x="170555" y="1104522"/>
                </a:lnTo>
                <a:lnTo>
                  <a:pt x="171484" y="1104986"/>
                </a:lnTo>
                <a:lnTo>
                  <a:pt x="171925" y="1106143"/>
                </a:lnTo>
                <a:lnTo>
                  <a:pt x="171377" y="1106648"/>
                </a:lnTo>
                <a:lnTo>
                  <a:pt x="171972" y="1107076"/>
                </a:lnTo>
                <a:lnTo>
                  <a:pt x="171912" y="1107593"/>
                </a:lnTo>
                <a:lnTo>
                  <a:pt x="172313" y="1107673"/>
                </a:lnTo>
                <a:lnTo>
                  <a:pt x="172272" y="1108143"/>
                </a:lnTo>
                <a:lnTo>
                  <a:pt x="172796" y="1108106"/>
                </a:lnTo>
                <a:lnTo>
                  <a:pt x="173252" y="1108509"/>
                </a:lnTo>
                <a:lnTo>
                  <a:pt x="172888" y="1109090"/>
                </a:lnTo>
                <a:lnTo>
                  <a:pt x="173661" y="1109690"/>
                </a:lnTo>
                <a:lnTo>
                  <a:pt x="173961" y="1110777"/>
                </a:lnTo>
                <a:lnTo>
                  <a:pt x="175073" y="1111437"/>
                </a:lnTo>
                <a:lnTo>
                  <a:pt x="176164" y="1113214"/>
                </a:lnTo>
                <a:lnTo>
                  <a:pt x="177997" y="1114988"/>
                </a:lnTo>
                <a:lnTo>
                  <a:pt x="178313" y="1115890"/>
                </a:lnTo>
                <a:lnTo>
                  <a:pt x="179249" y="1116346"/>
                </a:lnTo>
                <a:lnTo>
                  <a:pt x="179359" y="1117301"/>
                </a:lnTo>
                <a:lnTo>
                  <a:pt x="180280" y="1117830"/>
                </a:lnTo>
                <a:lnTo>
                  <a:pt x="179945" y="1118498"/>
                </a:lnTo>
                <a:lnTo>
                  <a:pt x="180329" y="1119587"/>
                </a:lnTo>
                <a:lnTo>
                  <a:pt x="181730" y="1121199"/>
                </a:lnTo>
                <a:lnTo>
                  <a:pt x="181380" y="1122570"/>
                </a:lnTo>
                <a:lnTo>
                  <a:pt x="183256" y="1124292"/>
                </a:lnTo>
                <a:lnTo>
                  <a:pt x="186936" y="1128821"/>
                </a:lnTo>
                <a:lnTo>
                  <a:pt x="187184" y="1129706"/>
                </a:lnTo>
                <a:lnTo>
                  <a:pt x="186793" y="1129960"/>
                </a:lnTo>
                <a:lnTo>
                  <a:pt x="186610" y="1131420"/>
                </a:lnTo>
                <a:lnTo>
                  <a:pt x="185941" y="1132078"/>
                </a:lnTo>
                <a:lnTo>
                  <a:pt x="186024" y="1132745"/>
                </a:lnTo>
                <a:lnTo>
                  <a:pt x="185471" y="1133508"/>
                </a:lnTo>
                <a:lnTo>
                  <a:pt x="187728" y="1134870"/>
                </a:lnTo>
                <a:lnTo>
                  <a:pt x="187836" y="1135573"/>
                </a:lnTo>
                <a:lnTo>
                  <a:pt x="188091" y="1135502"/>
                </a:lnTo>
                <a:lnTo>
                  <a:pt x="188349" y="1135901"/>
                </a:lnTo>
                <a:lnTo>
                  <a:pt x="188556" y="1137223"/>
                </a:lnTo>
                <a:lnTo>
                  <a:pt x="189723" y="1137936"/>
                </a:lnTo>
                <a:lnTo>
                  <a:pt x="190722" y="1138999"/>
                </a:lnTo>
                <a:lnTo>
                  <a:pt x="191005" y="1139570"/>
                </a:lnTo>
                <a:lnTo>
                  <a:pt x="190718" y="1139945"/>
                </a:lnTo>
                <a:lnTo>
                  <a:pt x="190811" y="1140511"/>
                </a:lnTo>
                <a:lnTo>
                  <a:pt x="191124" y="1141413"/>
                </a:lnTo>
                <a:lnTo>
                  <a:pt x="191358" y="1141406"/>
                </a:lnTo>
                <a:lnTo>
                  <a:pt x="191217" y="1141649"/>
                </a:lnTo>
                <a:lnTo>
                  <a:pt x="191549" y="1141604"/>
                </a:lnTo>
                <a:lnTo>
                  <a:pt x="192432" y="1142986"/>
                </a:lnTo>
                <a:lnTo>
                  <a:pt x="192280" y="1143124"/>
                </a:lnTo>
                <a:lnTo>
                  <a:pt x="192643" y="1143919"/>
                </a:lnTo>
                <a:lnTo>
                  <a:pt x="192381" y="1144422"/>
                </a:lnTo>
                <a:lnTo>
                  <a:pt x="192455" y="1145058"/>
                </a:lnTo>
                <a:lnTo>
                  <a:pt x="192846" y="1145411"/>
                </a:lnTo>
                <a:lnTo>
                  <a:pt x="193615" y="1145502"/>
                </a:lnTo>
                <a:lnTo>
                  <a:pt x="194768" y="1147508"/>
                </a:lnTo>
                <a:lnTo>
                  <a:pt x="195236" y="1147554"/>
                </a:lnTo>
                <a:lnTo>
                  <a:pt x="195569" y="1148079"/>
                </a:lnTo>
                <a:lnTo>
                  <a:pt x="196754" y="1148759"/>
                </a:lnTo>
                <a:lnTo>
                  <a:pt x="198059" y="1150466"/>
                </a:lnTo>
                <a:lnTo>
                  <a:pt x="200447" y="1152771"/>
                </a:lnTo>
                <a:lnTo>
                  <a:pt x="201791" y="1154634"/>
                </a:lnTo>
                <a:lnTo>
                  <a:pt x="202684" y="1156533"/>
                </a:lnTo>
                <a:lnTo>
                  <a:pt x="203278" y="1159493"/>
                </a:lnTo>
                <a:lnTo>
                  <a:pt x="203585" y="1159444"/>
                </a:lnTo>
                <a:lnTo>
                  <a:pt x="203535" y="1159808"/>
                </a:lnTo>
                <a:lnTo>
                  <a:pt x="203747" y="1159854"/>
                </a:lnTo>
                <a:lnTo>
                  <a:pt x="203954" y="1162432"/>
                </a:lnTo>
                <a:lnTo>
                  <a:pt x="207390" y="1167977"/>
                </a:lnTo>
                <a:lnTo>
                  <a:pt x="207729" y="1168796"/>
                </a:lnTo>
                <a:lnTo>
                  <a:pt x="207683" y="1169809"/>
                </a:lnTo>
                <a:lnTo>
                  <a:pt x="209423" y="1171687"/>
                </a:lnTo>
                <a:lnTo>
                  <a:pt x="209846" y="1172874"/>
                </a:lnTo>
                <a:lnTo>
                  <a:pt x="210423" y="1173365"/>
                </a:lnTo>
                <a:lnTo>
                  <a:pt x="210448" y="1174168"/>
                </a:lnTo>
                <a:lnTo>
                  <a:pt x="210809" y="1174793"/>
                </a:lnTo>
                <a:lnTo>
                  <a:pt x="211634" y="1175237"/>
                </a:lnTo>
                <a:lnTo>
                  <a:pt x="211803" y="1175650"/>
                </a:lnTo>
                <a:lnTo>
                  <a:pt x="211490" y="1176369"/>
                </a:lnTo>
                <a:lnTo>
                  <a:pt x="211487" y="1177420"/>
                </a:lnTo>
                <a:lnTo>
                  <a:pt x="212007" y="1177968"/>
                </a:lnTo>
                <a:lnTo>
                  <a:pt x="212172" y="1178887"/>
                </a:lnTo>
                <a:lnTo>
                  <a:pt x="212538" y="1179025"/>
                </a:lnTo>
                <a:lnTo>
                  <a:pt x="212886" y="1180114"/>
                </a:lnTo>
                <a:lnTo>
                  <a:pt x="213236" y="1180232"/>
                </a:lnTo>
                <a:lnTo>
                  <a:pt x="213290" y="1181161"/>
                </a:lnTo>
                <a:lnTo>
                  <a:pt x="213909" y="1181671"/>
                </a:lnTo>
                <a:lnTo>
                  <a:pt x="213799" y="1182057"/>
                </a:lnTo>
                <a:lnTo>
                  <a:pt x="214317" y="1182442"/>
                </a:lnTo>
                <a:lnTo>
                  <a:pt x="214558" y="1183307"/>
                </a:lnTo>
                <a:lnTo>
                  <a:pt x="215304" y="1183632"/>
                </a:lnTo>
                <a:lnTo>
                  <a:pt x="215288" y="1185268"/>
                </a:lnTo>
                <a:lnTo>
                  <a:pt x="215952" y="1185581"/>
                </a:lnTo>
                <a:lnTo>
                  <a:pt x="216157" y="1186451"/>
                </a:lnTo>
                <a:lnTo>
                  <a:pt x="216642" y="1186628"/>
                </a:lnTo>
                <a:lnTo>
                  <a:pt x="216863" y="1188351"/>
                </a:lnTo>
                <a:lnTo>
                  <a:pt x="218019" y="1188663"/>
                </a:lnTo>
                <a:lnTo>
                  <a:pt x="219483" y="1189973"/>
                </a:lnTo>
                <a:lnTo>
                  <a:pt x="220561" y="1191541"/>
                </a:lnTo>
                <a:lnTo>
                  <a:pt x="221313" y="1191966"/>
                </a:lnTo>
                <a:lnTo>
                  <a:pt x="221841" y="1193426"/>
                </a:lnTo>
                <a:lnTo>
                  <a:pt x="222407" y="1193756"/>
                </a:lnTo>
                <a:lnTo>
                  <a:pt x="222730" y="1194446"/>
                </a:lnTo>
                <a:lnTo>
                  <a:pt x="223300" y="1194584"/>
                </a:lnTo>
                <a:lnTo>
                  <a:pt x="224005" y="1195325"/>
                </a:lnTo>
                <a:lnTo>
                  <a:pt x="224364" y="1196225"/>
                </a:lnTo>
                <a:lnTo>
                  <a:pt x="225328" y="1196673"/>
                </a:lnTo>
                <a:lnTo>
                  <a:pt x="225912" y="1197329"/>
                </a:lnTo>
                <a:lnTo>
                  <a:pt x="226011" y="1197965"/>
                </a:lnTo>
                <a:lnTo>
                  <a:pt x="226408" y="1198186"/>
                </a:lnTo>
                <a:lnTo>
                  <a:pt x="226526" y="1198863"/>
                </a:lnTo>
                <a:lnTo>
                  <a:pt x="227246" y="1199811"/>
                </a:lnTo>
                <a:lnTo>
                  <a:pt x="227096" y="1200492"/>
                </a:lnTo>
                <a:lnTo>
                  <a:pt x="227845" y="1200674"/>
                </a:lnTo>
                <a:lnTo>
                  <a:pt x="228881" y="1202238"/>
                </a:lnTo>
                <a:lnTo>
                  <a:pt x="230263" y="1203624"/>
                </a:lnTo>
                <a:lnTo>
                  <a:pt x="230241" y="1204044"/>
                </a:lnTo>
                <a:lnTo>
                  <a:pt x="230603" y="1204136"/>
                </a:lnTo>
                <a:lnTo>
                  <a:pt x="230677" y="1205179"/>
                </a:lnTo>
                <a:lnTo>
                  <a:pt x="231781" y="1206546"/>
                </a:lnTo>
                <a:lnTo>
                  <a:pt x="231974" y="1207155"/>
                </a:lnTo>
                <a:lnTo>
                  <a:pt x="231612" y="1207730"/>
                </a:lnTo>
                <a:lnTo>
                  <a:pt x="231734" y="1208556"/>
                </a:lnTo>
                <a:lnTo>
                  <a:pt x="232619" y="1209139"/>
                </a:lnTo>
                <a:lnTo>
                  <a:pt x="232871" y="1210614"/>
                </a:lnTo>
                <a:lnTo>
                  <a:pt x="233661" y="1211352"/>
                </a:lnTo>
                <a:lnTo>
                  <a:pt x="234354" y="1213465"/>
                </a:lnTo>
                <a:lnTo>
                  <a:pt x="235163" y="1214285"/>
                </a:lnTo>
                <a:lnTo>
                  <a:pt x="234881" y="1216102"/>
                </a:lnTo>
                <a:lnTo>
                  <a:pt x="235982" y="1216684"/>
                </a:lnTo>
                <a:lnTo>
                  <a:pt x="236680" y="1218214"/>
                </a:lnTo>
                <a:lnTo>
                  <a:pt x="238019" y="1219507"/>
                </a:lnTo>
                <a:lnTo>
                  <a:pt x="237894" y="1219930"/>
                </a:lnTo>
                <a:lnTo>
                  <a:pt x="238338" y="1220590"/>
                </a:lnTo>
                <a:lnTo>
                  <a:pt x="238304" y="1221350"/>
                </a:lnTo>
                <a:lnTo>
                  <a:pt x="239357" y="1221986"/>
                </a:lnTo>
                <a:lnTo>
                  <a:pt x="239392" y="1222505"/>
                </a:lnTo>
                <a:lnTo>
                  <a:pt x="240917" y="1224648"/>
                </a:lnTo>
                <a:lnTo>
                  <a:pt x="240685" y="1226566"/>
                </a:lnTo>
                <a:lnTo>
                  <a:pt x="241268" y="1227279"/>
                </a:lnTo>
                <a:lnTo>
                  <a:pt x="241621" y="1227162"/>
                </a:lnTo>
                <a:lnTo>
                  <a:pt x="242435" y="1227542"/>
                </a:lnTo>
                <a:lnTo>
                  <a:pt x="241933" y="1228788"/>
                </a:lnTo>
                <a:lnTo>
                  <a:pt x="242112" y="1229047"/>
                </a:lnTo>
                <a:lnTo>
                  <a:pt x="242729" y="1229057"/>
                </a:lnTo>
                <a:lnTo>
                  <a:pt x="243100" y="1230455"/>
                </a:lnTo>
                <a:lnTo>
                  <a:pt x="243880" y="1230956"/>
                </a:lnTo>
                <a:lnTo>
                  <a:pt x="244558" y="1231949"/>
                </a:lnTo>
                <a:lnTo>
                  <a:pt x="247444" y="1232626"/>
                </a:lnTo>
                <a:lnTo>
                  <a:pt x="257386" y="1235985"/>
                </a:lnTo>
                <a:lnTo>
                  <a:pt x="252740" y="1220183"/>
                </a:lnTo>
                <a:lnTo>
                  <a:pt x="256446" y="1216191"/>
                </a:lnTo>
                <a:lnTo>
                  <a:pt x="263233" y="1209722"/>
                </a:lnTo>
                <a:lnTo>
                  <a:pt x="264864" y="1209600"/>
                </a:lnTo>
                <a:lnTo>
                  <a:pt x="265727" y="1207663"/>
                </a:lnTo>
                <a:lnTo>
                  <a:pt x="270768" y="1203782"/>
                </a:lnTo>
                <a:lnTo>
                  <a:pt x="267741" y="1199372"/>
                </a:lnTo>
                <a:lnTo>
                  <a:pt x="262181" y="1192229"/>
                </a:lnTo>
                <a:lnTo>
                  <a:pt x="262321" y="1187503"/>
                </a:lnTo>
                <a:lnTo>
                  <a:pt x="267863" y="1187364"/>
                </a:lnTo>
                <a:lnTo>
                  <a:pt x="271128" y="1185808"/>
                </a:lnTo>
                <a:lnTo>
                  <a:pt x="277277" y="1184838"/>
                </a:lnTo>
                <a:lnTo>
                  <a:pt x="280820" y="1185594"/>
                </a:lnTo>
                <a:lnTo>
                  <a:pt x="280069" y="1166627"/>
                </a:lnTo>
                <a:lnTo>
                  <a:pt x="281703" y="1161204"/>
                </a:lnTo>
                <a:lnTo>
                  <a:pt x="290014" y="1158060"/>
                </a:lnTo>
                <a:lnTo>
                  <a:pt x="293871" y="1159391"/>
                </a:lnTo>
                <a:lnTo>
                  <a:pt x="295257" y="1159903"/>
                </a:lnTo>
                <a:lnTo>
                  <a:pt x="303934" y="1167142"/>
                </a:lnTo>
                <a:lnTo>
                  <a:pt x="308988" y="1170833"/>
                </a:lnTo>
                <a:lnTo>
                  <a:pt x="312335" y="1168037"/>
                </a:lnTo>
                <a:lnTo>
                  <a:pt x="314841" y="1167265"/>
                </a:lnTo>
                <a:lnTo>
                  <a:pt x="312954" y="1164432"/>
                </a:lnTo>
                <a:lnTo>
                  <a:pt x="315907" y="1163227"/>
                </a:lnTo>
                <a:lnTo>
                  <a:pt x="318572" y="1164756"/>
                </a:lnTo>
                <a:lnTo>
                  <a:pt x="322358" y="1166188"/>
                </a:lnTo>
                <a:lnTo>
                  <a:pt x="324299" y="1164336"/>
                </a:lnTo>
                <a:lnTo>
                  <a:pt x="331756" y="1149451"/>
                </a:lnTo>
                <a:lnTo>
                  <a:pt x="340380" y="1133296"/>
                </a:lnTo>
                <a:lnTo>
                  <a:pt x="339772" y="1120431"/>
                </a:lnTo>
                <a:lnTo>
                  <a:pt x="346193" y="1107779"/>
                </a:lnTo>
                <a:lnTo>
                  <a:pt x="340096" y="1095131"/>
                </a:lnTo>
                <a:lnTo>
                  <a:pt x="351044" y="1104493"/>
                </a:lnTo>
                <a:lnTo>
                  <a:pt x="364783" y="1122050"/>
                </a:lnTo>
                <a:lnTo>
                  <a:pt x="357654" y="1106222"/>
                </a:lnTo>
                <a:lnTo>
                  <a:pt x="360008" y="1091325"/>
                </a:lnTo>
                <a:lnTo>
                  <a:pt x="371092" y="1088130"/>
                </a:lnTo>
                <a:lnTo>
                  <a:pt x="386228" y="1111602"/>
                </a:lnTo>
                <a:lnTo>
                  <a:pt x="403387" y="1112993"/>
                </a:lnTo>
                <a:lnTo>
                  <a:pt x="409997" y="1123588"/>
                </a:lnTo>
                <a:lnTo>
                  <a:pt x="410138" y="1131743"/>
                </a:lnTo>
                <a:lnTo>
                  <a:pt x="421827" y="1140697"/>
                </a:lnTo>
                <a:lnTo>
                  <a:pt x="436688" y="1145351"/>
                </a:lnTo>
                <a:lnTo>
                  <a:pt x="439110" y="1168411"/>
                </a:lnTo>
                <a:lnTo>
                  <a:pt x="425312" y="1172981"/>
                </a:lnTo>
                <a:lnTo>
                  <a:pt x="433565" y="1178160"/>
                </a:lnTo>
                <a:lnTo>
                  <a:pt x="443718" y="1183430"/>
                </a:lnTo>
                <a:lnTo>
                  <a:pt x="432062" y="1190231"/>
                </a:lnTo>
                <a:lnTo>
                  <a:pt x="431233" y="1202259"/>
                </a:lnTo>
                <a:lnTo>
                  <a:pt x="432849" y="1205826"/>
                </a:lnTo>
                <a:lnTo>
                  <a:pt x="439068" y="1215506"/>
                </a:lnTo>
                <a:lnTo>
                  <a:pt x="440112" y="1231295"/>
                </a:lnTo>
                <a:lnTo>
                  <a:pt x="439603" y="1239223"/>
                </a:lnTo>
                <a:lnTo>
                  <a:pt x="443594" y="1248059"/>
                </a:lnTo>
                <a:lnTo>
                  <a:pt x="451392" y="1251782"/>
                </a:lnTo>
                <a:lnTo>
                  <a:pt x="446431" y="1261442"/>
                </a:lnTo>
                <a:lnTo>
                  <a:pt x="451824" y="1264048"/>
                </a:lnTo>
                <a:lnTo>
                  <a:pt x="455013" y="1267635"/>
                </a:lnTo>
                <a:lnTo>
                  <a:pt x="455633" y="1270023"/>
                </a:lnTo>
                <a:lnTo>
                  <a:pt x="455370" y="1270223"/>
                </a:lnTo>
                <a:lnTo>
                  <a:pt x="455192" y="1272560"/>
                </a:lnTo>
                <a:lnTo>
                  <a:pt x="457286" y="1274302"/>
                </a:lnTo>
                <a:lnTo>
                  <a:pt x="456613" y="1281828"/>
                </a:lnTo>
                <a:lnTo>
                  <a:pt x="454766" y="1285303"/>
                </a:lnTo>
                <a:lnTo>
                  <a:pt x="454100" y="1288604"/>
                </a:lnTo>
                <a:lnTo>
                  <a:pt x="452004" y="1291122"/>
                </a:lnTo>
                <a:lnTo>
                  <a:pt x="452972" y="1291544"/>
                </a:lnTo>
                <a:lnTo>
                  <a:pt x="454040" y="1290730"/>
                </a:lnTo>
                <a:lnTo>
                  <a:pt x="454700" y="1289705"/>
                </a:lnTo>
                <a:lnTo>
                  <a:pt x="457870" y="1292131"/>
                </a:lnTo>
                <a:lnTo>
                  <a:pt x="462104" y="1291854"/>
                </a:lnTo>
                <a:lnTo>
                  <a:pt x="463855" y="1293146"/>
                </a:lnTo>
                <a:lnTo>
                  <a:pt x="465060" y="1293440"/>
                </a:lnTo>
                <a:lnTo>
                  <a:pt x="459953" y="1302375"/>
                </a:lnTo>
                <a:lnTo>
                  <a:pt x="460595" y="1302784"/>
                </a:lnTo>
                <a:lnTo>
                  <a:pt x="463535" y="1302536"/>
                </a:lnTo>
                <a:lnTo>
                  <a:pt x="465430" y="1302034"/>
                </a:lnTo>
                <a:lnTo>
                  <a:pt x="466478" y="1306900"/>
                </a:lnTo>
                <a:lnTo>
                  <a:pt x="463433" y="1312035"/>
                </a:lnTo>
                <a:lnTo>
                  <a:pt x="464981" y="1315626"/>
                </a:lnTo>
                <a:lnTo>
                  <a:pt x="464312" y="1320169"/>
                </a:lnTo>
                <a:lnTo>
                  <a:pt x="461274" y="1320940"/>
                </a:lnTo>
                <a:lnTo>
                  <a:pt x="461881" y="1324260"/>
                </a:lnTo>
                <a:lnTo>
                  <a:pt x="463311" y="1327733"/>
                </a:lnTo>
                <a:lnTo>
                  <a:pt x="465253" y="1329980"/>
                </a:lnTo>
                <a:lnTo>
                  <a:pt x="466052" y="1332281"/>
                </a:lnTo>
                <a:lnTo>
                  <a:pt x="468415" y="1335902"/>
                </a:lnTo>
                <a:lnTo>
                  <a:pt x="467982" y="1338267"/>
                </a:lnTo>
                <a:lnTo>
                  <a:pt x="467063" y="1338376"/>
                </a:lnTo>
                <a:lnTo>
                  <a:pt x="466232" y="1337787"/>
                </a:lnTo>
                <a:lnTo>
                  <a:pt x="464978" y="1338273"/>
                </a:lnTo>
                <a:lnTo>
                  <a:pt x="463970" y="1339092"/>
                </a:lnTo>
                <a:lnTo>
                  <a:pt x="463816" y="1341369"/>
                </a:lnTo>
                <a:lnTo>
                  <a:pt x="464013" y="1341937"/>
                </a:lnTo>
                <a:lnTo>
                  <a:pt x="464692" y="1342463"/>
                </a:lnTo>
                <a:lnTo>
                  <a:pt x="465591" y="1342070"/>
                </a:lnTo>
                <a:lnTo>
                  <a:pt x="465792" y="1343261"/>
                </a:lnTo>
                <a:lnTo>
                  <a:pt x="466817" y="1342766"/>
                </a:lnTo>
                <a:lnTo>
                  <a:pt x="467563" y="1344212"/>
                </a:lnTo>
                <a:lnTo>
                  <a:pt x="466387" y="1344346"/>
                </a:lnTo>
                <a:lnTo>
                  <a:pt x="466172" y="1345957"/>
                </a:lnTo>
                <a:lnTo>
                  <a:pt x="465216" y="1346269"/>
                </a:lnTo>
                <a:lnTo>
                  <a:pt x="464745" y="1347163"/>
                </a:lnTo>
                <a:lnTo>
                  <a:pt x="463296" y="1347642"/>
                </a:lnTo>
                <a:lnTo>
                  <a:pt x="463091" y="1348474"/>
                </a:lnTo>
                <a:lnTo>
                  <a:pt x="462336" y="1348831"/>
                </a:lnTo>
                <a:lnTo>
                  <a:pt x="462322" y="1349959"/>
                </a:lnTo>
                <a:lnTo>
                  <a:pt x="461285" y="1351316"/>
                </a:lnTo>
                <a:lnTo>
                  <a:pt x="460834" y="1351475"/>
                </a:lnTo>
                <a:lnTo>
                  <a:pt x="459915" y="1351221"/>
                </a:lnTo>
                <a:lnTo>
                  <a:pt x="458639" y="1352248"/>
                </a:lnTo>
                <a:lnTo>
                  <a:pt x="458575" y="1352644"/>
                </a:lnTo>
                <a:lnTo>
                  <a:pt x="459023" y="1353383"/>
                </a:lnTo>
                <a:lnTo>
                  <a:pt x="458125" y="1354120"/>
                </a:lnTo>
                <a:lnTo>
                  <a:pt x="459199" y="1355123"/>
                </a:lnTo>
                <a:lnTo>
                  <a:pt x="459004" y="1356234"/>
                </a:lnTo>
                <a:lnTo>
                  <a:pt x="459551" y="1357007"/>
                </a:lnTo>
                <a:lnTo>
                  <a:pt x="458847" y="1357791"/>
                </a:lnTo>
                <a:lnTo>
                  <a:pt x="459109" y="1358793"/>
                </a:lnTo>
                <a:lnTo>
                  <a:pt x="458215" y="1359338"/>
                </a:lnTo>
                <a:lnTo>
                  <a:pt x="458479" y="1359975"/>
                </a:lnTo>
                <a:lnTo>
                  <a:pt x="458334" y="1360426"/>
                </a:lnTo>
                <a:lnTo>
                  <a:pt x="459729" y="1360294"/>
                </a:lnTo>
                <a:lnTo>
                  <a:pt x="463538" y="1360931"/>
                </a:lnTo>
                <a:lnTo>
                  <a:pt x="467555" y="1362575"/>
                </a:lnTo>
                <a:lnTo>
                  <a:pt x="468187" y="1363335"/>
                </a:lnTo>
                <a:lnTo>
                  <a:pt x="472032" y="1363975"/>
                </a:lnTo>
                <a:lnTo>
                  <a:pt x="473533" y="1365634"/>
                </a:lnTo>
                <a:lnTo>
                  <a:pt x="475589" y="1365443"/>
                </a:lnTo>
                <a:lnTo>
                  <a:pt x="477421" y="1366419"/>
                </a:lnTo>
                <a:lnTo>
                  <a:pt x="477891" y="1366106"/>
                </a:lnTo>
                <a:lnTo>
                  <a:pt x="478752" y="1364610"/>
                </a:lnTo>
                <a:lnTo>
                  <a:pt x="479636" y="1363965"/>
                </a:lnTo>
                <a:lnTo>
                  <a:pt x="480122" y="1363926"/>
                </a:lnTo>
                <a:lnTo>
                  <a:pt x="482364" y="1365783"/>
                </a:lnTo>
                <a:lnTo>
                  <a:pt x="486771" y="1364654"/>
                </a:lnTo>
                <a:lnTo>
                  <a:pt x="488915" y="1372824"/>
                </a:lnTo>
                <a:lnTo>
                  <a:pt x="494060" y="1366102"/>
                </a:lnTo>
                <a:lnTo>
                  <a:pt x="501068" y="1356135"/>
                </a:lnTo>
                <a:lnTo>
                  <a:pt x="499939" y="1367425"/>
                </a:lnTo>
                <a:lnTo>
                  <a:pt x="497853" y="1375850"/>
                </a:lnTo>
                <a:lnTo>
                  <a:pt x="500024" y="1378430"/>
                </a:lnTo>
                <a:lnTo>
                  <a:pt x="501915" y="1375571"/>
                </a:lnTo>
                <a:lnTo>
                  <a:pt x="507510" y="1379111"/>
                </a:lnTo>
                <a:lnTo>
                  <a:pt x="508776" y="1384361"/>
                </a:lnTo>
                <a:lnTo>
                  <a:pt x="512676" y="1387138"/>
                </a:lnTo>
                <a:lnTo>
                  <a:pt x="514404" y="1389917"/>
                </a:lnTo>
                <a:lnTo>
                  <a:pt x="517198" y="1388803"/>
                </a:lnTo>
                <a:lnTo>
                  <a:pt x="519524" y="1384433"/>
                </a:lnTo>
                <a:lnTo>
                  <a:pt x="524532" y="1387332"/>
                </a:lnTo>
                <a:lnTo>
                  <a:pt x="531615" y="1395033"/>
                </a:lnTo>
                <a:lnTo>
                  <a:pt x="533621" y="1394950"/>
                </a:lnTo>
                <a:lnTo>
                  <a:pt x="534679" y="1395550"/>
                </a:lnTo>
                <a:lnTo>
                  <a:pt x="535070" y="1398426"/>
                </a:lnTo>
                <a:lnTo>
                  <a:pt x="534494" y="1402668"/>
                </a:lnTo>
                <a:lnTo>
                  <a:pt x="535390" y="1404071"/>
                </a:lnTo>
                <a:lnTo>
                  <a:pt x="538199" y="1397271"/>
                </a:lnTo>
                <a:lnTo>
                  <a:pt x="539669" y="1402768"/>
                </a:lnTo>
                <a:lnTo>
                  <a:pt x="538640" y="1404847"/>
                </a:lnTo>
                <a:lnTo>
                  <a:pt x="535874" y="1405745"/>
                </a:lnTo>
                <a:lnTo>
                  <a:pt x="533425" y="1408929"/>
                </a:lnTo>
                <a:lnTo>
                  <a:pt x="534981" y="1411755"/>
                </a:lnTo>
                <a:lnTo>
                  <a:pt x="534245" y="1412978"/>
                </a:lnTo>
                <a:lnTo>
                  <a:pt x="535521" y="1412175"/>
                </a:lnTo>
                <a:lnTo>
                  <a:pt x="537927" y="1415166"/>
                </a:lnTo>
                <a:lnTo>
                  <a:pt x="536664" y="1418779"/>
                </a:lnTo>
                <a:lnTo>
                  <a:pt x="538262" y="1420022"/>
                </a:lnTo>
                <a:lnTo>
                  <a:pt x="536989" y="1420695"/>
                </a:lnTo>
                <a:lnTo>
                  <a:pt x="537525" y="1421911"/>
                </a:lnTo>
                <a:lnTo>
                  <a:pt x="537349" y="1423155"/>
                </a:lnTo>
                <a:lnTo>
                  <a:pt x="535823" y="1425914"/>
                </a:lnTo>
                <a:lnTo>
                  <a:pt x="536162" y="1427107"/>
                </a:lnTo>
                <a:lnTo>
                  <a:pt x="537407" y="1427608"/>
                </a:lnTo>
                <a:lnTo>
                  <a:pt x="536950" y="1428905"/>
                </a:lnTo>
                <a:lnTo>
                  <a:pt x="523827" y="1436713"/>
                </a:lnTo>
                <a:lnTo>
                  <a:pt x="527839" y="1450985"/>
                </a:lnTo>
                <a:lnTo>
                  <a:pt x="528681" y="1451439"/>
                </a:lnTo>
                <a:lnTo>
                  <a:pt x="528620" y="1452389"/>
                </a:lnTo>
                <a:lnTo>
                  <a:pt x="530119" y="1455214"/>
                </a:lnTo>
                <a:lnTo>
                  <a:pt x="531831" y="1456971"/>
                </a:lnTo>
                <a:lnTo>
                  <a:pt x="532908" y="1459234"/>
                </a:lnTo>
                <a:lnTo>
                  <a:pt x="533801" y="1460177"/>
                </a:lnTo>
                <a:lnTo>
                  <a:pt x="534252" y="1461404"/>
                </a:lnTo>
                <a:lnTo>
                  <a:pt x="535073" y="1462576"/>
                </a:lnTo>
                <a:lnTo>
                  <a:pt x="535270" y="1464125"/>
                </a:lnTo>
                <a:lnTo>
                  <a:pt x="536448" y="1465084"/>
                </a:lnTo>
                <a:lnTo>
                  <a:pt x="538141" y="1469253"/>
                </a:lnTo>
                <a:lnTo>
                  <a:pt x="539220" y="1471156"/>
                </a:lnTo>
                <a:lnTo>
                  <a:pt x="539716" y="1471429"/>
                </a:lnTo>
                <a:lnTo>
                  <a:pt x="540553" y="1470957"/>
                </a:lnTo>
                <a:lnTo>
                  <a:pt x="541110" y="1470975"/>
                </a:lnTo>
                <a:lnTo>
                  <a:pt x="542705" y="1473343"/>
                </a:lnTo>
                <a:lnTo>
                  <a:pt x="539350" y="1475960"/>
                </a:lnTo>
                <a:lnTo>
                  <a:pt x="538547" y="1488671"/>
                </a:lnTo>
                <a:lnTo>
                  <a:pt x="540905" y="1497479"/>
                </a:lnTo>
                <a:lnTo>
                  <a:pt x="546070" y="1508948"/>
                </a:lnTo>
                <a:lnTo>
                  <a:pt x="555390" y="1503750"/>
                </a:lnTo>
                <a:lnTo>
                  <a:pt x="558108" y="1500158"/>
                </a:lnTo>
                <a:lnTo>
                  <a:pt x="558769" y="1488139"/>
                </a:lnTo>
                <a:lnTo>
                  <a:pt x="557821" y="1484136"/>
                </a:lnTo>
                <a:lnTo>
                  <a:pt x="560620" y="1475771"/>
                </a:lnTo>
                <a:lnTo>
                  <a:pt x="559637" y="1469815"/>
                </a:lnTo>
                <a:lnTo>
                  <a:pt x="564736" y="1463560"/>
                </a:lnTo>
                <a:lnTo>
                  <a:pt x="566988" y="1466528"/>
                </a:lnTo>
                <a:lnTo>
                  <a:pt x="568941" y="1468125"/>
                </a:lnTo>
                <a:lnTo>
                  <a:pt x="572077" y="1466206"/>
                </a:lnTo>
                <a:lnTo>
                  <a:pt x="576949" y="1463808"/>
                </a:lnTo>
                <a:lnTo>
                  <a:pt x="573092" y="1459740"/>
                </a:lnTo>
                <a:lnTo>
                  <a:pt x="576886" y="1457665"/>
                </a:lnTo>
                <a:lnTo>
                  <a:pt x="577565" y="1452949"/>
                </a:lnTo>
                <a:lnTo>
                  <a:pt x="582202" y="1457667"/>
                </a:lnTo>
                <a:lnTo>
                  <a:pt x="588315" y="1454133"/>
                </a:lnTo>
                <a:lnTo>
                  <a:pt x="590521" y="1447768"/>
                </a:lnTo>
                <a:lnTo>
                  <a:pt x="595689" y="1448641"/>
                </a:lnTo>
                <a:lnTo>
                  <a:pt x="599758" y="1451738"/>
                </a:lnTo>
                <a:lnTo>
                  <a:pt x="610007" y="1450263"/>
                </a:lnTo>
                <a:lnTo>
                  <a:pt x="614787" y="1444997"/>
                </a:lnTo>
                <a:lnTo>
                  <a:pt x="620519" y="1440886"/>
                </a:lnTo>
                <a:lnTo>
                  <a:pt x="625824" y="1434327"/>
                </a:lnTo>
                <a:lnTo>
                  <a:pt x="627954" y="1425844"/>
                </a:lnTo>
                <a:lnTo>
                  <a:pt x="633015" y="1424908"/>
                </a:lnTo>
                <a:lnTo>
                  <a:pt x="634964" y="1425223"/>
                </a:lnTo>
                <a:lnTo>
                  <a:pt x="635430" y="1423774"/>
                </a:lnTo>
                <a:lnTo>
                  <a:pt x="636826" y="1421331"/>
                </a:lnTo>
                <a:lnTo>
                  <a:pt x="637742" y="1417656"/>
                </a:lnTo>
                <a:lnTo>
                  <a:pt x="640894" y="1413991"/>
                </a:lnTo>
                <a:lnTo>
                  <a:pt x="643437" y="1412804"/>
                </a:lnTo>
                <a:lnTo>
                  <a:pt x="648146" y="1412268"/>
                </a:lnTo>
                <a:lnTo>
                  <a:pt x="646062" y="1420532"/>
                </a:lnTo>
                <a:lnTo>
                  <a:pt x="658114" y="1419525"/>
                </a:lnTo>
                <a:lnTo>
                  <a:pt x="660830" y="1435961"/>
                </a:lnTo>
                <a:lnTo>
                  <a:pt x="654603" y="1434688"/>
                </a:lnTo>
                <a:lnTo>
                  <a:pt x="646413" y="1444070"/>
                </a:lnTo>
                <a:lnTo>
                  <a:pt x="647731" y="1449718"/>
                </a:lnTo>
                <a:lnTo>
                  <a:pt x="641779" y="1457580"/>
                </a:lnTo>
                <a:lnTo>
                  <a:pt x="633146" y="1453319"/>
                </a:lnTo>
                <a:lnTo>
                  <a:pt x="636391" y="1468344"/>
                </a:lnTo>
                <a:lnTo>
                  <a:pt x="636632" y="1473347"/>
                </a:lnTo>
                <a:lnTo>
                  <a:pt x="641192" y="1483498"/>
                </a:lnTo>
                <a:lnTo>
                  <a:pt x="639977" y="1486061"/>
                </a:lnTo>
                <a:lnTo>
                  <a:pt x="643829" y="1493707"/>
                </a:lnTo>
                <a:lnTo>
                  <a:pt x="644741" y="1499922"/>
                </a:lnTo>
                <a:lnTo>
                  <a:pt x="651392" y="1504355"/>
                </a:lnTo>
                <a:lnTo>
                  <a:pt x="653172" y="1507665"/>
                </a:lnTo>
                <a:lnTo>
                  <a:pt x="652949" y="1520425"/>
                </a:lnTo>
                <a:lnTo>
                  <a:pt x="658226" y="1526372"/>
                </a:lnTo>
                <a:lnTo>
                  <a:pt x="664486" y="1529021"/>
                </a:lnTo>
                <a:lnTo>
                  <a:pt x="671385" y="1529818"/>
                </a:lnTo>
                <a:lnTo>
                  <a:pt x="678447" y="1539676"/>
                </a:lnTo>
                <a:lnTo>
                  <a:pt x="680985" y="1540794"/>
                </a:lnTo>
                <a:lnTo>
                  <a:pt x="682201" y="1544926"/>
                </a:lnTo>
                <a:lnTo>
                  <a:pt x="682361" y="1549659"/>
                </a:lnTo>
                <a:lnTo>
                  <a:pt x="684907" y="1547875"/>
                </a:lnTo>
                <a:lnTo>
                  <a:pt x="694567" y="1554869"/>
                </a:lnTo>
                <a:lnTo>
                  <a:pt x="704342" y="1554882"/>
                </a:lnTo>
                <a:lnTo>
                  <a:pt x="713944" y="1543046"/>
                </a:lnTo>
                <a:lnTo>
                  <a:pt x="719183" y="1551568"/>
                </a:lnTo>
                <a:lnTo>
                  <a:pt x="718955" y="1554721"/>
                </a:lnTo>
                <a:lnTo>
                  <a:pt x="724077" y="1554609"/>
                </a:lnTo>
                <a:lnTo>
                  <a:pt x="728482" y="1552676"/>
                </a:lnTo>
                <a:lnTo>
                  <a:pt x="728590" y="1552410"/>
                </a:lnTo>
                <a:lnTo>
                  <a:pt x="741669" y="1554476"/>
                </a:lnTo>
                <a:lnTo>
                  <a:pt x="743586" y="1548306"/>
                </a:lnTo>
                <a:lnTo>
                  <a:pt x="752233" y="1544618"/>
                </a:lnTo>
                <a:lnTo>
                  <a:pt x="757261" y="1529741"/>
                </a:lnTo>
                <a:lnTo>
                  <a:pt x="756744" y="1523505"/>
                </a:lnTo>
                <a:lnTo>
                  <a:pt x="750322" y="1514234"/>
                </a:lnTo>
                <a:lnTo>
                  <a:pt x="749809" y="1509713"/>
                </a:lnTo>
                <a:lnTo>
                  <a:pt x="755042" y="1506394"/>
                </a:lnTo>
                <a:lnTo>
                  <a:pt x="758296" y="1500192"/>
                </a:lnTo>
                <a:lnTo>
                  <a:pt x="777330" y="1495295"/>
                </a:lnTo>
                <a:lnTo>
                  <a:pt x="789413" y="1496863"/>
                </a:lnTo>
                <a:lnTo>
                  <a:pt x="793155" y="1497991"/>
                </a:lnTo>
                <a:lnTo>
                  <a:pt x="798660" y="1497387"/>
                </a:lnTo>
                <a:lnTo>
                  <a:pt x="808633" y="1492560"/>
                </a:lnTo>
                <a:lnTo>
                  <a:pt x="805716" y="1485166"/>
                </a:lnTo>
                <a:lnTo>
                  <a:pt x="812102" y="1469565"/>
                </a:lnTo>
                <a:lnTo>
                  <a:pt x="813082" y="1468470"/>
                </a:lnTo>
                <a:lnTo>
                  <a:pt x="814551" y="1467816"/>
                </a:lnTo>
                <a:lnTo>
                  <a:pt x="819810" y="1460712"/>
                </a:lnTo>
                <a:lnTo>
                  <a:pt x="825960" y="1458122"/>
                </a:lnTo>
                <a:lnTo>
                  <a:pt x="827858" y="1456058"/>
                </a:lnTo>
                <a:lnTo>
                  <a:pt x="831163" y="1448889"/>
                </a:lnTo>
                <a:lnTo>
                  <a:pt x="830802" y="1444101"/>
                </a:lnTo>
                <a:lnTo>
                  <a:pt x="839180" y="1446635"/>
                </a:lnTo>
                <a:lnTo>
                  <a:pt x="848073" y="1442105"/>
                </a:lnTo>
                <a:lnTo>
                  <a:pt x="851580" y="1443251"/>
                </a:lnTo>
                <a:lnTo>
                  <a:pt x="853721" y="1439331"/>
                </a:lnTo>
                <a:lnTo>
                  <a:pt x="858801" y="1434768"/>
                </a:lnTo>
                <a:lnTo>
                  <a:pt x="865862" y="1435685"/>
                </a:lnTo>
                <a:lnTo>
                  <a:pt x="870888" y="1433645"/>
                </a:lnTo>
                <a:lnTo>
                  <a:pt x="871560" y="1432773"/>
                </a:lnTo>
                <a:lnTo>
                  <a:pt x="872691" y="1431298"/>
                </a:lnTo>
                <a:lnTo>
                  <a:pt x="870516" y="1426778"/>
                </a:lnTo>
                <a:lnTo>
                  <a:pt x="868150" y="1415098"/>
                </a:lnTo>
                <a:lnTo>
                  <a:pt x="870239" y="1414907"/>
                </a:lnTo>
                <a:lnTo>
                  <a:pt x="875026" y="1413487"/>
                </a:lnTo>
                <a:lnTo>
                  <a:pt x="877574" y="1412567"/>
                </a:lnTo>
                <a:lnTo>
                  <a:pt x="879504" y="1411144"/>
                </a:lnTo>
                <a:lnTo>
                  <a:pt x="885676" y="1410842"/>
                </a:lnTo>
                <a:lnTo>
                  <a:pt x="889154" y="1415102"/>
                </a:lnTo>
                <a:lnTo>
                  <a:pt x="890549" y="1417337"/>
                </a:lnTo>
                <a:lnTo>
                  <a:pt x="893469" y="1418287"/>
                </a:lnTo>
                <a:lnTo>
                  <a:pt x="896574" y="1413701"/>
                </a:lnTo>
                <a:lnTo>
                  <a:pt x="900475" y="1409858"/>
                </a:lnTo>
                <a:lnTo>
                  <a:pt x="902201" y="1413676"/>
                </a:lnTo>
                <a:lnTo>
                  <a:pt x="906578" y="1413892"/>
                </a:lnTo>
                <a:lnTo>
                  <a:pt x="906176" y="1416113"/>
                </a:lnTo>
                <a:lnTo>
                  <a:pt x="907906" y="1418467"/>
                </a:lnTo>
                <a:lnTo>
                  <a:pt x="920075" y="1422931"/>
                </a:lnTo>
                <a:lnTo>
                  <a:pt x="923169" y="1423078"/>
                </a:lnTo>
                <a:lnTo>
                  <a:pt x="927604" y="1421923"/>
                </a:lnTo>
                <a:lnTo>
                  <a:pt x="928025" y="1419153"/>
                </a:lnTo>
                <a:lnTo>
                  <a:pt x="928478" y="1418458"/>
                </a:lnTo>
                <a:lnTo>
                  <a:pt x="931293" y="1420155"/>
                </a:lnTo>
                <a:lnTo>
                  <a:pt x="933037" y="1412680"/>
                </a:lnTo>
                <a:lnTo>
                  <a:pt x="938698" y="1411356"/>
                </a:lnTo>
                <a:lnTo>
                  <a:pt x="942655" y="1408728"/>
                </a:lnTo>
                <a:lnTo>
                  <a:pt x="943250" y="1409284"/>
                </a:lnTo>
                <a:lnTo>
                  <a:pt x="943787" y="1403234"/>
                </a:lnTo>
                <a:lnTo>
                  <a:pt x="945684" y="1391776"/>
                </a:lnTo>
                <a:lnTo>
                  <a:pt x="954203" y="1385389"/>
                </a:lnTo>
                <a:lnTo>
                  <a:pt x="957679" y="1397703"/>
                </a:lnTo>
                <a:lnTo>
                  <a:pt x="962376" y="1384407"/>
                </a:lnTo>
                <a:lnTo>
                  <a:pt x="964612" y="1381976"/>
                </a:lnTo>
                <a:lnTo>
                  <a:pt x="957992" y="1378560"/>
                </a:lnTo>
                <a:lnTo>
                  <a:pt x="954737" y="1373276"/>
                </a:lnTo>
                <a:lnTo>
                  <a:pt x="958073" y="1370013"/>
                </a:lnTo>
                <a:lnTo>
                  <a:pt x="957051" y="1364940"/>
                </a:lnTo>
                <a:lnTo>
                  <a:pt x="954025" y="1358311"/>
                </a:lnTo>
                <a:lnTo>
                  <a:pt x="958706" y="1355387"/>
                </a:lnTo>
                <a:lnTo>
                  <a:pt x="958843" y="1350849"/>
                </a:lnTo>
                <a:lnTo>
                  <a:pt x="958615" y="1349425"/>
                </a:lnTo>
                <a:lnTo>
                  <a:pt x="958065" y="1348594"/>
                </a:lnTo>
                <a:lnTo>
                  <a:pt x="957161" y="1347991"/>
                </a:lnTo>
                <a:lnTo>
                  <a:pt x="955883" y="1346197"/>
                </a:lnTo>
                <a:lnTo>
                  <a:pt x="955904" y="1344846"/>
                </a:lnTo>
                <a:lnTo>
                  <a:pt x="955589" y="1344796"/>
                </a:lnTo>
                <a:lnTo>
                  <a:pt x="955182" y="1343882"/>
                </a:lnTo>
                <a:lnTo>
                  <a:pt x="954975" y="1342214"/>
                </a:lnTo>
                <a:lnTo>
                  <a:pt x="961026" y="1343594"/>
                </a:lnTo>
                <a:lnTo>
                  <a:pt x="963640" y="1347675"/>
                </a:lnTo>
                <a:lnTo>
                  <a:pt x="969382" y="1349270"/>
                </a:lnTo>
                <a:lnTo>
                  <a:pt x="970832" y="1335461"/>
                </a:lnTo>
                <a:lnTo>
                  <a:pt x="968025" y="1333411"/>
                </a:lnTo>
                <a:lnTo>
                  <a:pt x="975535" y="1329967"/>
                </a:lnTo>
                <a:lnTo>
                  <a:pt x="975079" y="1324597"/>
                </a:lnTo>
                <a:lnTo>
                  <a:pt x="980337" y="1312890"/>
                </a:lnTo>
                <a:lnTo>
                  <a:pt x="982262" y="1305561"/>
                </a:lnTo>
                <a:lnTo>
                  <a:pt x="983923" y="1305120"/>
                </a:lnTo>
                <a:lnTo>
                  <a:pt x="985812" y="1291771"/>
                </a:lnTo>
                <a:lnTo>
                  <a:pt x="992215" y="1289951"/>
                </a:lnTo>
                <a:lnTo>
                  <a:pt x="999274" y="1294037"/>
                </a:lnTo>
                <a:lnTo>
                  <a:pt x="1012114" y="1300111"/>
                </a:lnTo>
                <a:lnTo>
                  <a:pt x="1022399" y="1306108"/>
                </a:lnTo>
                <a:lnTo>
                  <a:pt x="1033686" y="1307416"/>
                </a:lnTo>
                <a:lnTo>
                  <a:pt x="1033987" y="1314128"/>
                </a:lnTo>
                <a:lnTo>
                  <a:pt x="1042647" y="1316215"/>
                </a:lnTo>
                <a:lnTo>
                  <a:pt x="1041106" y="1319122"/>
                </a:lnTo>
                <a:lnTo>
                  <a:pt x="1036199" y="1331692"/>
                </a:lnTo>
                <a:lnTo>
                  <a:pt x="1042200" y="1334930"/>
                </a:lnTo>
                <a:lnTo>
                  <a:pt x="1044945" y="1335000"/>
                </a:lnTo>
                <a:lnTo>
                  <a:pt x="1044842" y="1334297"/>
                </a:lnTo>
                <a:lnTo>
                  <a:pt x="1045162" y="1333539"/>
                </a:lnTo>
                <a:lnTo>
                  <a:pt x="1045497" y="1333377"/>
                </a:lnTo>
                <a:lnTo>
                  <a:pt x="1046617" y="1333608"/>
                </a:lnTo>
                <a:lnTo>
                  <a:pt x="1046969" y="1333248"/>
                </a:lnTo>
                <a:lnTo>
                  <a:pt x="1047299" y="1333461"/>
                </a:lnTo>
                <a:lnTo>
                  <a:pt x="1047507" y="1334248"/>
                </a:lnTo>
                <a:lnTo>
                  <a:pt x="1048162" y="1334635"/>
                </a:lnTo>
                <a:lnTo>
                  <a:pt x="1061730" y="1330243"/>
                </a:lnTo>
                <a:lnTo>
                  <a:pt x="1065440" y="1335569"/>
                </a:lnTo>
                <a:lnTo>
                  <a:pt x="1068658" y="1341131"/>
                </a:lnTo>
                <a:lnTo>
                  <a:pt x="1076504" y="1337387"/>
                </a:lnTo>
                <a:lnTo>
                  <a:pt x="1081953" y="1333646"/>
                </a:lnTo>
                <a:lnTo>
                  <a:pt x="1084602" y="1341879"/>
                </a:lnTo>
                <a:lnTo>
                  <a:pt x="1089063" y="1344530"/>
                </a:lnTo>
                <a:lnTo>
                  <a:pt x="1097487" y="1342017"/>
                </a:lnTo>
                <a:lnTo>
                  <a:pt x="1101068" y="1341579"/>
                </a:lnTo>
                <a:lnTo>
                  <a:pt x="1111336" y="1344661"/>
                </a:lnTo>
                <a:lnTo>
                  <a:pt x="1116027" y="1347156"/>
                </a:lnTo>
                <a:lnTo>
                  <a:pt x="1113595" y="1350899"/>
                </a:lnTo>
                <a:lnTo>
                  <a:pt x="1113696" y="1356515"/>
                </a:lnTo>
                <a:lnTo>
                  <a:pt x="1114710" y="1359376"/>
                </a:lnTo>
                <a:lnTo>
                  <a:pt x="1116696" y="1359164"/>
                </a:lnTo>
                <a:lnTo>
                  <a:pt x="1119447" y="1362664"/>
                </a:lnTo>
                <a:lnTo>
                  <a:pt x="1121224" y="1363681"/>
                </a:lnTo>
                <a:lnTo>
                  <a:pt x="1122151" y="1360419"/>
                </a:lnTo>
                <a:lnTo>
                  <a:pt x="1124507" y="1360299"/>
                </a:lnTo>
                <a:lnTo>
                  <a:pt x="1127848" y="1358650"/>
                </a:lnTo>
                <a:lnTo>
                  <a:pt x="1128703" y="1357038"/>
                </a:lnTo>
                <a:lnTo>
                  <a:pt x="1129859" y="1356394"/>
                </a:lnTo>
                <a:lnTo>
                  <a:pt x="1132961" y="1352253"/>
                </a:lnTo>
                <a:lnTo>
                  <a:pt x="1142543" y="1344104"/>
                </a:lnTo>
                <a:lnTo>
                  <a:pt x="1141645" y="1339986"/>
                </a:lnTo>
                <a:lnTo>
                  <a:pt x="1147677" y="1332587"/>
                </a:lnTo>
                <a:lnTo>
                  <a:pt x="1147807" y="1325529"/>
                </a:lnTo>
                <a:lnTo>
                  <a:pt x="1148241" y="1324547"/>
                </a:lnTo>
                <a:lnTo>
                  <a:pt x="1154104" y="1316312"/>
                </a:lnTo>
                <a:lnTo>
                  <a:pt x="1161045" y="1312605"/>
                </a:lnTo>
                <a:lnTo>
                  <a:pt x="1167899" y="1313314"/>
                </a:lnTo>
                <a:lnTo>
                  <a:pt x="1171159" y="1313108"/>
                </a:lnTo>
                <a:lnTo>
                  <a:pt x="1170270" y="1310402"/>
                </a:lnTo>
                <a:lnTo>
                  <a:pt x="1172645" y="1305180"/>
                </a:lnTo>
                <a:lnTo>
                  <a:pt x="1173746" y="1307065"/>
                </a:lnTo>
                <a:lnTo>
                  <a:pt x="1185670" y="1310926"/>
                </a:lnTo>
                <a:lnTo>
                  <a:pt x="1190205" y="1311411"/>
                </a:lnTo>
                <a:lnTo>
                  <a:pt x="1192083" y="1308821"/>
                </a:lnTo>
                <a:lnTo>
                  <a:pt x="1198454" y="1308302"/>
                </a:lnTo>
                <a:lnTo>
                  <a:pt x="1201693" y="1303164"/>
                </a:lnTo>
                <a:lnTo>
                  <a:pt x="1205708" y="1300709"/>
                </a:lnTo>
                <a:lnTo>
                  <a:pt x="1209034" y="1302731"/>
                </a:lnTo>
                <a:lnTo>
                  <a:pt x="1217070" y="1300709"/>
                </a:lnTo>
                <a:lnTo>
                  <a:pt x="1221380" y="1300213"/>
                </a:lnTo>
                <a:lnTo>
                  <a:pt x="1224539" y="1301638"/>
                </a:lnTo>
                <a:lnTo>
                  <a:pt x="1228147" y="1309467"/>
                </a:lnTo>
                <a:lnTo>
                  <a:pt x="1231570" y="1309717"/>
                </a:lnTo>
                <a:lnTo>
                  <a:pt x="1237806" y="1312964"/>
                </a:lnTo>
                <a:lnTo>
                  <a:pt x="1242030" y="1313129"/>
                </a:lnTo>
                <a:lnTo>
                  <a:pt x="1243024" y="1315825"/>
                </a:lnTo>
                <a:lnTo>
                  <a:pt x="1236658" y="1322394"/>
                </a:lnTo>
                <a:lnTo>
                  <a:pt x="1241327" y="1323197"/>
                </a:lnTo>
                <a:lnTo>
                  <a:pt x="1240058" y="1325553"/>
                </a:lnTo>
                <a:lnTo>
                  <a:pt x="1241445" y="1326136"/>
                </a:lnTo>
                <a:lnTo>
                  <a:pt x="1248103" y="1335716"/>
                </a:lnTo>
                <a:lnTo>
                  <a:pt x="1250614" y="1336304"/>
                </a:lnTo>
                <a:lnTo>
                  <a:pt x="1254168" y="1333487"/>
                </a:lnTo>
                <a:lnTo>
                  <a:pt x="1254489" y="1328412"/>
                </a:lnTo>
                <a:lnTo>
                  <a:pt x="1259507" y="1324213"/>
                </a:lnTo>
                <a:lnTo>
                  <a:pt x="1259934" y="1319676"/>
                </a:lnTo>
                <a:lnTo>
                  <a:pt x="1262405" y="1313182"/>
                </a:lnTo>
                <a:lnTo>
                  <a:pt x="1261850" y="1311515"/>
                </a:lnTo>
                <a:lnTo>
                  <a:pt x="1275518" y="1311520"/>
                </a:lnTo>
                <a:lnTo>
                  <a:pt x="1272621" y="1314429"/>
                </a:lnTo>
                <a:lnTo>
                  <a:pt x="1272528" y="1315991"/>
                </a:lnTo>
                <a:lnTo>
                  <a:pt x="1274907" y="1323070"/>
                </a:lnTo>
                <a:lnTo>
                  <a:pt x="1277019" y="1324715"/>
                </a:lnTo>
                <a:lnTo>
                  <a:pt x="1279437" y="1330645"/>
                </a:lnTo>
                <a:lnTo>
                  <a:pt x="1284541" y="1327885"/>
                </a:lnTo>
                <a:lnTo>
                  <a:pt x="1292727" y="1327137"/>
                </a:lnTo>
                <a:lnTo>
                  <a:pt x="1291909" y="1323074"/>
                </a:lnTo>
                <a:lnTo>
                  <a:pt x="1294229" y="1317909"/>
                </a:lnTo>
                <a:lnTo>
                  <a:pt x="1304728" y="1319309"/>
                </a:lnTo>
                <a:lnTo>
                  <a:pt x="1307040" y="1320195"/>
                </a:lnTo>
                <a:lnTo>
                  <a:pt x="1308379" y="1321782"/>
                </a:lnTo>
                <a:lnTo>
                  <a:pt x="1311611" y="1322991"/>
                </a:lnTo>
                <a:lnTo>
                  <a:pt x="1311709" y="1320942"/>
                </a:lnTo>
                <a:lnTo>
                  <a:pt x="1314346" y="1322713"/>
                </a:lnTo>
                <a:lnTo>
                  <a:pt x="1317047" y="1321415"/>
                </a:lnTo>
                <a:lnTo>
                  <a:pt x="1319297" y="1319859"/>
                </a:lnTo>
                <a:lnTo>
                  <a:pt x="1320448" y="1318272"/>
                </a:lnTo>
                <a:lnTo>
                  <a:pt x="1320836" y="1314897"/>
                </a:lnTo>
                <a:lnTo>
                  <a:pt x="1323451" y="1312956"/>
                </a:lnTo>
                <a:lnTo>
                  <a:pt x="1336927" y="1312581"/>
                </a:lnTo>
                <a:lnTo>
                  <a:pt x="1335202" y="1308169"/>
                </a:lnTo>
                <a:lnTo>
                  <a:pt x="1339856" y="1312776"/>
                </a:lnTo>
                <a:lnTo>
                  <a:pt x="1344541" y="1311626"/>
                </a:lnTo>
                <a:lnTo>
                  <a:pt x="1350467" y="1311716"/>
                </a:lnTo>
                <a:lnTo>
                  <a:pt x="1351751" y="1311367"/>
                </a:lnTo>
                <a:lnTo>
                  <a:pt x="1352326" y="1299867"/>
                </a:lnTo>
                <a:lnTo>
                  <a:pt x="1353281" y="1292082"/>
                </a:lnTo>
                <a:lnTo>
                  <a:pt x="1350200" y="1285351"/>
                </a:lnTo>
                <a:lnTo>
                  <a:pt x="1353592" y="1280986"/>
                </a:lnTo>
                <a:lnTo>
                  <a:pt x="1355010" y="1274201"/>
                </a:lnTo>
                <a:lnTo>
                  <a:pt x="1352799" y="1271929"/>
                </a:lnTo>
                <a:lnTo>
                  <a:pt x="1356382" y="1269837"/>
                </a:lnTo>
                <a:lnTo>
                  <a:pt x="1359257" y="1268898"/>
                </a:lnTo>
                <a:lnTo>
                  <a:pt x="1360744" y="1258487"/>
                </a:lnTo>
                <a:lnTo>
                  <a:pt x="1360681" y="1256865"/>
                </a:lnTo>
                <a:lnTo>
                  <a:pt x="1365430" y="1253181"/>
                </a:lnTo>
                <a:lnTo>
                  <a:pt x="1376721" y="1250283"/>
                </a:lnTo>
                <a:lnTo>
                  <a:pt x="1383219" y="1253544"/>
                </a:lnTo>
                <a:lnTo>
                  <a:pt x="1384157" y="1255249"/>
                </a:lnTo>
                <a:lnTo>
                  <a:pt x="1386409" y="1253424"/>
                </a:lnTo>
                <a:lnTo>
                  <a:pt x="1396959" y="1251508"/>
                </a:lnTo>
                <a:lnTo>
                  <a:pt x="1403030" y="1245271"/>
                </a:lnTo>
                <a:lnTo>
                  <a:pt x="1406395" y="1247018"/>
                </a:lnTo>
                <a:lnTo>
                  <a:pt x="1408691" y="1248637"/>
                </a:lnTo>
                <a:lnTo>
                  <a:pt x="1409122" y="1248571"/>
                </a:lnTo>
                <a:lnTo>
                  <a:pt x="1408900" y="1245274"/>
                </a:lnTo>
                <a:lnTo>
                  <a:pt x="1407571" y="1239911"/>
                </a:lnTo>
                <a:lnTo>
                  <a:pt x="1415104" y="1237201"/>
                </a:lnTo>
                <a:lnTo>
                  <a:pt x="1415328" y="1237778"/>
                </a:lnTo>
                <a:lnTo>
                  <a:pt x="1419122" y="1237191"/>
                </a:lnTo>
                <a:lnTo>
                  <a:pt x="1420783" y="1238516"/>
                </a:lnTo>
                <a:lnTo>
                  <a:pt x="1422164" y="1237515"/>
                </a:lnTo>
                <a:lnTo>
                  <a:pt x="1423298" y="1234339"/>
                </a:lnTo>
                <a:lnTo>
                  <a:pt x="1425242" y="1231908"/>
                </a:lnTo>
                <a:lnTo>
                  <a:pt x="1432676" y="1227698"/>
                </a:lnTo>
                <a:lnTo>
                  <a:pt x="1439037" y="1228331"/>
                </a:lnTo>
                <a:lnTo>
                  <a:pt x="1441326" y="1228968"/>
                </a:lnTo>
                <a:lnTo>
                  <a:pt x="1443811" y="1225920"/>
                </a:lnTo>
                <a:lnTo>
                  <a:pt x="1445588" y="1227662"/>
                </a:lnTo>
                <a:lnTo>
                  <a:pt x="1448279" y="1227137"/>
                </a:lnTo>
                <a:lnTo>
                  <a:pt x="1450665" y="1224648"/>
                </a:lnTo>
                <a:lnTo>
                  <a:pt x="1453215" y="1223362"/>
                </a:lnTo>
                <a:lnTo>
                  <a:pt x="1456817" y="1224105"/>
                </a:lnTo>
                <a:lnTo>
                  <a:pt x="1457250" y="1221828"/>
                </a:lnTo>
                <a:lnTo>
                  <a:pt x="1459739" y="1223382"/>
                </a:lnTo>
                <a:lnTo>
                  <a:pt x="1460838" y="1222516"/>
                </a:lnTo>
                <a:lnTo>
                  <a:pt x="1461190" y="1220167"/>
                </a:lnTo>
                <a:lnTo>
                  <a:pt x="1463377" y="1218498"/>
                </a:lnTo>
                <a:lnTo>
                  <a:pt x="1464354" y="1218908"/>
                </a:lnTo>
                <a:lnTo>
                  <a:pt x="1465416" y="1218849"/>
                </a:lnTo>
                <a:lnTo>
                  <a:pt x="1466227" y="1216886"/>
                </a:lnTo>
                <a:lnTo>
                  <a:pt x="1465366" y="1216304"/>
                </a:lnTo>
                <a:lnTo>
                  <a:pt x="1466471" y="1214480"/>
                </a:lnTo>
                <a:lnTo>
                  <a:pt x="1467914" y="1214170"/>
                </a:lnTo>
                <a:lnTo>
                  <a:pt x="1468568" y="1214535"/>
                </a:lnTo>
                <a:lnTo>
                  <a:pt x="1468772" y="1215092"/>
                </a:lnTo>
                <a:lnTo>
                  <a:pt x="1475994" y="1218823"/>
                </a:lnTo>
                <a:lnTo>
                  <a:pt x="1475798" y="1220044"/>
                </a:lnTo>
                <a:lnTo>
                  <a:pt x="1478533" y="1220566"/>
                </a:lnTo>
                <a:lnTo>
                  <a:pt x="1479479" y="1218684"/>
                </a:lnTo>
                <a:lnTo>
                  <a:pt x="1489895" y="1223087"/>
                </a:lnTo>
                <a:lnTo>
                  <a:pt x="1492268" y="1221210"/>
                </a:lnTo>
                <a:lnTo>
                  <a:pt x="1495147" y="1219686"/>
                </a:lnTo>
                <a:lnTo>
                  <a:pt x="1494567" y="1217132"/>
                </a:lnTo>
                <a:lnTo>
                  <a:pt x="1493816" y="1216057"/>
                </a:lnTo>
                <a:lnTo>
                  <a:pt x="1495032" y="1206945"/>
                </a:lnTo>
                <a:lnTo>
                  <a:pt x="1497310" y="1203105"/>
                </a:lnTo>
                <a:lnTo>
                  <a:pt x="1500163" y="1203846"/>
                </a:lnTo>
                <a:lnTo>
                  <a:pt x="1505297" y="1197391"/>
                </a:lnTo>
                <a:lnTo>
                  <a:pt x="1506644" y="1193425"/>
                </a:lnTo>
                <a:lnTo>
                  <a:pt x="1504151" y="1190002"/>
                </a:lnTo>
                <a:lnTo>
                  <a:pt x="1506526" y="1188643"/>
                </a:lnTo>
                <a:lnTo>
                  <a:pt x="1508262" y="1188764"/>
                </a:lnTo>
                <a:lnTo>
                  <a:pt x="1512078" y="1185413"/>
                </a:lnTo>
                <a:lnTo>
                  <a:pt x="1514591" y="1179819"/>
                </a:lnTo>
                <a:lnTo>
                  <a:pt x="1511840" y="1179584"/>
                </a:lnTo>
                <a:lnTo>
                  <a:pt x="1510387" y="1176684"/>
                </a:lnTo>
                <a:lnTo>
                  <a:pt x="1510282" y="1175288"/>
                </a:lnTo>
                <a:lnTo>
                  <a:pt x="1513293" y="1172242"/>
                </a:lnTo>
                <a:lnTo>
                  <a:pt x="1516256" y="1169995"/>
                </a:lnTo>
                <a:lnTo>
                  <a:pt x="1515525" y="1168961"/>
                </a:lnTo>
                <a:lnTo>
                  <a:pt x="1515858" y="1167407"/>
                </a:lnTo>
                <a:lnTo>
                  <a:pt x="1515273" y="1165650"/>
                </a:lnTo>
                <a:lnTo>
                  <a:pt x="1516239" y="1164792"/>
                </a:lnTo>
                <a:lnTo>
                  <a:pt x="1516850" y="1163475"/>
                </a:lnTo>
                <a:lnTo>
                  <a:pt x="1517516" y="1159682"/>
                </a:lnTo>
                <a:lnTo>
                  <a:pt x="1517299" y="1159893"/>
                </a:lnTo>
                <a:lnTo>
                  <a:pt x="1515986" y="1159033"/>
                </a:lnTo>
                <a:lnTo>
                  <a:pt x="1514730" y="1157076"/>
                </a:lnTo>
                <a:lnTo>
                  <a:pt x="1509947" y="1153556"/>
                </a:lnTo>
                <a:lnTo>
                  <a:pt x="1512280" y="1149766"/>
                </a:lnTo>
                <a:lnTo>
                  <a:pt x="1518321" y="1146673"/>
                </a:lnTo>
                <a:lnTo>
                  <a:pt x="1522988" y="1138691"/>
                </a:lnTo>
                <a:lnTo>
                  <a:pt x="1522760" y="1138463"/>
                </a:lnTo>
                <a:lnTo>
                  <a:pt x="1518944" y="1139673"/>
                </a:lnTo>
                <a:lnTo>
                  <a:pt x="1516261" y="1138186"/>
                </a:lnTo>
                <a:lnTo>
                  <a:pt x="1515704" y="1137200"/>
                </a:lnTo>
                <a:lnTo>
                  <a:pt x="1512649" y="1137338"/>
                </a:lnTo>
                <a:lnTo>
                  <a:pt x="1511636" y="1136251"/>
                </a:lnTo>
                <a:lnTo>
                  <a:pt x="1511633" y="1132604"/>
                </a:lnTo>
                <a:lnTo>
                  <a:pt x="1510681" y="1129532"/>
                </a:lnTo>
                <a:lnTo>
                  <a:pt x="1511234" y="1128550"/>
                </a:lnTo>
                <a:lnTo>
                  <a:pt x="1511130" y="1126579"/>
                </a:lnTo>
                <a:lnTo>
                  <a:pt x="1510739" y="1125610"/>
                </a:lnTo>
                <a:lnTo>
                  <a:pt x="1508834" y="1125399"/>
                </a:lnTo>
                <a:lnTo>
                  <a:pt x="1508876" y="1124145"/>
                </a:lnTo>
                <a:lnTo>
                  <a:pt x="1509552" y="1123054"/>
                </a:lnTo>
                <a:lnTo>
                  <a:pt x="1509151" y="1119174"/>
                </a:lnTo>
                <a:lnTo>
                  <a:pt x="1508578" y="1117993"/>
                </a:lnTo>
                <a:lnTo>
                  <a:pt x="1509091" y="1116938"/>
                </a:lnTo>
                <a:lnTo>
                  <a:pt x="1510522" y="1116042"/>
                </a:lnTo>
                <a:lnTo>
                  <a:pt x="1510182" y="1115253"/>
                </a:lnTo>
                <a:lnTo>
                  <a:pt x="1510444" y="1114854"/>
                </a:lnTo>
                <a:lnTo>
                  <a:pt x="1508657" y="1113705"/>
                </a:lnTo>
                <a:lnTo>
                  <a:pt x="1508355" y="1113069"/>
                </a:lnTo>
                <a:lnTo>
                  <a:pt x="1508071" y="1109169"/>
                </a:lnTo>
                <a:lnTo>
                  <a:pt x="1509087" y="1107485"/>
                </a:lnTo>
                <a:lnTo>
                  <a:pt x="1509853" y="1106753"/>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2955891" y="5546092"/>
            <a:ext cx="1281" cy="748"/>
          </a:xfrm>
          <a:custGeom>
            <a:avLst/>
            <a:gdLst/>
            <a:ahLst/>
            <a:cxnLst/>
            <a:rect l="l" t="t" r="r" b="b"/>
            <a:pathLst>
              <a:path w="1281" h="748">
                <a:moveTo>
                  <a:pt x="1281" y="0"/>
                </a:moveTo>
                <a:lnTo>
                  <a:pt x="800" y="493"/>
                </a:lnTo>
                <a:lnTo>
                  <a:pt x="0" y="331"/>
                </a:lnTo>
                <a:lnTo>
                  <a:pt x="421" y="748"/>
                </a:lnTo>
                <a:lnTo>
                  <a:pt x="872" y="658"/>
                </a:lnTo>
                <a:lnTo>
                  <a:pt x="1245" y="415"/>
                </a:lnTo>
                <a:lnTo>
                  <a:pt x="128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2956134" y="5544466"/>
            <a:ext cx="1828" cy="1637"/>
          </a:xfrm>
          <a:custGeom>
            <a:avLst/>
            <a:gdLst/>
            <a:ahLst/>
            <a:cxnLst/>
            <a:rect l="l" t="t" r="r" b="b"/>
            <a:pathLst>
              <a:path w="1828" h="1637">
                <a:moveTo>
                  <a:pt x="1082" y="0"/>
                </a:moveTo>
                <a:lnTo>
                  <a:pt x="758" y="141"/>
                </a:lnTo>
                <a:lnTo>
                  <a:pt x="1004" y="423"/>
                </a:lnTo>
                <a:lnTo>
                  <a:pt x="0" y="1155"/>
                </a:lnTo>
                <a:lnTo>
                  <a:pt x="359" y="1637"/>
                </a:lnTo>
                <a:lnTo>
                  <a:pt x="1828" y="368"/>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780922" y="5382570"/>
            <a:ext cx="4273" cy="5760"/>
          </a:xfrm>
          <a:custGeom>
            <a:avLst/>
            <a:gdLst/>
            <a:ahLst/>
            <a:cxnLst/>
            <a:rect l="l" t="t" r="r" b="b"/>
            <a:pathLst>
              <a:path w="4273" h="5760">
                <a:moveTo>
                  <a:pt x="1836" y="0"/>
                </a:moveTo>
                <a:lnTo>
                  <a:pt x="782" y="145"/>
                </a:lnTo>
                <a:lnTo>
                  <a:pt x="0" y="2360"/>
                </a:lnTo>
                <a:lnTo>
                  <a:pt x="759" y="3868"/>
                </a:lnTo>
                <a:lnTo>
                  <a:pt x="764" y="4736"/>
                </a:lnTo>
                <a:lnTo>
                  <a:pt x="2420" y="5760"/>
                </a:lnTo>
                <a:lnTo>
                  <a:pt x="4000" y="5199"/>
                </a:lnTo>
                <a:lnTo>
                  <a:pt x="4273" y="4195"/>
                </a:lnTo>
                <a:lnTo>
                  <a:pt x="4026" y="4229"/>
                </a:lnTo>
                <a:lnTo>
                  <a:pt x="3957" y="3488"/>
                </a:lnTo>
                <a:lnTo>
                  <a:pt x="2997" y="2214"/>
                </a:lnTo>
                <a:lnTo>
                  <a:pt x="3026" y="1714"/>
                </a:lnTo>
                <a:lnTo>
                  <a:pt x="3408" y="1574"/>
                </a:lnTo>
                <a:lnTo>
                  <a:pt x="2935" y="1644"/>
                </a:lnTo>
                <a:lnTo>
                  <a:pt x="2864" y="1224"/>
                </a:lnTo>
                <a:lnTo>
                  <a:pt x="3470" y="1375"/>
                </a:lnTo>
                <a:lnTo>
                  <a:pt x="3212" y="1112"/>
                </a:lnTo>
                <a:lnTo>
                  <a:pt x="2564" y="1263"/>
                </a:lnTo>
                <a:lnTo>
                  <a:pt x="2631" y="415"/>
                </a:lnTo>
                <a:lnTo>
                  <a:pt x="183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731576" y="5313050"/>
            <a:ext cx="4415" cy="3992"/>
          </a:xfrm>
          <a:custGeom>
            <a:avLst/>
            <a:gdLst/>
            <a:ahLst/>
            <a:cxnLst/>
            <a:rect l="l" t="t" r="r" b="b"/>
            <a:pathLst>
              <a:path w="4415" h="3992">
                <a:moveTo>
                  <a:pt x="331" y="0"/>
                </a:moveTo>
                <a:lnTo>
                  <a:pt x="0" y="192"/>
                </a:lnTo>
                <a:lnTo>
                  <a:pt x="319" y="1037"/>
                </a:lnTo>
                <a:lnTo>
                  <a:pt x="2181" y="2985"/>
                </a:lnTo>
                <a:lnTo>
                  <a:pt x="1719" y="3668"/>
                </a:lnTo>
                <a:lnTo>
                  <a:pt x="2462" y="3992"/>
                </a:lnTo>
                <a:lnTo>
                  <a:pt x="3183" y="3842"/>
                </a:lnTo>
                <a:lnTo>
                  <a:pt x="3416" y="3380"/>
                </a:lnTo>
                <a:lnTo>
                  <a:pt x="4365" y="3455"/>
                </a:lnTo>
                <a:lnTo>
                  <a:pt x="4415" y="3167"/>
                </a:lnTo>
                <a:lnTo>
                  <a:pt x="3940" y="2742"/>
                </a:lnTo>
                <a:lnTo>
                  <a:pt x="4114" y="2216"/>
                </a:lnTo>
                <a:lnTo>
                  <a:pt x="3220" y="1588"/>
                </a:lnTo>
                <a:lnTo>
                  <a:pt x="2789" y="54"/>
                </a:lnTo>
                <a:lnTo>
                  <a:pt x="2559" y="67"/>
                </a:lnTo>
                <a:lnTo>
                  <a:pt x="2368" y="829"/>
                </a:lnTo>
                <a:lnTo>
                  <a:pt x="1841" y="1070"/>
                </a:lnTo>
                <a:lnTo>
                  <a:pt x="856" y="716"/>
                </a:lnTo>
                <a:lnTo>
                  <a:pt x="33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713948" y="5263912"/>
            <a:ext cx="1079" cy="698"/>
          </a:xfrm>
          <a:custGeom>
            <a:avLst/>
            <a:gdLst/>
            <a:ahLst/>
            <a:cxnLst/>
            <a:rect l="l" t="t" r="r" b="b"/>
            <a:pathLst>
              <a:path w="1079" h="698">
                <a:moveTo>
                  <a:pt x="1079" y="0"/>
                </a:moveTo>
                <a:lnTo>
                  <a:pt x="180" y="45"/>
                </a:lnTo>
                <a:lnTo>
                  <a:pt x="0" y="302"/>
                </a:lnTo>
                <a:lnTo>
                  <a:pt x="1009" y="698"/>
                </a:lnTo>
                <a:lnTo>
                  <a:pt x="10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715775" y="5262914"/>
            <a:ext cx="475" cy="441"/>
          </a:xfrm>
          <a:custGeom>
            <a:avLst/>
            <a:gdLst/>
            <a:ahLst/>
            <a:cxnLst/>
            <a:rect l="l" t="t" r="r" b="b"/>
            <a:pathLst>
              <a:path w="475" h="441">
                <a:moveTo>
                  <a:pt x="277" y="0"/>
                </a:moveTo>
                <a:lnTo>
                  <a:pt x="0" y="155"/>
                </a:lnTo>
                <a:lnTo>
                  <a:pt x="91" y="441"/>
                </a:lnTo>
                <a:lnTo>
                  <a:pt x="475" y="177"/>
                </a:lnTo>
                <a:lnTo>
                  <a:pt x="277"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719535" y="5251684"/>
            <a:ext cx="1376" cy="1264"/>
          </a:xfrm>
          <a:custGeom>
            <a:avLst/>
            <a:gdLst/>
            <a:ahLst/>
            <a:cxnLst/>
            <a:rect l="l" t="t" r="r" b="b"/>
            <a:pathLst>
              <a:path w="1376" h="1264">
                <a:moveTo>
                  <a:pt x="486" y="0"/>
                </a:moveTo>
                <a:lnTo>
                  <a:pt x="16" y="407"/>
                </a:lnTo>
                <a:lnTo>
                  <a:pt x="0" y="998"/>
                </a:lnTo>
                <a:lnTo>
                  <a:pt x="251" y="1264"/>
                </a:lnTo>
                <a:lnTo>
                  <a:pt x="975" y="1230"/>
                </a:lnTo>
                <a:lnTo>
                  <a:pt x="1376" y="508"/>
                </a:lnTo>
                <a:lnTo>
                  <a:pt x="48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717478" y="5251012"/>
            <a:ext cx="910" cy="477"/>
          </a:xfrm>
          <a:custGeom>
            <a:avLst/>
            <a:gdLst/>
            <a:ahLst/>
            <a:cxnLst/>
            <a:rect l="l" t="t" r="r" b="b"/>
            <a:pathLst>
              <a:path w="910" h="477">
                <a:moveTo>
                  <a:pt x="259" y="0"/>
                </a:moveTo>
                <a:lnTo>
                  <a:pt x="0" y="143"/>
                </a:lnTo>
                <a:lnTo>
                  <a:pt x="171" y="470"/>
                </a:lnTo>
                <a:lnTo>
                  <a:pt x="910" y="477"/>
                </a:lnTo>
                <a:lnTo>
                  <a:pt x="830" y="162"/>
                </a:lnTo>
                <a:lnTo>
                  <a:pt x="25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708651" y="5250733"/>
            <a:ext cx="1452" cy="1376"/>
          </a:xfrm>
          <a:custGeom>
            <a:avLst/>
            <a:gdLst/>
            <a:ahLst/>
            <a:cxnLst/>
            <a:rect l="l" t="t" r="r" b="b"/>
            <a:pathLst>
              <a:path w="1452" h="1376">
                <a:moveTo>
                  <a:pt x="433" y="0"/>
                </a:moveTo>
                <a:lnTo>
                  <a:pt x="32" y="112"/>
                </a:lnTo>
                <a:lnTo>
                  <a:pt x="0" y="512"/>
                </a:lnTo>
                <a:lnTo>
                  <a:pt x="670" y="1376"/>
                </a:lnTo>
                <a:lnTo>
                  <a:pt x="1350" y="1137"/>
                </a:lnTo>
                <a:lnTo>
                  <a:pt x="1452" y="510"/>
                </a:lnTo>
                <a:lnTo>
                  <a:pt x="1033" y="98"/>
                </a:lnTo>
                <a:lnTo>
                  <a:pt x="433"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703952" y="5245340"/>
            <a:ext cx="1009" cy="846"/>
          </a:xfrm>
          <a:custGeom>
            <a:avLst/>
            <a:gdLst/>
            <a:ahLst/>
            <a:cxnLst/>
            <a:rect l="l" t="t" r="r" b="b"/>
            <a:pathLst>
              <a:path w="1009" h="846">
                <a:moveTo>
                  <a:pt x="295" y="0"/>
                </a:moveTo>
                <a:lnTo>
                  <a:pt x="0" y="576"/>
                </a:lnTo>
                <a:lnTo>
                  <a:pt x="512" y="846"/>
                </a:lnTo>
                <a:lnTo>
                  <a:pt x="1009" y="399"/>
                </a:lnTo>
                <a:lnTo>
                  <a:pt x="677" y="15"/>
                </a:lnTo>
                <a:lnTo>
                  <a:pt x="29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657141" y="4741403"/>
            <a:ext cx="1059508" cy="829442"/>
          </a:xfrm>
          <a:custGeom>
            <a:avLst/>
            <a:gdLst/>
            <a:ahLst/>
            <a:cxnLst/>
            <a:rect l="l" t="t" r="r" b="b"/>
            <a:pathLst>
              <a:path w="1059508" h="829442">
                <a:moveTo>
                  <a:pt x="1048169" y="239007"/>
                </a:moveTo>
                <a:lnTo>
                  <a:pt x="1039983" y="239755"/>
                </a:lnTo>
                <a:lnTo>
                  <a:pt x="1034879" y="242515"/>
                </a:lnTo>
                <a:lnTo>
                  <a:pt x="1032461" y="236585"/>
                </a:lnTo>
                <a:lnTo>
                  <a:pt x="1030349" y="234940"/>
                </a:lnTo>
                <a:lnTo>
                  <a:pt x="1027970" y="227861"/>
                </a:lnTo>
                <a:lnTo>
                  <a:pt x="1028063" y="226299"/>
                </a:lnTo>
                <a:lnTo>
                  <a:pt x="1030960" y="223390"/>
                </a:lnTo>
                <a:lnTo>
                  <a:pt x="1017292" y="223385"/>
                </a:lnTo>
                <a:lnTo>
                  <a:pt x="1017847" y="225052"/>
                </a:lnTo>
                <a:lnTo>
                  <a:pt x="1015376" y="231546"/>
                </a:lnTo>
                <a:lnTo>
                  <a:pt x="1014949" y="236083"/>
                </a:lnTo>
                <a:lnTo>
                  <a:pt x="1009931" y="240282"/>
                </a:lnTo>
                <a:lnTo>
                  <a:pt x="1009610" y="245357"/>
                </a:lnTo>
                <a:lnTo>
                  <a:pt x="1006056" y="248174"/>
                </a:lnTo>
                <a:lnTo>
                  <a:pt x="1003545" y="247586"/>
                </a:lnTo>
                <a:lnTo>
                  <a:pt x="996887" y="238006"/>
                </a:lnTo>
                <a:lnTo>
                  <a:pt x="995500" y="237423"/>
                </a:lnTo>
                <a:lnTo>
                  <a:pt x="996769" y="235067"/>
                </a:lnTo>
                <a:lnTo>
                  <a:pt x="992100" y="234264"/>
                </a:lnTo>
                <a:lnTo>
                  <a:pt x="998466" y="227695"/>
                </a:lnTo>
                <a:lnTo>
                  <a:pt x="997472" y="224999"/>
                </a:lnTo>
                <a:lnTo>
                  <a:pt x="993248" y="224834"/>
                </a:lnTo>
                <a:lnTo>
                  <a:pt x="987012" y="221587"/>
                </a:lnTo>
                <a:lnTo>
                  <a:pt x="983589" y="221337"/>
                </a:lnTo>
                <a:lnTo>
                  <a:pt x="979981" y="213508"/>
                </a:lnTo>
                <a:lnTo>
                  <a:pt x="976822" y="212083"/>
                </a:lnTo>
                <a:lnTo>
                  <a:pt x="972512" y="212579"/>
                </a:lnTo>
                <a:lnTo>
                  <a:pt x="964476" y="214601"/>
                </a:lnTo>
                <a:lnTo>
                  <a:pt x="961150" y="212579"/>
                </a:lnTo>
                <a:lnTo>
                  <a:pt x="957135" y="215034"/>
                </a:lnTo>
                <a:lnTo>
                  <a:pt x="953896" y="220172"/>
                </a:lnTo>
                <a:lnTo>
                  <a:pt x="947525" y="220691"/>
                </a:lnTo>
                <a:lnTo>
                  <a:pt x="945647" y="223281"/>
                </a:lnTo>
                <a:lnTo>
                  <a:pt x="941112" y="222796"/>
                </a:lnTo>
                <a:lnTo>
                  <a:pt x="929188" y="218935"/>
                </a:lnTo>
                <a:lnTo>
                  <a:pt x="928087" y="217050"/>
                </a:lnTo>
                <a:lnTo>
                  <a:pt x="925712" y="222272"/>
                </a:lnTo>
                <a:lnTo>
                  <a:pt x="926601" y="224978"/>
                </a:lnTo>
                <a:lnTo>
                  <a:pt x="923341" y="225184"/>
                </a:lnTo>
                <a:lnTo>
                  <a:pt x="916487" y="224475"/>
                </a:lnTo>
                <a:lnTo>
                  <a:pt x="909546" y="228182"/>
                </a:lnTo>
                <a:lnTo>
                  <a:pt x="903683" y="236417"/>
                </a:lnTo>
                <a:lnTo>
                  <a:pt x="903249" y="237399"/>
                </a:lnTo>
                <a:lnTo>
                  <a:pt x="903119" y="244457"/>
                </a:lnTo>
                <a:lnTo>
                  <a:pt x="897087" y="251856"/>
                </a:lnTo>
                <a:lnTo>
                  <a:pt x="897985" y="255974"/>
                </a:lnTo>
                <a:lnTo>
                  <a:pt x="888403" y="264123"/>
                </a:lnTo>
                <a:lnTo>
                  <a:pt x="885301" y="268264"/>
                </a:lnTo>
                <a:lnTo>
                  <a:pt x="884145" y="268908"/>
                </a:lnTo>
                <a:lnTo>
                  <a:pt x="883290" y="270520"/>
                </a:lnTo>
                <a:lnTo>
                  <a:pt x="879949" y="272169"/>
                </a:lnTo>
                <a:lnTo>
                  <a:pt x="877593" y="272289"/>
                </a:lnTo>
                <a:lnTo>
                  <a:pt x="876666" y="275551"/>
                </a:lnTo>
                <a:lnTo>
                  <a:pt x="874889" y="274534"/>
                </a:lnTo>
                <a:lnTo>
                  <a:pt x="872138" y="271034"/>
                </a:lnTo>
                <a:lnTo>
                  <a:pt x="870152" y="271246"/>
                </a:lnTo>
                <a:lnTo>
                  <a:pt x="869138" y="268385"/>
                </a:lnTo>
                <a:lnTo>
                  <a:pt x="869037" y="262769"/>
                </a:lnTo>
                <a:lnTo>
                  <a:pt x="871469" y="259026"/>
                </a:lnTo>
                <a:lnTo>
                  <a:pt x="866778" y="256531"/>
                </a:lnTo>
                <a:lnTo>
                  <a:pt x="856510" y="253449"/>
                </a:lnTo>
                <a:lnTo>
                  <a:pt x="852929" y="253887"/>
                </a:lnTo>
                <a:lnTo>
                  <a:pt x="844505" y="256400"/>
                </a:lnTo>
                <a:lnTo>
                  <a:pt x="840044" y="253749"/>
                </a:lnTo>
                <a:lnTo>
                  <a:pt x="837395" y="245516"/>
                </a:lnTo>
                <a:lnTo>
                  <a:pt x="831946" y="249257"/>
                </a:lnTo>
                <a:lnTo>
                  <a:pt x="824100" y="253001"/>
                </a:lnTo>
                <a:lnTo>
                  <a:pt x="820882" y="247439"/>
                </a:lnTo>
                <a:lnTo>
                  <a:pt x="817172" y="242113"/>
                </a:lnTo>
                <a:lnTo>
                  <a:pt x="803604" y="246505"/>
                </a:lnTo>
                <a:lnTo>
                  <a:pt x="802949" y="246118"/>
                </a:lnTo>
                <a:lnTo>
                  <a:pt x="802741" y="245331"/>
                </a:lnTo>
                <a:lnTo>
                  <a:pt x="802411" y="245118"/>
                </a:lnTo>
                <a:lnTo>
                  <a:pt x="802059" y="245478"/>
                </a:lnTo>
                <a:lnTo>
                  <a:pt x="800939" y="245247"/>
                </a:lnTo>
                <a:lnTo>
                  <a:pt x="800604" y="245409"/>
                </a:lnTo>
                <a:lnTo>
                  <a:pt x="800284" y="246167"/>
                </a:lnTo>
                <a:lnTo>
                  <a:pt x="800387" y="246870"/>
                </a:lnTo>
                <a:lnTo>
                  <a:pt x="797642" y="246800"/>
                </a:lnTo>
                <a:lnTo>
                  <a:pt x="791641" y="243562"/>
                </a:lnTo>
                <a:lnTo>
                  <a:pt x="796548" y="230992"/>
                </a:lnTo>
                <a:lnTo>
                  <a:pt x="798089" y="228085"/>
                </a:lnTo>
                <a:lnTo>
                  <a:pt x="789429" y="225998"/>
                </a:lnTo>
                <a:lnTo>
                  <a:pt x="789128" y="219286"/>
                </a:lnTo>
                <a:lnTo>
                  <a:pt x="777841" y="217978"/>
                </a:lnTo>
                <a:lnTo>
                  <a:pt x="767556" y="211981"/>
                </a:lnTo>
                <a:lnTo>
                  <a:pt x="754716" y="205907"/>
                </a:lnTo>
                <a:lnTo>
                  <a:pt x="747657" y="201821"/>
                </a:lnTo>
                <a:lnTo>
                  <a:pt x="741254" y="203641"/>
                </a:lnTo>
                <a:lnTo>
                  <a:pt x="739365" y="216990"/>
                </a:lnTo>
                <a:lnTo>
                  <a:pt x="737704" y="217431"/>
                </a:lnTo>
                <a:lnTo>
                  <a:pt x="735779" y="224760"/>
                </a:lnTo>
                <a:lnTo>
                  <a:pt x="730521" y="236467"/>
                </a:lnTo>
                <a:lnTo>
                  <a:pt x="730977" y="241837"/>
                </a:lnTo>
                <a:lnTo>
                  <a:pt x="723467" y="245281"/>
                </a:lnTo>
                <a:lnTo>
                  <a:pt x="726274" y="247331"/>
                </a:lnTo>
                <a:lnTo>
                  <a:pt x="724824" y="261140"/>
                </a:lnTo>
                <a:lnTo>
                  <a:pt x="719082" y="259545"/>
                </a:lnTo>
                <a:lnTo>
                  <a:pt x="716468" y="255464"/>
                </a:lnTo>
                <a:lnTo>
                  <a:pt x="710417" y="254084"/>
                </a:lnTo>
                <a:lnTo>
                  <a:pt x="710624" y="255752"/>
                </a:lnTo>
                <a:lnTo>
                  <a:pt x="711031" y="256666"/>
                </a:lnTo>
                <a:lnTo>
                  <a:pt x="711346" y="256716"/>
                </a:lnTo>
                <a:lnTo>
                  <a:pt x="711325" y="258067"/>
                </a:lnTo>
                <a:lnTo>
                  <a:pt x="712603" y="259861"/>
                </a:lnTo>
                <a:lnTo>
                  <a:pt x="713507" y="260464"/>
                </a:lnTo>
                <a:lnTo>
                  <a:pt x="714057" y="261295"/>
                </a:lnTo>
                <a:lnTo>
                  <a:pt x="714285" y="262719"/>
                </a:lnTo>
                <a:lnTo>
                  <a:pt x="714148" y="267257"/>
                </a:lnTo>
                <a:lnTo>
                  <a:pt x="709467" y="270181"/>
                </a:lnTo>
                <a:lnTo>
                  <a:pt x="712493" y="276810"/>
                </a:lnTo>
                <a:lnTo>
                  <a:pt x="713515" y="281883"/>
                </a:lnTo>
                <a:lnTo>
                  <a:pt x="710179" y="285146"/>
                </a:lnTo>
                <a:lnTo>
                  <a:pt x="713434" y="290430"/>
                </a:lnTo>
                <a:lnTo>
                  <a:pt x="720054" y="293846"/>
                </a:lnTo>
                <a:lnTo>
                  <a:pt x="717818" y="296277"/>
                </a:lnTo>
                <a:lnTo>
                  <a:pt x="713121" y="309573"/>
                </a:lnTo>
                <a:lnTo>
                  <a:pt x="709645" y="297259"/>
                </a:lnTo>
                <a:lnTo>
                  <a:pt x="701126" y="303646"/>
                </a:lnTo>
                <a:lnTo>
                  <a:pt x="699229" y="315104"/>
                </a:lnTo>
                <a:lnTo>
                  <a:pt x="698692" y="321154"/>
                </a:lnTo>
                <a:lnTo>
                  <a:pt x="698097" y="320598"/>
                </a:lnTo>
                <a:lnTo>
                  <a:pt x="694140" y="323226"/>
                </a:lnTo>
                <a:lnTo>
                  <a:pt x="688479" y="324550"/>
                </a:lnTo>
                <a:lnTo>
                  <a:pt x="686735" y="332025"/>
                </a:lnTo>
                <a:lnTo>
                  <a:pt x="683920" y="330328"/>
                </a:lnTo>
                <a:lnTo>
                  <a:pt x="683467" y="331023"/>
                </a:lnTo>
                <a:lnTo>
                  <a:pt x="683046" y="333793"/>
                </a:lnTo>
                <a:lnTo>
                  <a:pt x="678611" y="334948"/>
                </a:lnTo>
                <a:lnTo>
                  <a:pt x="675517" y="334801"/>
                </a:lnTo>
                <a:lnTo>
                  <a:pt x="663348" y="330337"/>
                </a:lnTo>
                <a:lnTo>
                  <a:pt x="661618" y="327983"/>
                </a:lnTo>
                <a:lnTo>
                  <a:pt x="662020" y="325762"/>
                </a:lnTo>
                <a:lnTo>
                  <a:pt x="657643" y="325546"/>
                </a:lnTo>
                <a:lnTo>
                  <a:pt x="655917" y="321728"/>
                </a:lnTo>
                <a:lnTo>
                  <a:pt x="652016" y="325571"/>
                </a:lnTo>
                <a:lnTo>
                  <a:pt x="648911" y="330157"/>
                </a:lnTo>
                <a:lnTo>
                  <a:pt x="645991" y="329207"/>
                </a:lnTo>
                <a:lnTo>
                  <a:pt x="644596" y="326972"/>
                </a:lnTo>
                <a:lnTo>
                  <a:pt x="641118" y="322712"/>
                </a:lnTo>
                <a:lnTo>
                  <a:pt x="634946" y="323014"/>
                </a:lnTo>
                <a:lnTo>
                  <a:pt x="633016" y="324437"/>
                </a:lnTo>
                <a:lnTo>
                  <a:pt x="630468" y="325357"/>
                </a:lnTo>
                <a:lnTo>
                  <a:pt x="625681" y="326777"/>
                </a:lnTo>
                <a:lnTo>
                  <a:pt x="623592" y="326968"/>
                </a:lnTo>
                <a:lnTo>
                  <a:pt x="625958" y="338648"/>
                </a:lnTo>
                <a:lnTo>
                  <a:pt x="628133" y="343168"/>
                </a:lnTo>
                <a:lnTo>
                  <a:pt x="627002" y="344643"/>
                </a:lnTo>
                <a:lnTo>
                  <a:pt x="626330" y="345515"/>
                </a:lnTo>
                <a:lnTo>
                  <a:pt x="621304" y="347555"/>
                </a:lnTo>
                <a:lnTo>
                  <a:pt x="614243" y="346638"/>
                </a:lnTo>
                <a:lnTo>
                  <a:pt x="609163" y="351201"/>
                </a:lnTo>
                <a:lnTo>
                  <a:pt x="607022" y="355121"/>
                </a:lnTo>
                <a:lnTo>
                  <a:pt x="603515" y="353975"/>
                </a:lnTo>
                <a:lnTo>
                  <a:pt x="594622" y="358505"/>
                </a:lnTo>
                <a:lnTo>
                  <a:pt x="586244" y="355971"/>
                </a:lnTo>
                <a:lnTo>
                  <a:pt x="586605" y="360759"/>
                </a:lnTo>
                <a:lnTo>
                  <a:pt x="583300" y="367928"/>
                </a:lnTo>
                <a:lnTo>
                  <a:pt x="581402" y="369992"/>
                </a:lnTo>
                <a:lnTo>
                  <a:pt x="575252" y="372582"/>
                </a:lnTo>
                <a:lnTo>
                  <a:pt x="569993" y="379686"/>
                </a:lnTo>
                <a:lnTo>
                  <a:pt x="568524" y="380340"/>
                </a:lnTo>
                <a:lnTo>
                  <a:pt x="567544" y="381435"/>
                </a:lnTo>
                <a:lnTo>
                  <a:pt x="561158" y="397036"/>
                </a:lnTo>
                <a:lnTo>
                  <a:pt x="564075" y="404430"/>
                </a:lnTo>
                <a:lnTo>
                  <a:pt x="554102" y="409257"/>
                </a:lnTo>
                <a:lnTo>
                  <a:pt x="548597" y="409861"/>
                </a:lnTo>
                <a:lnTo>
                  <a:pt x="544855" y="408733"/>
                </a:lnTo>
                <a:lnTo>
                  <a:pt x="532772" y="407165"/>
                </a:lnTo>
                <a:lnTo>
                  <a:pt x="513738" y="412062"/>
                </a:lnTo>
                <a:lnTo>
                  <a:pt x="510484" y="418264"/>
                </a:lnTo>
                <a:lnTo>
                  <a:pt x="505251" y="421583"/>
                </a:lnTo>
                <a:lnTo>
                  <a:pt x="505764" y="426104"/>
                </a:lnTo>
                <a:lnTo>
                  <a:pt x="512186" y="435375"/>
                </a:lnTo>
                <a:lnTo>
                  <a:pt x="512703" y="441611"/>
                </a:lnTo>
                <a:lnTo>
                  <a:pt x="507675" y="456488"/>
                </a:lnTo>
                <a:lnTo>
                  <a:pt x="499028" y="460176"/>
                </a:lnTo>
                <a:lnTo>
                  <a:pt x="497111" y="466346"/>
                </a:lnTo>
                <a:lnTo>
                  <a:pt x="484032" y="464280"/>
                </a:lnTo>
                <a:lnTo>
                  <a:pt x="483924" y="464546"/>
                </a:lnTo>
                <a:lnTo>
                  <a:pt x="479519" y="466479"/>
                </a:lnTo>
                <a:lnTo>
                  <a:pt x="474397" y="466591"/>
                </a:lnTo>
                <a:lnTo>
                  <a:pt x="474625" y="463438"/>
                </a:lnTo>
                <a:lnTo>
                  <a:pt x="469386" y="454916"/>
                </a:lnTo>
                <a:lnTo>
                  <a:pt x="459784" y="466752"/>
                </a:lnTo>
                <a:lnTo>
                  <a:pt x="450009" y="466739"/>
                </a:lnTo>
                <a:lnTo>
                  <a:pt x="440349" y="459745"/>
                </a:lnTo>
                <a:lnTo>
                  <a:pt x="437803" y="461529"/>
                </a:lnTo>
                <a:lnTo>
                  <a:pt x="437643" y="456796"/>
                </a:lnTo>
                <a:lnTo>
                  <a:pt x="436427" y="452664"/>
                </a:lnTo>
                <a:lnTo>
                  <a:pt x="433889" y="451546"/>
                </a:lnTo>
                <a:lnTo>
                  <a:pt x="426827" y="441688"/>
                </a:lnTo>
                <a:lnTo>
                  <a:pt x="419928" y="440891"/>
                </a:lnTo>
                <a:lnTo>
                  <a:pt x="413668" y="438242"/>
                </a:lnTo>
                <a:lnTo>
                  <a:pt x="408391" y="432295"/>
                </a:lnTo>
                <a:lnTo>
                  <a:pt x="408614" y="419535"/>
                </a:lnTo>
                <a:lnTo>
                  <a:pt x="406834" y="416225"/>
                </a:lnTo>
                <a:lnTo>
                  <a:pt x="400183" y="411792"/>
                </a:lnTo>
                <a:lnTo>
                  <a:pt x="399271" y="405577"/>
                </a:lnTo>
                <a:lnTo>
                  <a:pt x="395419" y="397931"/>
                </a:lnTo>
                <a:lnTo>
                  <a:pt x="396634" y="395368"/>
                </a:lnTo>
                <a:lnTo>
                  <a:pt x="392074" y="385217"/>
                </a:lnTo>
                <a:lnTo>
                  <a:pt x="391833" y="380214"/>
                </a:lnTo>
                <a:lnTo>
                  <a:pt x="388588" y="365189"/>
                </a:lnTo>
                <a:lnTo>
                  <a:pt x="397221" y="369450"/>
                </a:lnTo>
                <a:lnTo>
                  <a:pt x="403173" y="361588"/>
                </a:lnTo>
                <a:lnTo>
                  <a:pt x="401855" y="355940"/>
                </a:lnTo>
                <a:lnTo>
                  <a:pt x="410045" y="346558"/>
                </a:lnTo>
                <a:lnTo>
                  <a:pt x="416272" y="347831"/>
                </a:lnTo>
                <a:lnTo>
                  <a:pt x="413556" y="331395"/>
                </a:lnTo>
                <a:lnTo>
                  <a:pt x="401504" y="332402"/>
                </a:lnTo>
                <a:lnTo>
                  <a:pt x="403588" y="324138"/>
                </a:lnTo>
                <a:lnTo>
                  <a:pt x="398879" y="324674"/>
                </a:lnTo>
                <a:lnTo>
                  <a:pt x="396336" y="325861"/>
                </a:lnTo>
                <a:lnTo>
                  <a:pt x="393184" y="329526"/>
                </a:lnTo>
                <a:lnTo>
                  <a:pt x="392268" y="333201"/>
                </a:lnTo>
                <a:lnTo>
                  <a:pt x="390872" y="335644"/>
                </a:lnTo>
                <a:lnTo>
                  <a:pt x="390406" y="337093"/>
                </a:lnTo>
                <a:lnTo>
                  <a:pt x="388457" y="336778"/>
                </a:lnTo>
                <a:lnTo>
                  <a:pt x="383396" y="337714"/>
                </a:lnTo>
                <a:lnTo>
                  <a:pt x="381266" y="346197"/>
                </a:lnTo>
                <a:lnTo>
                  <a:pt x="375961" y="352756"/>
                </a:lnTo>
                <a:lnTo>
                  <a:pt x="370229" y="356867"/>
                </a:lnTo>
                <a:lnTo>
                  <a:pt x="365449" y="362133"/>
                </a:lnTo>
                <a:lnTo>
                  <a:pt x="355200" y="363608"/>
                </a:lnTo>
                <a:lnTo>
                  <a:pt x="351131" y="360511"/>
                </a:lnTo>
                <a:lnTo>
                  <a:pt x="345963" y="359638"/>
                </a:lnTo>
                <a:lnTo>
                  <a:pt x="343757" y="366003"/>
                </a:lnTo>
                <a:lnTo>
                  <a:pt x="337644" y="369537"/>
                </a:lnTo>
                <a:lnTo>
                  <a:pt x="333007" y="364819"/>
                </a:lnTo>
                <a:lnTo>
                  <a:pt x="332328" y="369535"/>
                </a:lnTo>
                <a:lnTo>
                  <a:pt x="328534" y="371610"/>
                </a:lnTo>
                <a:lnTo>
                  <a:pt x="332391" y="375678"/>
                </a:lnTo>
                <a:lnTo>
                  <a:pt x="327519" y="378076"/>
                </a:lnTo>
                <a:lnTo>
                  <a:pt x="324383" y="379995"/>
                </a:lnTo>
                <a:lnTo>
                  <a:pt x="322430" y="378398"/>
                </a:lnTo>
                <a:lnTo>
                  <a:pt x="320178" y="375430"/>
                </a:lnTo>
                <a:lnTo>
                  <a:pt x="315079" y="381685"/>
                </a:lnTo>
                <a:lnTo>
                  <a:pt x="316062" y="387641"/>
                </a:lnTo>
                <a:lnTo>
                  <a:pt x="313263" y="396006"/>
                </a:lnTo>
                <a:lnTo>
                  <a:pt x="314211" y="400009"/>
                </a:lnTo>
                <a:lnTo>
                  <a:pt x="313550" y="412028"/>
                </a:lnTo>
                <a:lnTo>
                  <a:pt x="310832" y="415620"/>
                </a:lnTo>
                <a:lnTo>
                  <a:pt x="301512" y="420818"/>
                </a:lnTo>
                <a:lnTo>
                  <a:pt x="296347" y="409349"/>
                </a:lnTo>
                <a:lnTo>
                  <a:pt x="293989" y="400541"/>
                </a:lnTo>
                <a:lnTo>
                  <a:pt x="294792" y="387830"/>
                </a:lnTo>
                <a:lnTo>
                  <a:pt x="298147" y="385213"/>
                </a:lnTo>
                <a:lnTo>
                  <a:pt x="296552" y="382845"/>
                </a:lnTo>
                <a:lnTo>
                  <a:pt x="295995" y="382827"/>
                </a:lnTo>
                <a:lnTo>
                  <a:pt x="295158" y="383299"/>
                </a:lnTo>
                <a:lnTo>
                  <a:pt x="294662" y="383026"/>
                </a:lnTo>
                <a:lnTo>
                  <a:pt x="293583" y="381123"/>
                </a:lnTo>
                <a:lnTo>
                  <a:pt x="291890" y="376954"/>
                </a:lnTo>
                <a:lnTo>
                  <a:pt x="290712" y="375995"/>
                </a:lnTo>
                <a:lnTo>
                  <a:pt x="290515" y="374446"/>
                </a:lnTo>
                <a:lnTo>
                  <a:pt x="289694" y="373274"/>
                </a:lnTo>
                <a:lnTo>
                  <a:pt x="289243" y="372047"/>
                </a:lnTo>
                <a:lnTo>
                  <a:pt x="288350" y="371104"/>
                </a:lnTo>
                <a:lnTo>
                  <a:pt x="287273" y="368841"/>
                </a:lnTo>
                <a:lnTo>
                  <a:pt x="285561" y="367084"/>
                </a:lnTo>
                <a:lnTo>
                  <a:pt x="284062" y="364259"/>
                </a:lnTo>
                <a:lnTo>
                  <a:pt x="284123" y="363309"/>
                </a:lnTo>
                <a:lnTo>
                  <a:pt x="283281" y="362855"/>
                </a:lnTo>
                <a:lnTo>
                  <a:pt x="279269" y="348583"/>
                </a:lnTo>
                <a:lnTo>
                  <a:pt x="292392" y="340775"/>
                </a:lnTo>
                <a:lnTo>
                  <a:pt x="292849" y="339478"/>
                </a:lnTo>
                <a:lnTo>
                  <a:pt x="291604" y="338977"/>
                </a:lnTo>
                <a:lnTo>
                  <a:pt x="291265" y="337784"/>
                </a:lnTo>
                <a:lnTo>
                  <a:pt x="292791" y="335025"/>
                </a:lnTo>
                <a:lnTo>
                  <a:pt x="292967" y="333781"/>
                </a:lnTo>
                <a:lnTo>
                  <a:pt x="292431" y="332565"/>
                </a:lnTo>
                <a:lnTo>
                  <a:pt x="293704" y="331892"/>
                </a:lnTo>
                <a:lnTo>
                  <a:pt x="292106" y="330649"/>
                </a:lnTo>
                <a:lnTo>
                  <a:pt x="293369" y="327036"/>
                </a:lnTo>
                <a:lnTo>
                  <a:pt x="290963" y="324045"/>
                </a:lnTo>
                <a:lnTo>
                  <a:pt x="289687" y="324848"/>
                </a:lnTo>
                <a:lnTo>
                  <a:pt x="290423" y="323625"/>
                </a:lnTo>
                <a:lnTo>
                  <a:pt x="288867" y="320799"/>
                </a:lnTo>
                <a:lnTo>
                  <a:pt x="291316" y="317615"/>
                </a:lnTo>
                <a:lnTo>
                  <a:pt x="294082" y="316717"/>
                </a:lnTo>
                <a:lnTo>
                  <a:pt x="295111" y="314638"/>
                </a:lnTo>
                <a:lnTo>
                  <a:pt x="293641" y="309141"/>
                </a:lnTo>
                <a:lnTo>
                  <a:pt x="290832" y="315941"/>
                </a:lnTo>
                <a:lnTo>
                  <a:pt x="289936" y="314538"/>
                </a:lnTo>
                <a:lnTo>
                  <a:pt x="290512" y="310296"/>
                </a:lnTo>
                <a:lnTo>
                  <a:pt x="290121" y="307420"/>
                </a:lnTo>
                <a:lnTo>
                  <a:pt x="289063" y="306820"/>
                </a:lnTo>
                <a:lnTo>
                  <a:pt x="287057" y="306903"/>
                </a:lnTo>
                <a:lnTo>
                  <a:pt x="279974" y="299202"/>
                </a:lnTo>
                <a:lnTo>
                  <a:pt x="274966" y="296303"/>
                </a:lnTo>
                <a:lnTo>
                  <a:pt x="272640" y="300673"/>
                </a:lnTo>
                <a:lnTo>
                  <a:pt x="269846" y="301787"/>
                </a:lnTo>
                <a:lnTo>
                  <a:pt x="268118" y="299008"/>
                </a:lnTo>
                <a:lnTo>
                  <a:pt x="264218" y="296231"/>
                </a:lnTo>
                <a:lnTo>
                  <a:pt x="262952" y="290981"/>
                </a:lnTo>
                <a:lnTo>
                  <a:pt x="257357" y="287441"/>
                </a:lnTo>
                <a:lnTo>
                  <a:pt x="255466" y="290300"/>
                </a:lnTo>
                <a:lnTo>
                  <a:pt x="253295" y="287720"/>
                </a:lnTo>
                <a:lnTo>
                  <a:pt x="255381" y="279295"/>
                </a:lnTo>
                <a:lnTo>
                  <a:pt x="256510" y="268005"/>
                </a:lnTo>
                <a:lnTo>
                  <a:pt x="249502" y="277972"/>
                </a:lnTo>
                <a:lnTo>
                  <a:pt x="244357" y="284694"/>
                </a:lnTo>
                <a:lnTo>
                  <a:pt x="242213" y="276524"/>
                </a:lnTo>
                <a:lnTo>
                  <a:pt x="237806" y="277653"/>
                </a:lnTo>
                <a:lnTo>
                  <a:pt x="235564" y="275796"/>
                </a:lnTo>
                <a:lnTo>
                  <a:pt x="235078" y="275835"/>
                </a:lnTo>
                <a:lnTo>
                  <a:pt x="234194" y="276480"/>
                </a:lnTo>
                <a:lnTo>
                  <a:pt x="233333" y="277976"/>
                </a:lnTo>
                <a:lnTo>
                  <a:pt x="232863" y="278289"/>
                </a:lnTo>
                <a:lnTo>
                  <a:pt x="231031" y="277313"/>
                </a:lnTo>
                <a:lnTo>
                  <a:pt x="228975" y="277504"/>
                </a:lnTo>
                <a:lnTo>
                  <a:pt x="227474" y="275845"/>
                </a:lnTo>
                <a:lnTo>
                  <a:pt x="223629" y="275205"/>
                </a:lnTo>
                <a:lnTo>
                  <a:pt x="222997" y="274445"/>
                </a:lnTo>
                <a:lnTo>
                  <a:pt x="218980" y="272801"/>
                </a:lnTo>
                <a:lnTo>
                  <a:pt x="215171" y="272164"/>
                </a:lnTo>
                <a:lnTo>
                  <a:pt x="213776" y="272296"/>
                </a:lnTo>
                <a:lnTo>
                  <a:pt x="213921" y="271845"/>
                </a:lnTo>
                <a:lnTo>
                  <a:pt x="213657" y="271208"/>
                </a:lnTo>
                <a:lnTo>
                  <a:pt x="214551" y="270663"/>
                </a:lnTo>
                <a:lnTo>
                  <a:pt x="214289" y="269661"/>
                </a:lnTo>
                <a:lnTo>
                  <a:pt x="214993" y="268877"/>
                </a:lnTo>
                <a:lnTo>
                  <a:pt x="214446" y="268104"/>
                </a:lnTo>
                <a:lnTo>
                  <a:pt x="214641" y="266993"/>
                </a:lnTo>
                <a:lnTo>
                  <a:pt x="213567" y="265990"/>
                </a:lnTo>
                <a:lnTo>
                  <a:pt x="214465" y="265253"/>
                </a:lnTo>
                <a:lnTo>
                  <a:pt x="214017" y="264514"/>
                </a:lnTo>
                <a:lnTo>
                  <a:pt x="214081" y="264118"/>
                </a:lnTo>
                <a:lnTo>
                  <a:pt x="215357" y="263091"/>
                </a:lnTo>
                <a:lnTo>
                  <a:pt x="216276" y="263345"/>
                </a:lnTo>
                <a:lnTo>
                  <a:pt x="216727" y="263186"/>
                </a:lnTo>
                <a:lnTo>
                  <a:pt x="217764" y="261829"/>
                </a:lnTo>
                <a:lnTo>
                  <a:pt x="217778" y="260701"/>
                </a:lnTo>
                <a:lnTo>
                  <a:pt x="218533" y="260344"/>
                </a:lnTo>
                <a:lnTo>
                  <a:pt x="218738" y="259512"/>
                </a:lnTo>
                <a:lnTo>
                  <a:pt x="220187" y="259033"/>
                </a:lnTo>
                <a:lnTo>
                  <a:pt x="220658" y="258139"/>
                </a:lnTo>
                <a:lnTo>
                  <a:pt x="221614" y="257827"/>
                </a:lnTo>
                <a:lnTo>
                  <a:pt x="221829" y="256216"/>
                </a:lnTo>
                <a:lnTo>
                  <a:pt x="223005" y="256082"/>
                </a:lnTo>
                <a:lnTo>
                  <a:pt x="222259" y="254636"/>
                </a:lnTo>
                <a:lnTo>
                  <a:pt x="221234" y="255131"/>
                </a:lnTo>
                <a:lnTo>
                  <a:pt x="221033" y="253940"/>
                </a:lnTo>
                <a:lnTo>
                  <a:pt x="220134" y="254333"/>
                </a:lnTo>
                <a:lnTo>
                  <a:pt x="219455" y="253807"/>
                </a:lnTo>
                <a:lnTo>
                  <a:pt x="219258" y="253239"/>
                </a:lnTo>
                <a:lnTo>
                  <a:pt x="219412" y="250962"/>
                </a:lnTo>
                <a:lnTo>
                  <a:pt x="220420" y="250143"/>
                </a:lnTo>
                <a:lnTo>
                  <a:pt x="221674" y="249657"/>
                </a:lnTo>
                <a:lnTo>
                  <a:pt x="222505" y="250246"/>
                </a:lnTo>
                <a:lnTo>
                  <a:pt x="223424" y="250137"/>
                </a:lnTo>
                <a:lnTo>
                  <a:pt x="223857" y="247772"/>
                </a:lnTo>
                <a:lnTo>
                  <a:pt x="221494" y="244151"/>
                </a:lnTo>
                <a:lnTo>
                  <a:pt x="220695" y="241850"/>
                </a:lnTo>
                <a:lnTo>
                  <a:pt x="218753" y="239603"/>
                </a:lnTo>
                <a:lnTo>
                  <a:pt x="217323" y="236130"/>
                </a:lnTo>
                <a:lnTo>
                  <a:pt x="216716" y="232810"/>
                </a:lnTo>
                <a:lnTo>
                  <a:pt x="219754" y="232039"/>
                </a:lnTo>
                <a:lnTo>
                  <a:pt x="220423" y="227496"/>
                </a:lnTo>
                <a:lnTo>
                  <a:pt x="218875" y="223905"/>
                </a:lnTo>
                <a:lnTo>
                  <a:pt x="221920" y="218770"/>
                </a:lnTo>
                <a:lnTo>
                  <a:pt x="220872" y="213904"/>
                </a:lnTo>
                <a:lnTo>
                  <a:pt x="218977" y="214406"/>
                </a:lnTo>
                <a:lnTo>
                  <a:pt x="216037" y="214654"/>
                </a:lnTo>
                <a:lnTo>
                  <a:pt x="215395" y="214245"/>
                </a:lnTo>
                <a:lnTo>
                  <a:pt x="220502" y="205310"/>
                </a:lnTo>
                <a:lnTo>
                  <a:pt x="219297" y="205016"/>
                </a:lnTo>
                <a:lnTo>
                  <a:pt x="217546" y="203724"/>
                </a:lnTo>
                <a:lnTo>
                  <a:pt x="213312" y="204001"/>
                </a:lnTo>
                <a:lnTo>
                  <a:pt x="210142" y="201575"/>
                </a:lnTo>
                <a:lnTo>
                  <a:pt x="209482" y="202600"/>
                </a:lnTo>
                <a:lnTo>
                  <a:pt x="208414" y="203414"/>
                </a:lnTo>
                <a:lnTo>
                  <a:pt x="207446" y="202992"/>
                </a:lnTo>
                <a:lnTo>
                  <a:pt x="209542" y="200474"/>
                </a:lnTo>
                <a:lnTo>
                  <a:pt x="210208" y="197173"/>
                </a:lnTo>
                <a:lnTo>
                  <a:pt x="212055" y="193698"/>
                </a:lnTo>
                <a:lnTo>
                  <a:pt x="212728" y="186172"/>
                </a:lnTo>
                <a:lnTo>
                  <a:pt x="210634" y="184430"/>
                </a:lnTo>
                <a:lnTo>
                  <a:pt x="210812" y="182093"/>
                </a:lnTo>
                <a:lnTo>
                  <a:pt x="211075" y="181893"/>
                </a:lnTo>
                <a:lnTo>
                  <a:pt x="210455" y="179505"/>
                </a:lnTo>
                <a:lnTo>
                  <a:pt x="207266" y="175918"/>
                </a:lnTo>
                <a:lnTo>
                  <a:pt x="201873" y="173312"/>
                </a:lnTo>
                <a:lnTo>
                  <a:pt x="206834" y="163652"/>
                </a:lnTo>
                <a:lnTo>
                  <a:pt x="199036" y="159929"/>
                </a:lnTo>
                <a:lnTo>
                  <a:pt x="195045" y="151093"/>
                </a:lnTo>
                <a:lnTo>
                  <a:pt x="195554" y="143165"/>
                </a:lnTo>
                <a:lnTo>
                  <a:pt x="194510" y="127376"/>
                </a:lnTo>
                <a:lnTo>
                  <a:pt x="188291" y="117696"/>
                </a:lnTo>
                <a:lnTo>
                  <a:pt x="186675" y="114129"/>
                </a:lnTo>
                <a:lnTo>
                  <a:pt x="187504" y="102101"/>
                </a:lnTo>
                <a:lnTo>
                  <a:pt x="199160" y="95300"/>
                </a:lnTo>
                <a:lnTo>
                  <a:pt x="189007" y="90030"/>
                </a:lnTo>
                <a:lnTo>
                  <a:pt x="180754" y="84851"/>
                </a:lnTo>
                <a:lnTo>
                  <a:pt x="194552" y="80281"/>
                </a:lnTo>
                <a:lnTo>
                  <a:pt x="192130" y="57221"/>
                </a:lnTo>
                <a:lnTo>
                  <a:pt x="177269" y="52567"/>
                </a:lnTo>
                <a:lnTo>
                  <a:pt x="165580" y="43613"/>
                </a:lnTo>
                <a:lnTo>
                  <a:pt x="165439" y="35458"/>
                </a:lnTo>
                <a:lnTo>
                  <a:pt x="158829" y="24863"/>
                </a:lnTo>
                <a:lnTo>
                  <a:pt x="141670" y="23472"/>
                </a:lnTo>
                <a:lnTo>
                  <a:pt x="126534" y="0"/>
                </a:lnTo>
                <a:lnTo>
                  <a:pt x="115450" y="3195"/>
                </a:lnTo>
                <a:lnTo>
                  <a:pt x="113096" y="18092"/>
                </a:lnTo>
                <a:lnTo>
                  <a:pt x="120225" y="33920"/>
                </a:lnTo>
                <a:lnTo>
                  <a:pt x="106486" y="16363"/>
                </a:lnTo>
                <a:lnTo>
                  <a:pt x="95538" y="7001"/>
                </a:lnTo>
                <a:lnTo>
                  <a:pt x="101635" y="19649"/>
                </a:lnTo>
                <a:lnTo>
                  <a:pt x="95214" y="32301"/>
                </a:lnTo>
                <a:lnTo>
                  <a:pt x="95822" y="45166"/>
                </a:lnTo>
                <a:lnTo>
                  <a:pt x="87198" y="61321"/>
                </a:lnTo>
                <a:lnTo>
                  <a:pt x="79741" y="76206"/>
                </a:lnTo>
                <a:lnTo>
                  <a:pt x="77800" y="78058"/>
                </a:lnTo>
                <a:lnTo>
                  <a:pt x="74014" y="76626"/>
                </a:lnTo>
                <a:lnTo>
                  <a:pt x="71349" y="75097"/>
                </a:lnTo>
                <a:lnTo>
                  <a:pt x="68396" y="76302"/>
                </a:lnTo>
                <a:lnTo>
                  <a:pt x="70283" y="79135"/>
                </a:lnTo>
                <a:lnTo>
                  <a:pt x="67777" y="79907"/>
                </a:lnTo>
                <a:lnTo>
                  <a:pt x="64430" y="82703"/>
                </a:lnTo>
                <a:lnTo>
                  <a:pt x="59376" y="79012"/>
                </a:lnTo>
                <a:lnTo>
                  <a:pt x="50699" y="71773"/>
                </a:lnTo>
                <a:lnTo>
                  <a:pt x="49313" y="71261"/>
                </a:lnTo>
                <a:lnTo>
                  <a:pt x="45456" y="69930"/>
                </a:lnTo>
                <a:lnTo>
                  <a:pt x="37145" y="73074"/>
                </a:lnTo>
                <a:lnTo>
                  <a:pt x="35511" y="78497"/>
                </a:lnTo>
                <a:lnTo>
                  <a:pt x="36262" y="97464"/>
                </a:lnTo>
                <a:lnTo>
                  <a:pt x="32719" y="96708"/>
                </a:lnTo>
                <a:lnTo>
                  <a:pt x="26570" y="97678"/>
                </a:lnTo>
                <a:lnTo>
                  <a:pt x="23305" y="99234"/>
                </a:lnTo>
                <a:lnTo>
                  <a:pt x="17763" y="99373"/>
                </a:lnTo>
                <a:lnTo>
                  <a:pt x="17623" y="104099"/>
                </a:lnTo>
                <a:lnTo>
                  <a:pt x="23183" y="111242"/>
                </a:lnTo>
                <a:lnTo>
                  <a:pt x="26210" y="115652"/>
                </a:lnTo>
                <a:lnTo>
                  <a:pt x="21169" y="119533"/>
                </a:lnTo>
                <a:lnTo>
                  <a:pt x="20306" y="121470"/>
                </a:lnTo>
                <a:lnTo>
                  <a:pt x="18675" y="121592"/>
                </a:lnTo>
                <a:lnTo>
                  <a:pt x="11888" y="128061"/>
                </a:lnTo>
                <a:lnTo>
                  <a:pt x="8182" y="132053"/>
                </a:lnTo>
                <a:lnTo>
                  <a:pt x="12828" y="147855"/>
                </a:lnTo>
                <a:lnTo>
                  <a:pt x="2886" y="144496"/>
                </a:lnTo>
                <a:lnTo>
                  <a:pt x="0" y="143819"/>
                </a:lnTo>
                <a:lnTo>
                  <a:pt x="887" y="144646"/>
                </a:lnTo>
                <a:lnTo>
                  <a:pt x="866" y="145239"/>
                </a:lnTo>
                <a:lnTo>
                  <a:pt x="1941" y="146151"/>
                </a:lnTo>
                <a:lnTo>
                  <a:pt x="2922" y="147774"/>
                </a:lnTo>
                <a:lnTo>
                  <a:pt x="4206" y="148655"/>
                </a:lnTo>
                <a:lnTo>
                  <a:pt x="5166" y="150140"/>
                </a:lnTo>
                <a:lnTo>
                  <a:pt x="6178" y="151066"/>
                </a:lnTo>
                <a:lnTo>
                  <a:pt x="6381" y="152200"/>
                </a:lnTo>
                <a:lnTo>
                  <a:pt x="7022" y="153046"/>
                </a:lnTo>
                <a:lnTo>
                  <a:pt x="7626" y="153092"/>
                </a:lnTo>
                <a:lnTo>
                  <a:pt x="8433" y="154386"/>
                </a:lnTo>
                <a:lnTo>
                  <a:pt x="9492" y="155067"/>
                </a:lnTo>
                <a:lnTo>
                  <a:pt x="9719" y="155594"/>
                </a:lnTo>
                <a:lnTo>
                  <a:pt x="10417" y="155851"/>
                </a:lnTo>
                <a:lnTo>
                  <a:pt x="10538" y="156756"/>
                </a:lnTo>
                <a:lnTo>
                  <a:pt x="11405" y="156842"/>
                </a:lnTo>
                <a:lnTo>
                  <a:pt x="14141" y="158869"/>
                </a:lnTo>
                <a:lnTo>
                  <a:pt x="15466" y="160488"/>
                </a:lnTo>
                <a:lnTo>
                  <a:pt x="17313" y="161837"/>
                </a:lnTo>
                <a:lnTo>
                  <a:pt x="18400" y="163066"/>
                </a:lnTo>
                <a:lnTo>
                  <a:pt x="19214" y="164566"/>
                </a:lnTo>
                <a:lnTo>
                  <a:pt x="19096" y="164833"/>
                </a:lnTo>
                <a:lnTo>
                  <a:pt x="19310" y="164712"/>
                </a:lnTo>
                <a:lnTo>
                  <a:pt x="19318" y="165071"/>
                </a:lnTo>
                <a:lnTo>
                  <a:pt x="19574" y="165130"/>
                </a:lnTo>
                <a:lnTo>
                  <a:pt x="19466" y="165474"/>
                </a:lnTo>
                <a:lnTo>
                  <a:pt x="20379" y="166167"/>
                </a:lnTo>
                <a:lnTo>
                  <a:pt x="20894" y="166975"/>
                </a:lnTo>
                <a:lnTo>
                  <a:pt x="20889" y="167543"/>
                </a:lnTo>
                <a:lnTo>
                  <a:pt x="21597" y="168094"/>
                </a:lnTo>
                <a:lnTo>
                  <a:pt x="21718" y="168886"/>
                </a:lnTo>
                <a:lnTo>
                  <a:pt x="21394" y="169404"/>
                </a:lnTo>
                <a:lnTo>
                  <a:pt x="21776" y="169633"/>
                </a:lnTo>
                <a:lnTo>
                  <a:pt x="21541" y="170111"/>
                </a:lnTo>
                <a:lnTo>
                  <a:pt x="21904" y="170328"/>
                </a:lnTo>
                <a:lnTo>
                  <a:pt x="21768" y="170707"/>
                </a:lnTo>
                <a:lnTo>
                  <a:pt x="22095" y="171321"/>
                </a:lnTo>
                <a:lnTo>
                  <a:pt x="21471" y="171535"/>
                </a:lnTo>
                <a:lnTo>
                  <a:pt x="21671" y="171781"/>
                </a:lnTo>
                <a:lnTo>
                  <a:pt x="21154" y="172435"/>
                </a:lnTo>
                <a:lnTo>
                  <a:pt x="21214" y="172944"/>
                </a:lnTo>
                <a:lnTo>
                  <a:pt x="21693" y="173017"/>
                </a:lnTo>
                <a:lnTo>
                  <a:pt x="21409" y="173742"/>
                </a:lnTo>
                <a:lnTo>
                  <a:pt x="21773" y="173957"/>
                </a:lnTo>
                <a:lnTo>
                  <a:pt x="21513" y="174113"/>
                </a:lnTo>
                <a:lnTo>
                  <a:pt x="21495" y="174702"/>
                </a:lnTo>
                <a:lnTo>
                  <a:pt x="22763" y="175775"/>
                </a:lnTo>
                <a:lnTo>
                  <a:pt x="22885" y="176425"/>
                </a:lnTo>
                <a:lnTo>
                  <a:pt x="23500" y="176851"/>
                </a:lnTo>
                <a:lnTo>
                  <a:pt x="23913" y="177814"/>
                </a:lnTo>
                <a:lnTo>
                  <a:pt x="25208" y="179175"/>
                </a:lnTo>
                <a:lnTo>
                  <a:pt x="25422" y="180744"/>
                </a:lnTo>
                <a:lnTo>
                  <a:pt x="26470" y="181318"/>
                </a:lnTo>
                <a:lnTo>
                  <a:pt x="26856" y="182192"/>
                </a:lnTo>
                <a:lnTo>
                  <a:pt x="27425" y="182421"/>
                </a:lnTo>
                <a:lnTo>
                  <a:pt x="27442" y="182839"/>
                </a:lnTo>
                <a:lnTo>
                  <a:pt x="28018" y="183412"/>
                </a:lnTo>
                <a:lnTo>
                  <a:pt x="28656" y="183552"/>
                </a:lnTo>
                <a:lnTo>
                  <a:pt x="30072" y="184799"/>
                </a:lnTo>
                <a:lnTo>
                  <a:pt x="30812" y="186198"/>
                </a:lnTo>
                <a:lnTo>
                  <a:pt x="31105" y="186208"/>
                </a:lnTo>
                <a:lnTo>
                  <a:pt x="31339" y="186782"/>
                </a:lnTo>
                <a:lnTo>
                  <a:pt x="32041" y="187385"/>
                </a:lnTo>
                <a:lnTo>
                  <a:pt x="32056" y="187969"/>
                </a:lnTo>
                <a:lnTo>
                  <a:pt x="33310" y="189331"/>
                </a:lnTo>
                <a:lnTo>
                  <a:pt x="33281" y="189884"/>
                </a:lnTo>
                <a:lnTo>
                  <a:pt x="33835" y="190645"/>
                </a:lnTo>
                <a:lnTo>
                  <a:pt x="35048" y="191525"/>
                </a:lnTo>
                <a:lnTo>
                  <a:pt x="35631" y="192458"/>
                </a:lnTo>
                <a:lnTo>
                  <a:pt x="37200" y="193463"/>
                </a:lnTo>
                <a:lnTo>
                  <a:pt x="37918" y="194667"/>
                </a:lnTo>
                <a:lnTo>
                  <a:pt x="38861" y="195491"/>
                </a:lnTo>
                <a:lnTo>
                  <a:pt x="38829" y="195781"/>
                </a:lnTo>
                <a:lnTo>
                  <a:pt x="39658" y="196278"/>
                </a:lnTo>
                <a:lnTo>
                  <a:pt x="39605" y="196850"/>
                </a:lnTo>
                <a:lnTo>
                  <a:pt x="39835" y="196716"/>
                </a:lnTo>
                <a:lnTo>
                  <a:pt x="40426" y="197308"/>
                </a:lnTo>
                <a:lnTo>
                  <a:pt x="40350" y="197539"/>
                </a:lnTo>
                <a:lnTo>
                  <a:pt x="40831" y="197931"/>
                </a:lnTo>
                <a:lnTo>
                  <a:pt x="41702" y="199650"/>
                </a:lnTo>
                <a:lnTo>
                  <a:pt x="42804" y="200312"/>
                </a:lnTo>
                <a:lnTo>
                  <a:pt x="44361" y="202970"/>
                </a:lnTo>
                <a:lnTo>
                  <a:pt x="45653" y="203855"/>
                </a:lnTo>
                <a:lnTo>
                  <a:pt x="46688" y="205301"/>
                </a:lnTo>
                <a:lnTo>
                  <a:pt x="47573" y="205865"/>
                </a:lnTo>
                <a:lnTo>
                  <a:pt x="47590" y="206189"/>
                </a:lnTo>
                <a:lnTo>
                  <a:pt x="48480" y="206540"/>
                </a:lnTo>
                <a:lnTo>
                  <a:pt x="48449" y="207187"/>
                </a:lnTo>
                <a:lnTo>
                  <a:pt x="49245" y="207683"/>
                </a:lnTo>
                <a:lnTo>
                  <a:pt x="49328" y="208297"/>
                </a:lnTo>
                <a:lnTo>
                  <a:pt x="49849" y="208430"/>
                </a:lnTo>
                <a:lnTo>
                  <a:pt x="50196" y="209630"/>
                </a:lnTo>
                <a:lnTo>
                  <a:pt x="50498" y="209611"/>
                </a:lnTo>
                <a:lnTo>
                  <a:pt x="51083" y="210325"/>
                </a:lnTo>
                <a:lnTo>
                  <a:pt x="51446" y="210330"/>
                </a:lnTo>
                <a:lnTo>
                  <a:pt x="51513" y="210850"/>
                </a:lnTo>
                <a:lnTo>
                  <a:pt x="52235" y="211120"/>
                </a:lnTo>
                <a:lnTo>
                  <a:pt x="52576" y="211856"/>
                </a:lnTo>
                <a:lnTo>
                  <a:pt x="54246" y="212800"/>
                </a:lnTo>
                <a:lnTo>
                  <a:pt x="59754" y="218672"/>
                </a:lnTo>
                <a:lnTo>
                  <a:pt x="62039" y="221506"/>
                </a:lnTo>
                <a:lnTo>
                  <a:pt x="63254" y="223600"/>
                </a:lnTo>
                <a:lnTo>
                  <a:pt x="63052" y="224160"/>
                </a:lnTo>
                <a:lnTo>
                  <a:pt x="63328" y="224609"/>
                </a:lnTo>
                <a:lnTo>
                  <a:pt x="63205" y="225573"/>
                </a:lnTo>
                <a:lnTo>
                  <a:pt x="62803" y="225940"/>
                </a:lnTo>
                <a:lnTo>
                  <a:pt x="63170" y="226019"/>
                </a:lnTo>
                <a:lnTo>
                  <a:pt x="63115" y="226324"/>
                </a:lnTo>
                <a:lnTo>
                  <a:pt x="63709" y="226392"/>
                </a:lnTo>
                <a:lnTo>
                  <a:pt x="63539" y="227025"/>
                </a:lnTo>
                <a:lnTo>
                  <a:pt x="64299" y="227149"/>
                </a:lnTo>
                <a:lnTo>
                  <a:pt x="65388" y="228161"/>
                </a:lnTo>
                <a:lnTo>
                  <a:pt x="65510" y="228719"/>
                </a:lnTo>
                <a:lnTo>
                  <a:pt x="65945" y="229091"/>
                </a:lnTo>
                <a:lnTo>
                  <a:pt x="65838" y="230154"/>
                </a:lnTo>
                <a:lnTo>
                  <a:pt x="66386" y="230540"/>
                </a:lnTo>
                <a:lnTo>
                  <a:pt x="66204" y="230856"/>
                </a:lnTo>
                <a:lnTo>
                  <a:pt x="67359" y="231730"/>
                </a:lnTo>
                <a:lnTo>
                  <a:pt x="67271" y="232085"/>
                </a:lnTo>
                <a:lnTo>
                  <a:pt x="67541" y="232069"/>
                </a:lnTo>
                <a:lnTo>
                  <a:pt x="67717" y="232747"/>
                </a:lnTo>
                <a:lnTo>
                  <a:pt x="68468" y="233381"/>
                </a:lnTo>
                <a:lnTo>
                  <a:pt x="68503" y="234269"/>
                </a:lnTo>
                <a:lnTo>
                  <a:pt x="69159" y="235341"/>
                </a:lnTo>
                <a:lnTo>
                  <a:pt x="69056" y="235770"/>
                </a:lnTo>
                <a:lnTo>
                  <a:pt x="69572" y="236301"/>
                </a:lnTo>
                <a:lnTo>
                  <a:pt x="69458" y="236505"/>
                </a:lnTo>
                <a:lnTo>
                  <a:pt x="69943" y="236626"/>
                </a:lnTo>
                <a:lnTo>
                  <a:pt x="70595" y="237311"/>
                </a:lnTo>
                <a:lnTo>
                  <a:pt x="72923" y="240960"/>
                </a:lnTo>
                <a:lnTo>
                  <a:pt x="73805" y="241588"/>
                </a:lnTo>
                <a:lnTo>
                  <a:pt x="74679" y="243155"/>
                </a:lnTo>
                <a:lnTo>
                  <a:pt x="75167" y="243554"/>
                </a:lnTo>
                <a:lnTo>
                  <a:pt x="75432" y="244927"/>
                </a:lnTo>
                <a:lnTo>
                  <a:pt x="76048" y="244848"/>
                </a:lnTo>
                <a:lnTo>
                  <a:pt x="78371" y="247876"/>
                </a:lnTo>
                <a:lnTo>
                  <a:pt x="79583" y="250107"/>
                </a:lnTo>
                <a:lnTo>
                  <a:pt x="80627" y="251244"/>
                </a:lnTo>
                <a:lnTo>
                  <a:pt x="80780" y="251894"/>
                </a:lnTo>
                <a:lnTo>
                  <a:pt x="81896" y="252881"/>
                </a:lnTo>
                <a:lnTo>
                  <a:pt x="81852" y="253490"/>
                </a:lnTo>
                <a:lnTo>
                  <a:pt x="82202" y="253705"/>
                </a:lnTo>
                <a:lnTo>
                  <a:pt x="82400" y="254697"/>
                </a:lnTo>
                <a:lnTo>
                  <a:pt x="81806" y="255356"/>
                </a:lnTo>
                <a:lnTo>
                  <a:pt x="82240" y="255747"/>
                </a:lnTo>
                <a:lnTo>
                  <a:pt x="81769" y="255985"/>
                </a:lnTo>
                <a:lnTo>
                  <a:pt x="81915" y="256368"/>
                </a:lnTo>
                <a:lnTo>
                  <a:pt x="82367" y="256535"/>
                </a:lnTo>
                <a:lnTo>
                  <a:pt x="82231" y="257002"/>
                </a:lnTo>
                <a:lnTo>
                  <a:pt x="82725" y="259605"/>
                </a:lnTo>
                <a:lnTo>
                  <a:pt x="83191" y="260749"/>
                </a:lnTo>
                <a:lnTo>
                  <a:pt x="83592" y="260963"/>
                </a:lnTo>
                <a:lnTo>
                  <a:pt x="84013" y="262466"/>
                </a:lnTo>
                <a:lnTo>
                  <a:pt x="83997" y="262858"/>
                </a:lnTo>
                <a:lnTo>
                  <a:pt x="83431" y="263420"/>
                </a:lnTo>
                <a:lnTo>
                  <a:pt x="84613" y="265813"/>
                </a:lnTo>
                <a:lnTo>
                  <a:pt x="84487" y="266407"/>
                </a:lnTo>
                <a:lnTo>
                  <a:pt x="83803" y="266663"/>
                </a:lnTo>
                <a:lnTo>
                  <a:pt x="84344" y="266765"/>
                </a:lnTo>
                <a:lnTo>
                  <a:pt x="84089" y="267350"/>
                </a:lnTo>
                <a:lnTo>
                  <a:pt x="84725" y="267728"/>
                </a:lnTo>
                <a:lnTo>
                  <a:pt x="89727" y="274924"/>
                </a:lnTo>
                <a:lnTo>
                  <a:pt x="91281" y="277752"/>
                </a:lnTo>
                <a:lnTo>
                  <a:pt x="92709" y="281737"/>
                </a:lnTo>
                <a:lnTo>
                  <a:pt x="92543" y="282728"/>
                </a:lnTo>
                <a:lnTo>
                  <a:pt x="92800" y="283682"/>
                </a:lnTo>
                <a:lnTo>
                  <a:pt x="92427" y="284484"/>
                </a:lnTo>
                <a:lnTo>
                  <a:pt x="91641" y="284593"/>
                </a:lnTo>
                <a:lnTo>
                  <a:pt x="92240" y="285930"/>
                </a:lnTo>
                <a:lnTo>
                  <a:pt x="92176" y="287798"/>
                </a:lnTo>
                <a:lnTo>
                  <a:pt x="91717" y="288465"/>
                </a:lnTo>
                <a:lnTo>
                  <a:pt x="90667" y="288692"/>
                </a:lnTo>
                <a:lnTo>
                  <a:pt x="90730" y="289735"/>
                </a:lnTo>
                <a:lnTo>
                  <a:pt x="91209" y="291396"/>
                </a:lnTo>
                <a:lnTo>
                  <a:pt x="92499" y="293349"/>
                </a:lnTo>
                <a:lnTo>
                  <a:pt x="94456" y="297908"/>
                </a:lnTo>
                <a:lnTo>
                  <a:pt x="94654" y="298790"/>
                </a:lnTo>
                <a:lnTo>
                  <a:pt x="94402" y="299306"/>
                </a:lnTo>
                <a:lnTo>
                  <a:pt x="93983" y="299476"/>
                </a:lnTo>
                <a:lnTo>
                  <a:pt x="93969" y="300151"/>
                </a:lnTo>
                <a:lnTo>
                  <a:pt x="95814" y="303087"/>
                </a:lnTo>
                <a:lnTo>
                  <a:pt x="96275" y="304285"/>
                </a:lnTo>
                <a:lnTo>
                  <a:pt x="96074" y="305312"/>
                </a:lnTo>
                <a:lnTo>
                  <a:pt x="98727" y="310816"/>
                </a:lnTo>
                <a:lnTo>
                  <a:pt x="99898" y="314384"/>
                </a:lnTo>
                <a:lnTo>
                  <a:pt x="100123" y="315740"/>
                </a:lnTo>
                <a:lnTo>
                  <a:pt x="99963" y="316908"/>
                </a:lnTo>
                <a:lnTo>
                  <a:pt x="99213" y="318027"/>
                </a:lnTo>
                <a:lnTo>
                  <a:pt x="98634" y="318087"/>
                </a:lnTo>
                <a:lnTo>
                  <a:pt x="98563" y="318415"/>
                </a:lnTo>
                <a:lnTo>
                  <a:pt x="97762" y="318880"/>
                </a:lnTo>
                <a:lnTo>
                  <a:pt x="97781" y="319244"/>
                </a:lnTo>
                <a:lnTo>
                  <a:pt x="98218" y="319309"/>
                </a:lnTo>
                <a:lnTo>
                  <a:pt x="98118" y="319514"/>
                </a:lnTo>
                <a:lnTo>
                  <a:pt x="98342" y="319597"/>
                </a:lnTo>
                <a:lnTo>
                  <a:pt x="98208" y="320059"/>
                </a:lnTo>
                <a:lnTo>
                  <a:pt x="98514" y="320352"/>
                </a:lnTo>
                <a:lnTo>
                  <a:pt x="98319" y="320543"/>
                </a:lnTo>
                <a:lnTo>
                  <a:pt x="98586" y="320998"/>
                </a:lnTo>
                <a:lnTo>
                  <a:pt x="98485" y="321312"/>
                </a:lnTo>
                <a:lnTo>
                  <a:pt x="98123" y="321356"/>
                </a:lnTo>
                <a:lnTo>
                  <a:pt x="98489" y="321713"/>
                </a:lnTo>
                <a:lnTo>
                  <a:pt x="98054" y="322611"/>
                </a:lnTo>
                <a:lnTo>
                  <a:pt x="98296" y="322678"/>
                </a:lnTo>
                <a:lnTo>
                  <a:pt x="98762" y="324288"/>
                </a:lnTo>
                <a:lnTo>
                  <a:pt x="98788" y="325930"/>
                </a:lnTo>
                <a:lnTo>
                  <a:pt x="99093" y="326425"/>
                </a:lnTo>
                <a:lnTo>
                  <a:pt x="98949" y="326726"/>
                </a:lnTo>
                <a:lnTo>
                  <a:pt x="99505" y="329651"/>
                </a:lnTo>
                <a:lnTo>
                  <a:pt x="100307" y="331329"/>
                </a:lnTo>
                <a:lnTo>
                  <a:pt x="100362" y="332538"/>
                </a:lnTo>
                <a:lnTo>
                  <a:pt x="100093" y="332866"/>
                </a:lnTo>
                <a:lnTo>
                  <a:pt x="100538" y="333358"/>
                </a:lnTo>
                <a:lnTo>
                  <a:pt x="100282" y="333618"/>
                </a:lnTo>
                <a:lnTo>
                  <a:pt x="100425" y="334453"/>
                </a:lnTo>
                <a:lnTo>
                  <a:pt x="100730" y="334573"/>
                </a:lnTo>
                <a:lnTo>
                  <a:pt x="102386" y="337789"/>
                </a:lnTo>
                <a:lnTo>
                  <a:pt x="103008" y="339478"/>
                </a:lnTo>
                <a:lnTo>
                  <a:pt x="103152" y="340338"/>
                </a:lnTo>
                <a:lnTo>
                  <a:pt x="102859" y="340762"/>
                </a:lnTo>
                <a:lnTo>
                  <a:pt x="105182" y="346976"/>
                </a:lnTo>
                <a:lnTo>
                  <a:pt x="106898" y="354221"/>
                </a:lnTo>
                <a:lnTo>
                  <a:pt x="106980" y="355929"/>
                </a:lnTo>
                <a:lnTo>
                  <a:pt x="106641" y="358981"/>
                </a:lnTo>
                <a:lnTo>
                  <a:pt x="106051" y="360478"/>
                </a:lnTo>
                <a:lnTo>
                  <a:pt x="105635" y="360891"/>
                </a:lnTo>
                <a:lnTo>
                  <a:pt x="104511" y="360881"/>
                </a:lnTo>
                <a:lnTo>
                  <a:pt x="103760" y="361336"/>
                </a:lnTo>
                <a:lnTo>
                  <a:pt x="102677" y="360749"/>
                </a:lnTo>
                <a:lnTo>
                  <a:pt x="102265" y="361224"/>
                </a:lnTo>
                <a:lnTo>
                  <a:pt x="102905" y="364382"/>
                </a:lnTo>
                <a:lnTo>
                  <a:pt x="102702" y="365067"/>
                </a:lnTo>
                <a:lnTo>
                  <a:pt x="104706" y="371475"/>
                </a:lnTo>
                <a:lnTo>
                  <a:pt x="106061" y="378397"/>
                </a:lnTo>
                <a:lnTo>
                  <a:pt x="107076" y="389111"/>
                </a:lnTo>
                <a:lnTo>
                  <a:pt x="106964" y="394727"/>
                </a:lnTo>
                <a:lnTo>
                  <a:pt x="106036" y="402626"/>
                </a:lnTo>
                <a:lnTo>
                  <a:pt x="104574" y="408813"/>
                </a:lnTo>
                <a:lnTo>
                  <a:pt x="103383" y="412623"/>
                </a:lnTo>
                <a:lnTo>
                  <a:pt x="99799" y="421697"/>
                </a:lnTo>
                <a:lnTo>
                  <a:pt x="94985" y="430499"/>
                </a:lnTo>
                <a:lnTo>
                  <a:pt x="92299" y="433801"/>
                </a:lnTo>
                <a:lnTo>
                  <a:pt x="87655" y="437842"/>
                </a:lnTo>
                <a:lnTo>
                  <a:pt x="82898" y="445599"/>
                </a:lnTo>
                <a:lnTo>
                  <a:pt x="78566" y="449441"/>
                </a:lnTo>
                <a:lnTo>
                  <a:pt x="76916" y="450319"/>
                </a:lnTo>
                <a:lnTo>
                  <a:pt x="75673" y="450429"/>
                </a:lnTo>
                <a:lnTo>
                  <a:pt x="74293" y="451018"/>
                </a:lnTo>
                <a:lnTo>
                  <a:pt x="73680" y="451019"/>
                </a:lnTo>
                <a:lnTo>
                  <a:pt x="73286" y="450649"/>
                </a:lnTo>
                <a:lnTo>
                  <a:pt x="73056" y="451000"/>
                </a:lnTo>
                <a:lnTo>
                  <a:pt x="72278" y="451225"/>
                </a:lnTo>
                <a:lnTo>
                  <a:pt x="71615" y="450635"/>
                </a:lnTo>
                <a:lnTo>
                  <a:pt x="70981" y="451243"/>
                </a:lnTo>
                <a:lnTo>
                  <a:pt x="70371" y="450635"/>
                </a:lnTo>
                <a:lnTo>
                  <a:pt x="69955" y="450698"/>
                </a:lnTo>
                <a:lnTo>
                  <a:pt x="70177" y="450481"/>
                </a:lnTo>
                <a:lnTo>
                  <a:pt x="69363" y="450828"/>
                </a:lnTo>
                <a:lnTo>
                  <a:pt x="68937" y="450547"/>
                </a:lnTo>
                <a:lnTo>
                  <a:pt x="67604" y="451414"/>
                </a:lnTo>
                <a:lnTo>
                  <a:pt x="65215" y="452177"/>
                </a:lnTo>
                <a:lnTo>
                  <a:pt x="64425" y="450453"/>
                </a:lnTo>
                <a:lnTo>
                  <a:pt x="62839" y="448910"/>
                </a:lnTo>
                <a:lnTo>
                  <a:pt x="61038" y="447833"/>
                </a:lnTo>
                <a:lnTo>
                  <a:pt x="60497" y="446999"/>
                </a:lnTo>
                <a:lnTo>
                  <a:pt x="58196" y="445949"/>
                </a:lnTo>
                <a:lnTo>
                  <a:pt x="57617" y="444647"/>
                </a:lnTo>
                <a:lnTo>
                  <a:pt x="58232" y="444672"/>
                </a:lnTo>
                <a:lnTo>
                  <a:pt x="58261" y="444104"/>
                </a:lnTo>
                <a:lnTo>
                  <a:pt x="55108" y="442917"/>
                </a:lnTo>
                <a:lnTo>
                  <a:pt x="55134" y="442717"/>
                </a:lnTo>
                <a:lnTo>
                  <a:pt x="55045" y="442889"/>
                </a:lnTo>
                <a:lnTo>
                  <a:pt x="54625" y="442461"/>
                </a:lnTo>
                <a:lnTo>
                  <a:pt x="53726" y="442361"/>
                </a:lnTo>
                <a:lnTo>
                  <a:pt x="53731" y="442002"/>
                </a:lnTo>
                <a:lnTo>
                  <a:pt x="53676" y="442358"/>
                </a:lnTo>
                <a:lnTo>
                  <a:pt x="53295" y="442303"/>
                </a:lnTo>
                <a:lnTo>
                  <a:pt x="52263" y="441608"/>
                </a:lnTo>
                <a:lnTo>
                  <a:pt x="51665" y="440859"/>
                </a:lnTo>
                <a:lnTo>
                  <a:pt x="51580" y="440304"/>
                </a:lnTo>
                <a:lnTo>
                  <a:pt x="52315" y="439641"/>
                </a:lnTo>
                <a:lnTo>
                  <a:pt x="51926" y="438759"/>
                </a:lnTo>
                <a:lnTo>
                  <a:pt x="52264" y="437840"/>
                </a:lnTo>
                <a:lnTo>
                  <a:pt x="52606" y="437612"/>
                </a:lnTo>
                <a:lnTo>
                  <a:pt x="51194" y="437761"/>
                </a:lnTo>
                <a:lnTo>
                  <a:pt x="50202" y="436935"/>
                </a:lnTo>
                <a:lnTo>
                  <a:pt x="50317" y="437935"/>
                </a:lnTo>
                <a:lnTo>
                  <a:pt x="49349" y="439720"/>
                </a:lnTo>
                <a:lnTo>
                  <a:pt x="48725" y="440456"/>
                </a:lnTo>
                <a:lnTo>
                  <a:pt x="47399" y="441259"/>
                </a:lnTo>
                <a:lnTo>
                  <a:pt x="46118" y="441083"/>
                </a:lnTo>
                <a:lnTo>
                  <a:pt x="45964" y="440793"/>
                </a:lnTo>
                <a:lnTo>
                  <a:pt x="46254" y="440475"/>
                </a:lnTo>
                <a:lnTo>
                  <a:pt x="45943" y="439987"/>
                </a:lnTo>
                <a:lnTo>
                  <a:pt x="44461" y="440928"/>
                </a:lnTo>
                <a:lnTo>
                  <a:pt x="42894" y="439802"/>
                </a:lnTo>
                <a:lnTo>
                  <a:pt x="42745" y="440287"/>
                </a:lnTo>
                <a:lnTo>
                  <a:pt x="43331" y="440918"/>
                </a:lnTo>
                <a:lnTo>
                  <a:pt x="43063" y="441655"/>
                </a:lnTo>
                <a:lnTo>
                  <a:pt x="43187" y="442090"/>
                </a:lnTo>
                <a:lnTo>
                  <a:pt x="42629" y="442631"/>
                </a:lnTo>
                <a:lnTo>
                  <a:pt x="42329" y="442566"/>
                </a:lnTo>
                <a:lnTo>
                  <a:pt x="41665" y="443961"/>
                </a:lnTo>
                <a:lnTo>
                  <a:pt x="41056" y="444301"/>
                </a:lnTo>
                <a:lnTo>
                  <a:pt x="40294" y="444164"/>
                </a:lnTo>
                <a:lnTo>
                  <a:pt x="39014" y="445475"/>
                </a:lnTo>
                <a:lnTo>
                  <a:pt x="39287" y="446185"/>
                </a:lnTo>
                <a:lnTo>
                  <a:pt x="39044" y="446737"/>
                </a:lnTo>
                <a:lnTo>
                  <a:pt x="40353" y="448023"/>
                </a:lnTo>
                <a:lnTo>
                  <a:pt x="41179" y="450315"/>
                </a:lnTo>
                <a:lnTo>
                  <a:pt x="41509" y="453972"/>
                </a:lnTo>
                <a:lnTo>
                  <a:pt x="41212" y="455726"/>
                </a:lnTo>
                <a:lnTo>
                  <a:pt x="40671" y="456811"/>
                </a:lnTo>
                <a:lnTo>
                  <a:pt x="38849" y="458025"/>
                </a:lnTo>
                <a:lnTo>
                  <a:pt x="38050" y="457947"/>
                </a:lnTo>
                <a:lnTo>
                  <a:pt x="37847" y="456971"/>
                </a:lnTo>
                <a:lnTo>
                  <a:pt x="37643" y="457046"/>
                </a:lnTo>
                <a:lnTo>
                  <a:pt x="37809" y="458324"/>
                </a:lnTo>
                <a:lnTo>
                  <a:pt x="37444" y="459038"/>
                </a:lnTo>
                <a:lnTo>
                  <a:pt x="36618" y="459145"/>
                </a:lnTo>
                <a:lnTo>
                  <a:pt x="35928" y="459622"/>
                </a:lnTo>
                <a:lnTo>
                  <a:pt x="35343" y="459106"/>
                </a:lnTo>
                <a:lnTo>
                  <a:pt x="35282" y="459608"/>
                </a:lnTo>
                <a:lnTo>
                  <a:pt x="34835" y="459520"/>
                </a:lnTo>
                <a:lnTo>
                  <a:pt x="34991" y="459914"/>
                </a:lnTo>
                <a:lnTo>
                  <a:pt x="34726" y="460275"/>
                </a:lnTo>
                <a:lnTo>
                  <a:pt x="34208" y="460149"/>
                </a:lnTo>
                <a:lnTo>
                  <a:pt x="34051" y="460459"/>
                </a:lnTo>
                <a:lnTo>
                  <a:pt x="33829" y="460184"/>
                </a:lnTo>
                <a:lnTo>
                  <a:pt x="33361" y="460316"/>
                </a:lnTo>
                <a:lnTo>
                  <a:pt x="33403" y="459953"/>
                </a:lnTo>
                <a:lnTo>
                  <a:pt x="33188" y="459911"/>
                </a:lnTo>
                <a:lnTo>
                  <a:pt x="33272" y="460378"/>
                </a:lnTo>
                <a:lnTo>
                  <a:pt x="32989" y="460024"/>
                </a:lnTo>
                <a:lnTo>
                  <a:pt x="32771" y="460493"/>
                </a:lnTo>
                <a:lnTo>
                  <a:pt x="32791" y="461287"/>
                </a:lnTo>
                <a:lnTo>
                  <a:pt x="32304" y="461069"/>
                </a:lnTo>
                <a:lnTo>
                  <a:pt x="32270" y="461607"/>
                </a:lnTo>
                <a:lnTo>
                  <a:pt x="31921" y="461740"/>
                </a:lnTo>
                <a:lnTo>
                  <a:pt x="31699" y="461499"/>
                </a:lnTo>
                <a:lnTo>
                  <a:pt x="31637" y="461744"/>
                </a:lnTo>
                <a:lnTo>
                  <a:pt x="32017" y="461966"/>
                </a:lnTo>
                <a:lnTo>
                  <a:pt x="31818" y="462037"/>
                </a:lnTo>
                <a:lnTo>
                  <a:pt x="31902" y="462414"/>
                </a:lnTo>
                <a:lnTo>
                  <a:pt x="32381" y="462176"/>
                </a:lnTo>
                <a:lnTo>
                  <a:pt x="32275" y="462819"/>
                </a:lnTo>
                <a:lnTo>
                  <a:pt x="32620" y="463244"/>
                </a:lnTo>
                <a:lnTo>
                  <a:pt x="33231" y="463253"/>
                </a:lnTo>
                <a:lnTo>
                  <a:pt x="33419" y="463498"/>
                </a:lnTo>
                <a:lnTo>
                  <a:pt x="33604" y="463337"/>
                </a:lnTo>
                <a:lnTo>
                  <a:pt x="33601" y="463924"/>
                </a:lnTo>
                <a:lnTo>
                  <a:pt x="33869" y="463778"/>
                </a:lnTo>
                <a:lnTo>
                  <a:pt x="33802" y="464238"/>
                </a:lnTo>
                <a:lnTo>
                  <a:pt x="34126" y="464195"/>
                </a:lnTo>
                <a:lnTo>
                  <a:pt x="33918" y="464430"/>
                </a:lnTo>
                <a:lnTo>
                  <a:pt x="34253" y="464163"/>
                </a:lnTo>
                <a:lnTo>
                  <a:pt x="34667" y="464331"/>
                </a:lnTo>
                <a:lnTo>
                  <a:pt x="34240" y="464910"/>
                </a:lnTo>
                <a:lnTo>
                  <a:pt x="34443" y="465114"/>
                </a:lnTo>
                <a:lnTo>
                  <a:pt x="35426" y="464714"/>
                </a:lnTo>
                <a:lnTo>
                  <a:pt x="36124" y="465378"/>
                </a:lnTo>
                <a:lnTo>
                  <a:pt x="36469" y="465303"/>
                </a:lnTo>
                <a:lnTo>
                  <a:pt x="36883" y="465629"/>
                </a:lnTo>
                <a:lnTo>
                  <a:pt x="36651" y="466015"/>
                </a:lnTo>
                <a:lnTo>
                  <a:pt x="37474" y="466174"/>
                </a:lnTo>
                <a:lnTo>
                  <a:pt x="37847" y="466850"/>
                </a:lnTo>
                <a:lnTo>
                  <a:pt x="37793" y="467988"/>
                </a:lnTo>
                <a:lnTo>
                  <a:pt x="38309" y="468483"/>
                </a:lnTo>
                <a:lnTo>
                  <a:pt x="38333" y="468995"/>
                </a:lnTo>
                <a:lnTo>
                  <a:pt x="37976" y="469168"/>
                </a:lnTo>
                <a:lnTo>
                  <a:pt x="37970" y="469571"/>
                </a:lnTo>
                <a:lnTo>
                  <a:pt x="38482" y="469623"/>
                </a:lnTo>
                <a:lnTo>
                  <a:pt x="38713" y="470553"/>
                </a:lnTo>
                <a:lnTo>
                  <a:pt x="38323" y="472212"/>
                </a:lnTo>
                <a:lnTo>
                  <a:pt x="37790" y="472938"/>
                </a:lnTo>
                <a:lnTo>
                  <a:pt x="37482" y="472853"/>
                </a:lnTo>
                <a:lnTo>
                  <a:pt x="37085" y="473190"/>
                </a:lnTo>
                <a:lnTo>
                  <a:pt x="36219" y="473054"/>
                </a:lnTo>
                <a:lnTo>
                  <a:pt x="35572" y="473559"/>
                </a:lnTo>
                <a:lnTo>
                  <a:pt x="35902" y="474073"/>
                </a:lnTo>
                <a:lnTo>
                  <a:pt x="35444" y="474212"/>
                </a:lnTo>
                <a:lnTo>
                  <a:pt x="35467" y="474423"/>
                </a:lnTo>
                <a:lnTo>
                  <a:pt x="36246" y="474603"/>
                </a:lnTo>
                <a:lnTo>
                  <a:pt x="36337" y="475005"/>
                </a:lnTo>
                <a:lnTo>
                  <a:pt x="36005" y="475177"/>
                </a:lnTo>
                <a:lnTo>
                  <a:pt x="35953" y="475557"/>
                </a:lnTo>
                <a:lnTo>
                  <a:pt x="35504" y="475641"/>
                </a:lnTo>
                <a:lnTo>
                  <a:pt x="35580" y="476073"/>
                </a:lnTo>
                <a:lnTo>
                  <a:pt x="35279" y="476397"/>
                </a:lnTo>
                <a:lnTo>
                  <a:pt x="34554" y="476829"/>
                </a:lnTo>
                <a:lnTo>
                  <a:pt x="34980" y="477128"/>
                </a:lnTo>
                <a:lnTo>
                  <a:pt x="34946" y="477894"/>
                </a:lnTo>
                <a:lnTo>
                  <a:pt x="35631" y="478053"/>
                </a:lnTo>
                <a:lnTo>
                  <a:pt x="36210" y="477657"/>
                </a:lnTo>
                <a:lnTo>
                  <a:pt x="36400" y="477991"/>
                </a:lnTo>
                <a:lnTo>
                  <a:pt x="36840" y="478062"/>
                </a:lnTo>
                <a:lnTo>
                  <a:pt x="37029" y="478795"/>
                </a:lnTo>
                <a:lnTo>
                  <a:pt x="38249" y="479262"/>
                </a:lnTo>
                <a:lnTo>
                  <a:pt x="39229" y="481346"/>
                </a:lnTo>
                <a:lnTo>
                  <a:pt x="39803" y="484696"/>
                </a:lnTo>
                <a:lnTo>
                  <a:pt x="39219" y="485974"/>
                </a:lnTo>
                <a:lnTo>
                  <a:pt x="38545" y="486220"/>
                </a:lnTo>
                <a:lnTo>
                  <a:pt x="38672" y="486538"/>
                </a:lnTo>
                <a:lnTo>
                  <a:pt x="39104" y="486491"/>
                </a:lnTo>
                <a:lnTo>
                  <a:pt x="39528" y="486985"/>
                </a:lnTo>
                <a:lnTo>
                  <a:pt x="39541" y="487769"/>
                </a:lnTo>
                <a:lnTo>
                  <a:pt x="39148" y="487787"/>
                </a:lnTo>
                <a:lnTo>
                  <a:pt x="39139" y="488013"/>
                </a:lnTo>
                <a:lnTo>
                  <a:pt x="39967" y="487776"/>
                </a:lnTo>
                <a:lnTo>
                  <a:pt x="40152" y="487979"/>
                </a:lnTo>
                <a:lnTo>
                  <a:pt x="39789" y="488350"/>
                </a:lnTo>
                <a:lnTo>
                  <a:pt x="39918" y="489323"/>
                </a:lnTo>
                <a:lnTo>
                  <a:pt x="39582" y="489422"/>
                </a:lnTo>
                <a:lnTo>
                  <a:pt x="39756" y="490020"/>
                </a:lnTo>
                <a:lnTo>
                  <a:pt x="38843" y="490164"/>
                </a:lnTo>
                <a:lnTo>
                  <a:pt x="40090" y="490532"/>
                </a:lnTo>
                <a:lnTo>
                  <a:pt x="38608" y="491674"/>
                </a:lnTo>
                <a:lnTo>
                  <a:pt x="38578" y="492693"/>
                </a:lnTo>
                <a:lnTo>
                  <a:pt x="37966" y="492967"/>
                </a:lnTo>
                <a:lnTo>
                  <a:pt x="37864" y="493364"/>
                </a:lnTo>
                <a:lnTo>
                  <a:pt x="38315" y="493860"/>
                </a:lnTo>
                <a:lnTo>
                  <a:pt x="38074" y="494693"/>
                </a:lnTo>
                <a:lnTo>
                  <a:pt x="38883" y="494948"/>
                </a:lnTo>
                <a:lnTo>
                  <a:pt x="38774" y="495478"/>
                </a:lnTo>
                <a:lnTo>
                  <a:pt x="39091" y="495823"/>
                </a:lnTo>
                <a:lnTo>
                  <a:pt x="39621" y="495855"/>
                </a:lnTo>
                <a:lnTo>
                  <a:pt x="39987" y="494949"/>
                </a:lnTo>
                <a:lnTo>
                  <a:pt x="40832" y="494931"/>
                </a:lnTo>
                <a:lnTo>
                  <a:pt x="42263" y="495755"/>
                </a:lnTo>
                <a:lnTo>
                  <a:pt x="43189" y="497340"/>
                </a:lnTo>
                <a:lnTo>
                  <a:pt x="43279" y="498552"/>
                </a:lnTo>
                <a:lnTo>
                  <a:pt x="42784" y="499720"/>
                </a:lnTo>
                <a:lnTo>
                  <a:pt x="42277" y="500089"/>
                </a:lnTo>
                <a:lnTo>
                  <a:pt x="41579" y="499577"/>
                </a:lnTo>
                <a:lnTo>
                  <a:pt x="41088" y="499701"/>
                </a:lnTo>
                <a:lnTo>
                  <a:pt x="42429" y="501376"/>
                </a:lnTo>
                <a:lnTo>
                  <a:pt x="41871" y="502324"/>
                </a:lnTo>
                <a:lnTo>
                  <a:pt x="42182" y="502484"/>
                </a:lnTo>
                <a:lnTo>
                  <a:pt x="43191" y="502104"/>
                </a:lnTo>
                <a:lnTo>
                  <a:pt x="43598" y="502798"/>
                </a:lnTo>
                <a:lnTo>
                  <a:pt x="43555" y="503382"/>
                </a:lnTo>
                <a:lnTo>
                  <a:pt x="44486" y="503690"/>
                </a:lnTo>
                <a:lnTo>
                  <a:pt x="44773" y="504311"/>
                </a:lnTo>
                <a:lnTo>
                  <a:pt x="47065" y="502250"/>
                </a:lnTo>
                <a:lnTo>
                  <a:pt x="49107" y="501435"/>
                </a:lnTo>
                <a:lnTo>
                  <a:pt x="48778" y="500692"/>
                </a:lnTo>
                <a:lnTo>
                  <a:pt x="48251" y="500388"/>
                </a:lnTo>
                <a:lnTo>
                  <a:pt x="48372" y="499844"/>
                </a:lnTo>
                <a:lnTo>
                  <a:pt x="48875" y="499347"/>
                </a:lnTo>
                <a:lnTo>
                  <a:pt x="50308" y="498983"/>
                </a:lnTo>
                <a:lnTo>
                  <a:pt x="51275" y="499129"/>
                </a:lnTo>
                <a:lnTo>
                  <a:pt x="51858" y="499743"/>
                </a:lnTo>
                <a:lnTo>
                  <a:pt x="52022" y="499506"/>
                </a:lnTo>
                <a:lnTo>
                  <a:pt x="52579" y="499594"/>
                </a:lnTo>
                <a:lnTo>
                  <a:pt x="53902" y="500392"/>
                </a:lnTo>
                <a:lnTo>
                  <a:pt x="54382" y="501071"/>
                </a:lnTo>
                <a:lnTo>
                  <a:pt x="54268" y="501733"/>
                </a:lnTo>
                <a:lnTo>
                  <a:pt x="53900" y="502063"/>
                </a:lnTo>
                <a:lnTo>
                  <a:pt x="53427" y="501897"/>
                </a:lnTo>
                <a:lnTo>
                  <a:pt x="53284" y="502075"/>
                </a:lnTo>
                <a:lnTo>
                  <a:pt x="53944" y="502578"/>
                </a:lnTo>
                <a:lnTo>
                  <a:pt x="54350" y="502471"/>
                </a:lnTo>
                <a:lnTo>
                  <a:pt x="54769" y="501372"/>
                </a:lnTo>
                <a:lnTo>
                  <a:pt x="54610" y="500618"/>
                </a:lnTo>
                <a:lnTo>
                  <a:pt x="53241" y="499580"/>
                </a:lnTo>
                <a:lnTo>
                  <a:pt x="53016" y="498509"/>
                </a:lnTo>
                <a:lnTo>
                  <a:pt x="52278" y="499161"/>
                </a:lnTo>
                <a:lnTo>
                  <a:pt x="51679" y="498628"/>
                </a:lnTo>
                <a:lnTo>
                  <a:pt x="50445" y="498140"/>
                </a:lnTo>
                <a:lnTo>
                  <a:pt x="50266" y="497456"/>
                </a:lnTo>
                <a:lnTo>
                  <a:pt x="50641" y="497319"/>
                </a:lnTo>
                <a:lnTo>
                  <a:pt x="50575" y="496534"/>
                </a:lnTo>
                <a:lnTo>
                  <a:pt x="50834" y="496143"/>
                </a:lnTo>
                <a:lnTo>
                  <a:pt x="49991" y="495483"/>
                </a:lnTo>
                <a:lnTo>
                  <a:pt x="50208" y="494938"/>
                </a:lnTo>
                <a:lnTo>
                  <a:pt x="51256" y="494053"/>
                </a:lnTo>
                <a:lnTo>
                  <a:pt x="53422" y="493236"/>
                </a:lnTo>
                <a:lnTo>
                  <a:pt x="56673" y="493043"/>
                </a:lnTo>
                <a:lnTo>
                  <a:pt x="57998" y="493713"/>
                </a:lnTo>
                <a:lnTo>
                  <a:pt x="57101" y="496192"/>
                </a:lnTo>
                <a:lnTo>
                  <a:pt x="57390" y="496246"/>
                </a:lnTo>
                <a:lnTo>
                  <a:pt x="56466" y="498665"/>
                </a:lnTo>
                <a:lnTo>
                  <a:pt x="56257" y="499967"/>
                </a:lnTo>
                <a:lnTo>
                  <a:pt x="57812" y="495438"/>
                </a:lnTo>
                <a:lnTo>
                  <a:pt x="58243" y="495213"/>
                </a:lnTo>
                <a:lnTo>
                  <a:pt x="59399" y="495512"/>
                </a:lnTo>
                <a:lnTo>
                  <a:pt x="60011" y="495119"/>
                </a:lnTo>
                <a:lnTo>
                  <a:pt x="60341" y="495257"/>
                </a:lnTo>
                <a:lnTo>
                  <a:pt x="61807" y="496129"/>
                </a:lnTo>
                <a:lnTo>
                  <a:pt x="63650" y="498003"/>
                </a:lnTo>
                <a:lnTo>
                  <a:pt x="64900" y="500653"/>
                </a:lnTo>
                <a:lnTo>
                  <a:pt x="65035" y="501210"/>
                </a:lnTo>
                <a:lnTo>
                  <a:pt x="64800" y="501790"/>
                </a:lnTo>
                <a:lnTo>
                  <a:pt x="65651" y="502181"/>
                </a:lnTo>
                <a:lnTo>
                  <a:pt x="65967" y="502956"/>
                </a:lnTo>
                <a:lnTo>
                  <a:pt x="65732" y="503683"/>
                </a:lnTo>
                <a:lnTo>
                  <a:pt x="66004" y="504487"/>
                </a:lnTo>
                <a:lnTo>
                  <a:pt x="65766" y="506437"/>
                </a:lnTo>
                <a:lnTo>
                  <a:pt x="63927" y="509521"/>
                </a:lnTo>
                <a:lnTo>
                  <a:pt x="64386" y="510491"/>
                </a:lnTo>
                <a:lnTo>
                  <a:pt x="64243" y="512115"/>
                </a:lnTo>
                <a:lnTo>
                  <a:pt x="64823" y="512971"/>
                </a:lnTo>
                <a:lnTo>
                  <a:pt x="64836" y="513469"/>
                </a:lnTo>
                <a:lnTo>
                  <a:pt x="66015" y="514558"/>
                </a:lnTo>
                <a:lnTo>
                  <a:pt x="67466" y="515188"/>
                </a:lnTo>
                <a:lnTo>
                  <a:pt x="68120" y="516278"/>
                </a:lnTo>
                <a:lnTo>
                  <a:pt x="68994" y="516605"/>
                </a:lnTo>
                <a:lnTo>
                  <a:pt x="69628" y="517845"/>
                </a:lnTo>
                <a:lnTo>
                  <a:pt x="74577" y="520212"/>
                </a:lnTo>
                <a:lnTo>
                  <a:pt x="75105" y="521770"/>
                </a:lnTo>
                <a:lnTo>
                  <a:pt x="75360" y="522124"/>
                </a:lnTo>
                <a:lnTo>
                  <a:pt x="75559" y="521879"/>
                </a:lnTo>
                <a:lnTo>
                  <a:pt x="75851" y="522080"/>
                </a:lnTo>
                <a:lnTo>
                  <a:pt x="75801" y="522346"/>
                </a:lnTo>
                <a:lnTo>
                  <a:pt x="75570" y="522142"/>
                </a:lnTo>
                <a:lnTo>
                  <a:pt x="75351" y="522374"/>
                </a:lnTo>
                <a:lnTo>
                  <a:pt x="74640" y="524233"/>
                </a:lnTo>
                <a:lnTo>
                  <a:pt x="74963" y="524462"/>
                </a:lnTo>
                <a:lnTo>
                  <a:pt x="75447" y="524264"/>
                </a:lnTo>
                <a:lnTo>
                  <a:pt x="75221" y="524546"/>
                </a:lnTo>
                <a:lnTo>
                  <a:pt x="75740" y="524952"/>
                </a:lnTo>
                <a:lnTo>
                  <a:pt x="75575" y="525117"/>
                </a:lnTo>
                <a:lnTo>
                  <a:pt x="74676" y="524806"/>
                </a:lnTo>
                <a:lnTo>
                  <a:pt x="74563" y="525361"/>
                </a:lnTo>
                <a:lnTo>
                  <a:pt x="74550" y="524761"/>
                </a:lnTo>
                <a:lnTo>
                  <a:pt x="74234" y="524421"/>
                </a:lnTo>
                <a:lnTo>
                  <a:pt x="73557" y="524546"/>
                </a:lnTo>
                <a:lnTo>
                  <a:pt x="73372" y="525017"/>
                </a:lnTo>
                <a:lnTo>
                  <a:pt x="73960" y="526110"/>
                </a:lnTo>
                <a:lnTo>
                  <a:pt x="75476" y="526608"/>
                </a:lnTo>
                <a:lnTo>
                  <a:pt x="76854" y="526558"/>
                </a:lnTo>
                <a:lnTo>
                  <a:pt x="76864" y="526991"/>
                </a:lnTo>
                <a:lnTo>
                  <a:pt x="77382" y="526940"/>
                </a:lnTo>
                <a:lnTo>
                  <a:pt x="76863" y="527330"/>
                </a:lnTo>
                <a:lnTo>
                  <a:pt x="77476" y="527928"/>
                </a:lnTo>
                <a:lnTo>
                  <a:pt x="78139" y="528109"/>
                </a:lnTo>
                <a:lnTo>
                  <a:pt x="78418" y="528119"/>
                </a:lnTo>
                <a:lnTo>
                  <a:pt x="78290" y="527865"/>
                </a:lnTo>
                <a:lnTo>
                  <a:pt x="77586" y="527663"/>
                </a:lnTo>
                <a:lnTo>
                  <a:pt x="78115" y="527034"/>
                </a:lnTo>
                <a:lnTo>
                  <a:pt x="78324" y="527211"/>
                </a:lnTo>
                <a:lnTo>
                  <a:pt x="79277" y="526966"/>
                </a:lnTo>
                <a:lnTo>
                  <a:pt x="80313" y="527068"/>
                </a:lnTo>
                <a:lnTo>
                  <a:pt x="80629" y="528258"/>
                </a:lnTo>
                <a:lnTo>
                  <a:pt x="80286" y="529313"/>
                </a:lnTo>
                <a:lnTo>
                  <a:pt x="79640" y="530080"/>
                </a:lnTo>
                <a:lnTo>
                  <a:pt x="77989" y="530909"/>
                </a:lnTo>
                <a:lnTo>
                  <a:pt x="77964" y="531318"/>
                </a:lnTo>
                <a:lnTo>
                  <a:pt x="76524" y="531866"/>
                </a:lnTo>
                <a:lnTo>
                  <a:pt x="75889" y="531766"/>
                </a:lnTo>
                <a:lnTo>
                  <a:pt x="75025" y="530821"/>
                </a:lnTo>
                <a:lnTo>
                  <a:pt x="74934" y="530326"/>
                </a:lnTo>
                <a:lnTo>
                  <a:pt x="75248" y="529906"/>
                </a:lnTo>
                <a:lnTo>
                  <a:pt x="75040" y="529176"/>
                </a:lnTo>
                <a:lnTo>
                  <a:pt x="73400" y="527758"/>
                </a:lnTo>
                <a:lnTo>
                  <a:pt x="72134" y="527540"/>
                </a:lnTo>
                <a:lnTo>
                  <a:pt x="71472" y="526869"/>
                </a:lnTo>
                <a:lnTo>
                  <a:pt x="70778" y="526657"/>
                </a:lnTo>
                <a:lnTo>
                  <a:pt x="69796" y="525155"/>
                </a:lnTo>
                <a:lnTo>
                  <a:pt x="68171" y="524028"/>
                </a:lnTo>
                <a:lnTo>
                  <a:pt x="67989" y="523312"/>
                </a:lnTo>
                <a:lnTo>
                  <a:pt x="68202" y="522681"/>
                </a:lnTo>
                <a:lnTo>
                  <a:pt x="66674" y="522545"/>
                </a:lnTo>
                <a:lnTo>
                  <a:pt x="65197" y="521471"/>
                </a:lnTo>
                <a:lnTo>
                  <a:pt x="64083" y="521039"/>
                </a:lnTo>
                <a:lnTo>
                  <a:pt x="63785" y="520402"/>
                </a:lnTo>
                <a:lnTo>
                  <a:pt x="64902" y="518472"/>
                </a:lnTo>
                <a:lnTo>
                  <a:pt x="64831" y="517874"/>
                </a:lnTo>
                <a:lnTo>
                  <a:pt x="64110" y="517334"/>
                </a:lnTo>
                <a:lnTo>
                  <a:pt x="62419" y="516983"/>
                </a:lnTo>
                <a:lnTo>
                  <a:pt x="61996" y="516656"/>
                </a:lnTo>
                <a:lnTo>
                  <a:pt x="62061" y="514973"/>
                </a:lnTo>
                <a:lnTo>
                  <a:pt x="61834" y="513897"/>
                </a:lnTo>
                <a:lnTo>
                  <a:pt x="61243" y="512835"/>
                </a:lnTo>
                <a:lnTo>
                  <a:pt x="61727" y="511833"/>
                </a:lnTo>
                <a:lnTo>
                  <a:pt x="60299" y="511305"/>
                </a:lnTo>
                <a:lnTo>
                  <a:pt x="59664" y="511583"/>
                </a:lnTo>
                <a:lnTo>
                  <a:pt x="58101" y="511373"/>
                </a:lnTo>
                <a:lnTo>
                  <a:pt x="56670" y="511939"/>
                </a:lnTo>
                <a:lnTo>
                  <a:pt x="56652" y="511487"/>
                </a:lnTo>
                <a:lnTo>
                  <a:pt x="57116" y="510861"/>
                </a:lnTo>
                <a:lnTo>
                  <a:pt x="58006" y="510912"/>
                </a:lnTo>
                <a:lnTo>
                  <a:pt x="59094" y="510455"/>
                </a:lnTo>
                <a:lnTo>
                  <a:pt x="60193" y="510400"/>
                </a:lnTo>
                <a:lnTo>
                  <a:pt x="59692" y="509182"/>
                </a:lnTo>
                <a:lnTo>
                  <a:pt x="60142" y="509044"/>
                </a:lnTo>
                <a:lnTo>
                  <a:pt x="60140" y="508639"/>
                </a:lnTo>
                <a:lnTo>
                  <a:pt x="58601" y="508452"/>
                </a:lnTo>
                <a:lnTo>
                  <a:pt x="58509" y="507965"/>
                </a:lnTo>
                <a:lnTo>
                  <a:pt x="58797" y="507467"/>
                </a:lnTo>
                <a:lnTo>
                  <a:pt x="58524" y="507073"/>
                </a:lnTo>
                <a:lnTo>
                  <a:pt x="57739" y="507389"/>
                </a:lnTo>
                <a:lnTo>
                  <a:pt x="57457" y="506956"/>
                </a:lnTo>
                <a:lnTo>
                  <a:pt x="57171" y="507077"/>
                </a:lnTo>
                <a:lnTo>
                  <a:pt x="55863" y="506536"/>
                </a:lnTo>
                <a:lnTo>
                  <a:pt x="54813" y="506844"/>
                </a:lnTo>
                <a:lnTo>
                  <a:pt x="55534" y="507632"/>
                </a:lnTo>
                <a:lnTo>
                  <a:pt x="55087" y="508271"/>
                </a:lnTo>
                <a:lnTo>
                  <a:pt x="55514" y="509462"/>
                </a:lnTo>
                <a:lnTo>
                  <a:pt x="55907" y="509385"/>
                </a:lnTo>
                <a:lnTo>
                  <a:pt x="56212" y="509898"/>
                </a:lnTo>
                <a:lnTo>
                  <a:pt x="56093" y="511479"/>
                </a:lnTo>
                <a:lnTo>
                  <a:pt x="55538" y="512263"/>
                </a:lnTo>
                <a:lnTo>
                  <a:pt x="54816" y="512025"/>
                </a:lnTo>
                <a:lnTo>
                  <a:pt x="54883" y="512399"/>
                </a:lnTo>
                <a:lnTo>
                  <a:pt x="54201" y="512912"/>
                </a:lnTo>
                <a:lnTo>
                  <a:pt x="53225" y="512237"/>
                </a:lnTo>
                <a:lnTo>
                  <a:pt x="52875" y="512263"/>
                </a:lnTo>
                <a:lnTo>
                  <a:pt x="52636" y="512842"/>
                </a:lnTo>
                <a:lnTo>
                  <a:pt x="52949" y="513498"/>
                </a:lnTo>
                <a:lnTo>
                  <a:pt x="52405" y="513662"/>
                </a:lnTo>
                <a:lnTo>
                  <a:pt x="51967" y="514238"/>
                </a:lnTo>
                <a:lnTo>
                  <a:pt x="52534" y="515105"/>
                </a:lnTo>
                <a:lnTo>
                  <a:pt x="53349" y="515300"/>
                </a:lnTo>
                <a:lnTo>
                  <a:pt x="53645" y="515681"/>
                </a:lnTo>
                <a:lnTo>
                  <a:pt x="54363" y="515553"/>
                </a:lnTo>
                <a:lnTo>
                  <a:pt x="55437" y="516373"/>
                </a:lnTo>
                <a:lnTo>
                  <a:pt x="56143" y="518260"/>
                </a:lnTo>
                <a:lnTo>
                  <a:pt x="55890" y="518290"/>
                </a:lnTo>
                <a:lnTo>
                  <a:pt x="55802" y="518865"/>
                </a:lnTo>
                <a:lnTo>
                  <a:pt x="55204" y="518965"/>
                </a:lnTo>
                <a:lnTo>
                  <a:pt x="55229" y="520016"/>
                </a:lnTo>
                <a:lnTo>
                  <a:pt x="55949" y="520367"/>
                </a:lnTo>
                <a:lnTo>
                  <a:pt x="56406" y="520966"/>
                </a:lnTo>
                <a:lnTo>
                  <a:pt x="57760" y="520924"/>
                </a:lnTo>
                <a:lnTo>
                  <a:pt x="58622" y="521382"/>
                </a:lnTo>
                <a:lnTo>
                  <a:pt x="59745" y="521466"/>
                </a:lnTo>
                <a:lnTo>
                  <a:pt x="59970" y="522111"/>
                </a:lnTo>
                <a:lnTo>
                  <a:pt x="60916" y="521842"/>
                </a:lnTo>
                <a:lnTo>
                  <a:pt x="62670" y="523169"/>
                </a:lnTo>
                <a:lnTo>
                  <a:pt x="63859" y="524475"/>
                </a:lnTo>
                <a:lnTo>
                  <a:pt x="65925" y="525880"/>
                </a:lnTo>
                <a:lnTo>
                  <a:pt x="70311" y="529876"/>
                </a:lnTo>
                <a:lnTo>
                  <a:pt x="74329" y="534125"/>
                </a:lnTo>
                <a:lnTo>
                  <a:pt x="78140" y="538672"/>
                </a:lnTo>
                <a:lnTo>
                  <a:pt x="82666" y="545279"/>
                </a:lnTo>
                <a:lnTo>
                  <a:pt x="87139" y="554016"/>
                </a:lnTo>
                <a:lnTo>
                  <a:pt x="87630" y="555555"/>
                </a:lnTo>
                <a:lnTo>
                  <a:pt x="87781" y="557723"/>
                </a:lnTo>
                <a:lnTo>
                  <a:pt x="87222" y="557915"/>
                </a:lnTo>
                <a:lnTo>
                  <a:pt x="86734" y="558541"/>
                </a:lnTo>
                <a:lnTo>
                  <a:pt x="85800" y="558438"/>
                </a:lnTo>
                <a:lnTo>
                  <a:pt x="85551" y="559053"/>
                </a:lnTo>
                <a:lnTo>
                  <a:pt x="86033" y="559841"/>
                </a:lnTo>
                <a:lnTo>
                  <a:pt x="85780" y="560063"/>
                </a:lnTo>
                <a:lnTo>
                  <a:pt x="86464" y="559921"/>
                </a:lnTo>
                <a:lnTo>
                  <a:pt x="86855" y="560282"/>
                </a:lnTo>
                <a:lnTo>
                  <a:pt x="87749" y="561795"/>
                </a:lnTo>
                <a:lnTo>
                  <a:pt x="88401" y="562103"/>
                </a:lnTo>
                <a:lnTo>
                  <a:pt x="88466" y="562600"/>
                </a:lnTo>
                <a:lnTo>
                  <a:pt x="88983" y="562552"/>
                </a:lnTo>
                <a:lnTo>
                  <a:pt x="90064" y="563463"/>
                </a:lnTo>
                <a:lnTo>
                  <a:pt x="91932" y="564305"/>
                </a:lnTo>
                <a:lnTo>
                  <a:pt x="96639" y="567129"/>
                </a:lnTo>
                <a:lnTo>
                  <a:pt x="101065" y="570515"/>
                </a:lnTo>
                <a:lnTo>
                  <a:pt x="107082" y="576302"/>
                </a:lnTo>
                <a:lnTo>
                  <a:pt x="110527" y="580343"/>
                </a:lnTo>
                <a:lnTo>
                  <a:pt x="112263" y="582987"/>
                </a:lnTo>
                <a:lnTo>
                  <a:pt x="112693" y="582913"/>
                </a:lnTo>
                <a:lnTo>
                  <a:pt x="112749" y="584185"/>
                </a:lnTo>
                <a:lnTo>
                  <a:pt x="113543" y="585280"/>
                </a:lnTo>
                <a:lnTo>
                  <a:pt x="113309" y="585755"/>
                </a:lnTo>
                <a:lnTo>
                  <a:pt x="113648" y="585977"/>
                </a:lnTo>
                <a:lnTo>
                  <a:pt x="114188" y="585671"/>
                </a:lnTo>
                <a:lnTo>
                  <a:pt x="114326" y="585890"/>
                </a:lnTo>
                <a:lnTo>
                  <a:pt x="114185" y="586438"/>
                </a:lnTo>
                <a:lnTo>
                  <a:pt x="113898" y="586561"/>
                </a:lnTo>
                <a:lnTo>
                  <a:pt x="114169" y="587229"/>
                </a:lnTo>
                <a:lnTo>
                  <a:pt x="113779" y="587736"/>
                </a:lnTo>
                <a:lnTo>
                  <a:pt x="114882" y="588493"/>
                </a:lnTo>
                <a:lnTo>
                  <a:pt x="115246" y="589366"/>
                </a:lnTo>
                <a:lnTo>
                  <a:pt x="115420" y="589320"/>
                </a:lnTo>
                <a:lnTo>
                  <a:pt x="115194" y="589077"/>
                </a:lnTo>
                <a:lnTo>
                  <a:pt x="115941" y="589576"/>
                </a:lnTo>
                <a:lnTo>
                  <a:pt x="115825" y="590106"/>
                </a:lnTo>
                <a:lnTo>
                  <a:pt x="115470" y="590085"/>
                </a:lnTo>
                <a:lnTo>
                  <a:pt x="115419" y="590516"/>
                </a:lnTo>
                <a:lnTo>
                  <a:pt x="115140" y="590415"/>
                </a:lnTo>
                <a:lnTo>
                  <a:pt x="114868" y="590697"/>
                </a:lnTo>
                <a:lnTo>
                  <a:pt x="114740" y="591882"/>
                </a:lnTo>
                <a:lnTo>
                  <a:pt x="114404" y="592367"/>
                </a:lnTo>
                <a:lnTo>
                  <a:pt x="115032" y="594030"/>
                </a:lnTo>
                <a:lnTo>
                  <a:pt x="114033" y="594226"/>
                </a:lnTo>
                <a:lnTo>
                  <a:pt x="114288" y="595162"/>
                </a:lnTo>
                <a:lnTo>
                  <a:pt x="113768" y="595532"/>
                </a:lnTo>
                <a:lnTo>
                  <a:pt x="113685" y="596870"/>
                </a:lnTo>
                <a:lnTo>
                  <a:pt x="114288" y="598285"/>
                </a:lnTo>
                <a:lnTo>
                  <a:pt x="113589" y="598862"/>
                </a:lnTo>
                <a:lnTo>
                  <a:pt x="113816" y="598766"/>
                </a:lnTo>
                <a:lnTo>
                  <a:pt x="114132" y="599527"/>
                </a:lnTo>
                <a:lnTo>
                  <a:pt x="115247" y="599953"/>
                </a:lnTo>
                <a:lnTo>
                  <a:pt x="115609" y="600564"/>
                </a:lnTo>
                <a:lnTo>
                  <a:pt x="116401" y="600664"/>
                </a:lnTo>
                <a:lnTo>
                  <a:pt x="116567" y="599696"/>
                </a:lnTo>
                <a:lnTo>
                  <a:pt x="117370" y="599986"/>
                </a:lnTo>
                <a:lnTo>
                  <a:pt x="117571" y="599486"/>
                </a:lnTo>
                <a:lnTo>
                  <a:pt x="118124" y="599405"/>
                </a:lnTo>
                <a:lnTo>
                  <a:pt x="118970" y="600015"/>
                </a:lnTo>
                <a:lnTo>
                  <a:pt x="119084" y="599655"/>
                </a:lnTo>
                <a:lnTo>
                  <a:pt x="119652" y="599756"/>
                </a:lnTo>
                <a:lnTo>
                  <a:pt x="121288" y="601064"/>
                </a:lnTo>
                <a:lnTo>
                  <a:pt x="122341" y="602898"/>
                </a:lnTo>
                <a:lnTo>
                  <a:pt x="122369" y="603226"/>
                </a:lnTo>
                <a:lnTo>
                  <a:pt x="122015" y="603457"/>
                </a:lnTo>
                <a:lnTo>
                  <a:pt x="122522" y="603776"/>
                </a:lnTo>
                <a:lnTo>
                  <a:pt x="122140" y="604666"/>
                </a:lnTo>
                <a:lnTo>
                  <a:pt x="121754" y="604865"/>
                </a:lnTo>
                <a:lnTo>
                  <a:pt x="123551" y="604968"/>
                </a:lnTo>
                <a:lnTo>
                  <a:pt x="124548" y="606401"/>
                </a:lnTo>
                <a:lnTo>
                  <a:pt x="124258" y="607123"/>
                </a:lnTo>
                <a:lnTo>
                  <a:pt x="125225" y="608501"/>
                </a:lnTo>
                <a:lnTo>
                  <a:pt x="126250" y="608529"/>
                </a:lnTo>
                <a:lnTo>
                  <a:pt x="126600" y="608986"/>
                </a:lnTo>
                <a:lnTo>
                  <a:pt x="127537" y="608907"/>
                </a:lnTo>
                <a:lnTo>
                  <a:pt x="128200" y="609286"/>
                </a:lnTo>
                <a:lnTo>
                  <a:pt x="132473" y="615619"/>
                </a:lnTo>
                <a:lnTo>
                  <a:pt x="133597" y="617818"/>
                </a:lnTo>
                <a:lnTo>
                  <a:pt x="133896" y="618698"/>
                </a:lnTo>
                <a:lnTo>
                  <a:pt x="133160" y="619189"/>
                </a:lnTo>
                <a:lnTo>
                  <a:pt x="133926" y="618682"/>
                </a:lnTo>
                <a:lnTo>
                  <a:pt x="134327" y="619518"/>
                </a:lnTo>
                <a:lnTo>
                  <a:pt x="132876" y="619354"/>
                </a:lnTo>
                <a:lnTo>
                  <a:pt x="134332" y="619529"/>
                </a:lnTo>
                <a:lnTo>
                  <a:pt x="134381" y="619889"/>
                </a:lnTo>
                <a:lnTo>
                  <a:pt x="134550" y="619727"/>
                </a:lnTo>
                <a:lnTo>
                  <a:pt x="134400" y="619919"/>
                </a:lnTo>
                <a:lnTo>
                  <a:pt x="135642" y="622141"/>
                </a:lnTo>
                <a:lnTo>
                  <a:pt x="136865" y="626099"/>
                </a:lnTo>
                <a:lnTo>
                  <a:pt x="136905" y="627158"/>
                </a:lnTo>
                <a:lnTo>
                  <a:pt x="136585" y="628497"/>
                </a:lnTo>
                <a:lnTo>
                  <a:pt x="135593" y="629599"/>
                </a:lnTo>
                <a:lnTo>
                  <a:pt x="135677" y="630427"/>
                </a:lnTo>
                <a:lnTo>
                  <a:pt x="136739" y="632499"/>
                </a:lnTo>
                <a:lnTo>
                  <a:pt x="136936" y="634537"/>
                </a:lnTo>
                <a:lnTo>
                  <a:pt x="137698" y="637201"/>
                </a:lnTo>
                <a:lnTo>
                  <a:pt x="139971" y="641906"/>
                </a:lnTo>
                <a:lnTo>
                  <a:pt x="139817" y="642476"/>
                </a:lnTo>
                <a:lnTo>
                  <a:pt x="141330" y="643842"/>
                </a:lnTo>
                <a:lnTo>
                  <a:pt x="143584" y="647635"/>
                </a:lnTo>
                <a:lnTo>
                  <a:pt x="145282" y="652091"/>
                </a:lnTo>
                <a:lnTo>
                  <a:pt x="145570" y="655580"/>
                </a:lnTo>
                <a:lnTo>
                  <a:pt x="145002" y="659405"/>
                </a:lnTo>
                <a:lnTo>
                  <a:pt x="144689" y="659605"/>
                </a:lnTo>
                <a:lnTo>
                  <a:pt x="143369" y="662800"/>
                </a:lnTo>
                <a:lnTo>
                  <a:pt x="142992" y="662865"/>
                </a:lnTo>
                <a:lnTo>
                  <a:pt x="142251" y="663695"/>
                </a:lnTo>
                <a:lnTo>
                  <a:pt x="140464" y="663821"/>
                </a:lnTo>
                <a:lnTo>
                  <a:pt x="138956" y="662550"/>
                </a:lnTo>
                <a:lnTo>
                  <a:pt x="137871" y="662179"/>
                </a:lnTo>
                <a:lnTo>
                  <a:pt x="138101" y="662411"/>
                </a:lnTo>
                <a:lnTo>
                  <a:pt x="137885" y="662675"/>
                </a:lnTo>
                <a:lnTo>
                  <a:pt x="138118" y="662429"/>
                </a:lnTo>
                <a:lnTo>
                  <a:pt x="139012" y="662617"/>
                </a:lnTo>
                <a:lnTo>
                  <a:pt x="138832" y="662915"/>
                </a:lnTo>
                <a:lnTo>
                  <a:pt x="140544" y="664432"/>
                </a:lnTo>
                <a:lnTo>
                  <a:pt x="140016" y="664954"/>
                </a:lnTo>
                <a:lnTo>
                  <a:pt x="139742" y="664732"/>
                </a:lnTo>
                <a:lnTo>
                  <a:pt x="140020" y="664998"/>
                </a:lnTo>
                <a:lnTo>
                  <a:pt x="139684" y="664880"/>
                </a:lnTo>
                <a:lnTo>
                  <a:pt x="139801" y="665254"/>
                </a:lnTo>
                <a:lnTo>
                  <a:pt x="139321" y="664861"/>
                </a:lnTo>
                <a:lnTo>
                  <a:pt x="139636" y="664835"/>
                </a:lnTo>
                <a:lnTo>
                  <a:pt x="139476" y="664621"/>
                </a:lnTo>
                <a:lnTo>
                  <a:pt x="137633" y="663289"/>
                </a:lnTo>
                <a:lnTo>
                  <a:pt x="137657" y="662912"/>
                </a:lnTo>
                <a:lnTo>
                  <a:pt x="137608" y="663323"/>
                </a:lnTo>
                <a:lnTo>
                  <a:pt x="137307" y="663270"/>
                </a:lnTo>
                <a:lnTo>
                  <a:pt x="139164" y="664507"/>
                </a:lnTo>
                <a:lnTo>
                  <a:pt x="138921" y="664860"/>
                </a:lnTo>
                <a:lnTo>
                  <a:pt x="138169" y="664266"/>
                </a:lnTo>
                <a:lnTo>
                  <a:pt x="138932" y="664888"/>
                </a:lnTo>
                <a:lnTo>
                  <a:pt x="138757" y="665064"/>
                </a:lnTo>
                <a:lnTo>
                  <a:pt x="139150" y="665420"/>
                </a:lnTo>
                <a:lnTo>
                  <a:pt x="138573" y="665492"/>
                </a:lnTo>
                <a:lnTo>
                  <a:pt x="138627" y="665120"/>
                </a:lnTo>
                <a:lnTo>
                  <a:pt x="137932" y="664652"/>
                </a:lnTo>
                <a:lnTo>
                  <a:pt x="138531" y="665176"/>
                </a:lnTo>
                <a:lnTo>
                  <a:pt x="138219" y="665478"/>
                </a:lnTo>
                <a:lnTo>
                  <a:pt x="135811" y="663551"/>
                </a:lnTo>
                <a:lnTo>
                  <a:pt x="136570" y="662753"/>
                </a:lnTo>
                <a:lnTo>
                  <a:pt x="137054" y="663022"/>
                </a:lnTo>
                <a:lnTo>
                  <a:pt x="136841" y="662786"/>
                </a:lnTo>
                <a:lnTo>
                  <a:pt x="137119" y="662651"/>
                </a:lnTo>
                <a:lnTo>
                  <a:pt x="136565" y="662378"/>
                </a:lnTo>
                <a:lnTo>
                  <a:pt x="136072" y="662294"/>
                </a:lnTo>
                <a:lnTo>
                  <a:pt x="136258" y="662544"/>
                </a:lnTo>
                <a:lnTo>
                  <a:pt x="135546" y="663293"/>
                </a:lnTo>
                <a:lnTo>
                  <a:pt x="135667" y="662795"/>
                </a:lnTo>
                <a:lnTo>
                  <a:pt x="135091" y="663041"/>
                </a:lnTo>
                <a:lnTo>
                  <a:pt x="135229" y="663417"/>
                </a:lnTo>
                <a:lnTo>
                  <a:pt x="134932" y="663224"/>
                </a:lnTo>
                <a:lnTo>
                  <a:pt x="134766" y="663408"/>
                </a:lnTo>
                <a:lnTo>
                  <a:pt x="135052" y="663595"/>
                </a:lnTo>
                <a:lnTo>
                  <a:pt x="134503" y="663441"/>
                </a:lnTo>
                <a:lnTo>
                  <a:pt x="135201" y="662907"/>
                </a:lnTo>
                <a:lnTo>
                  <a:pt x="134976" y="662847"/>
                </a:lnTo>
                <a:lnTo>
                  <a:pt x="135051" y="662540"/>
                </a:lnTo>
                <a:lnTo>
                  <a:pt x="135315" y="662751"/>
                </a:lnTo>
                <a:lnTo>
                  <a:pt x="135105" y="662530"/>
                </a:lnTo>
                <a:lnTo>
                  <a:pt x="135321" y="662308"/>
                </a:lnTo>
                <a:lnTo>
                  <a:pt x="135573" y="662523"/>
                </a:lnTo>
                <a:lnTo>
                  <a:pt x="135356" y="662279"/>
                </a:lnTo>
                <a:lnTo>
                  <a:pt x="135624" y="661975"/>
                </a:lnTo>
                <a:lnTo>
                  <a:pt x="135931" y="662245"/>
                </a:lnTo>
                <a:lnTo>
                  <a:pt x="135814" y="661819"/>
                </a:lnTo>
                <a:lnTo>
                  <a:pt x="137111" y="661185"/>
                </a:lnTo>
                <a:lnTo>
                  <a:pt x="134629" y="662239"/>
                </a:lnTo>
                <a:lnTo>
                  <a:pt x="133984" y="661726"/>
                </a:lnTo>
                <a:lnTo>
                  <a:pt x="133949" y="661950"/>
                </a:lnTo>
                <a:lnTo>
                  <a:pt x="133614" y="661823"/>
                </a:lnTo>
                <a:lnTo>
                  <a:pt x="134048" y="661621"/>
                </a:lnTo>
                <a:lnTo>
                  <a:pt x="133557" y="661580"/>
                </a:lnTo>
                <a:lnTo>
                  <a:pt x="131410" y="662014"/>
                </a:lnTo>
                <a:lnTo>
                  <a:pt x="131387" y="663125"/>
                </a:lnTo>
                <a:lnTo>
                  <a:pt x="130103" y="663899"/>
                </a:lnTo>
                <a:lnTo>
                  <a:pt x="129507" y="665426"/>
                </a:lnTo>
                <a:lnTo>
                  <a:pt x="128261" y="666273"/>
                </a:lnTo>
                <a:lnTo>
                  <a:pt x="128474" y="667121"/>
                </a:lnTo>
                <a:lnTo>
                  <a:pt x="127944" y="667646"/>
                </a:lnTo>
                <a:lnTo>
                  <a:pt x="128424" y="668474"/>
                </a:lnTo>
                <a:lnTo>
                  <a:pt x="128475" y="669208"/>
                </a:lnTo>
                <a:lnTo>
                  <a:pt x="128156" y="669858"/>
                </a:lnTo>
                <a:lnTo>
                  <a:pt x="127624" y="669866"/>
                </a:lnTo>
                <a:lnTo>
                  <a:pt x="127549" y="670112"/>
                </a:lnTo>
                <a:lnTo>
                  <a:pt x="127684" y="670552"/>
                </a:lnTo>
                <a:lnTo>
                  <a:pt x="128588" y="670896"/>
                </a:lnTo>
                <a:lnTo>
                  <a:pt x="128761" y="671430"/>
                </a:lnTo>
                <a:lnTo>
                  <a:pt x="128341" y="672329"/>
                </a:lnTo>
                <a:lnTo>
                  <a:pt x="128113" y="672176"/>
                </a:lnTo>
                <a:lnTo>
                  <a:pt x="128617" y="673184"/>
                </a:lnTo>
                <a:lnTo>
                  <a:pt x="127867" y="673441"/>
                </a:lnTo>
                <a:lnTo>
                  <a:pt x="128036" y="674705"/>
                </a:lnTo>
                <a:lnTo>
                  <a:pt x="127678" y="675168"/>
                </a:lnTo>
                <a:lnTo>
                  <a:pt x="127767" y="676205"/>
                </a:lnTo>
                <a:lnTo>
                  <a:pt x="126908" y="677183"/>
                </a:lnTo>
                <a:lnTo>
                  <a:pt x="126610" y="677214"/>
                </a:lnTo>
                <a:lnTo>
                  <a:pt x="126381" y="677820"/>
                </a:lnTo>
                <a:lnTo>
                  <a:pt x="126033" y="677695"/>
                </a:lnTo>
                <a:lnTo>
                  <a:pt x="125644" y="678345"/>
                </a:lnTo>
                <a:lnTo>
                  <a:pt x="125321" y="678372"/>
                </a:lnTo>
                <a:lnTo>
                  <a:pt x="125148" y="678818"/>
                </a:lnTo>
                <a:lnTo>
                  <a:pt x="124342" y="678811"/>
                </a:lnTo>
                <a:lnTo>
                  <a:pt x="124301" y="679185"/>
                </a:lnTo>
                <a:lnTo>
                  <a:pt x="123705" y="679770"/>
                </a:lnTo>
                <a:lnTo>
                  <a:pt x="123828" y="680865"/>
                </a:lnTo>
                <a:lnTo>
                  <a:pt x="123418" y="681630"/>
                </a:lnTo>
                <a:lnTo>
                  <a:pt x="123622" y="682141"/>
                </a:lnTo>
                <a:lnTo>
                  <a:pt x="123451" y="682378"/>
                </a:lnTo>
                <a:lnTo>
                  <a:pt x="122999" y="682249"/>
                </a:lnTo>
                <a:lnTo>
                  <a:pt x="123366" y="682451"/>
                </a:lnTo>
                <a:lnTo>
                  <a:pt x="123430" y="683032"/>
                </a:lnTo>
                <a:lnTo>
                  <a:pt x="122320" y="683622"/>
                </a:lnTo>
                <a:lnTo>
                  <a:pt x="122558" y="684006"/>
                </a:lnTo>
                <a:lnTo>
                  <a:pt x="122254" y="684964"/>
                </a:lnTo>
                <a:lnTo>
                  <a:pt x="121907" y="685206"/>
                </a:lnTo>
                <a:lnTo>
                  <a:pt x="122102" y="685851"/>
                </a:lnTo>
                <a:lnTo>
                  <a:pt x="120575" y="686681"/>
                </a:lnTo>
                <a:lnTo>
                  <a:pt x="118750" y="686867"/>
                </a:lnTo>
                <a:lnTo>
                  <a:pt x="119837" y="687286"/>
                </a:lnTo>
                <a:lnTo>
                  <a:pt x="119329" y="688461"/>
                </a:lnTo>
                <a:lnTo>
                  <a:pt x="118492" y="688764"/>
                </a:lnTo>
                <a:lnTo>
                  <a:pt x="118307" y="689141"/>
                </a:lnTo>
                <a:lnTo>
                  <a:pt x="118887" y="689834"/>
                </a:lnTo>
                <a:lnTo>
                  <a:pt x="120421" y="690250"/>
                </a:lnTo>
                <a:lnTo>
                  <a:pt x="121041" y="690750"/>
                </a:lnTo>
                <a:lnTo>
                  <a:pt x="121264" y="691686"/>
                </a:lnTo>
                <a:lnTo>
                  <a:pt x="122017" y="692177"/>
                </a:lnTo>
                <a:lnTo>
                  <a:pt x="121930" y="692543"/>
                </a:lnTo>
                <a:lnTo>
                  <a:pt x="122111" y="692376"/>
                </a:lnTo>
                <a:lnTo>
                  <a:pt x="123778" y="693093"/>
                </a:lnTo>
                <a:lnTo>
                  <a:pt x="124974" y="691884"/>
                </a:lnTo>
                <a:lnTo>
                  <a:pt x="125277" y="691078"/>
                </a:lnTo>
                <a:lnTo>
                  <a:pt x="124942" y="691637"/>
                </a:lnTo>
                <a:lnTo>
                  <a:pt x="124442" y="691154"/>
                </a:lnTo>
                <a:lnTo>
                  <a:pt x="124985" y="690401"/>
                </a:lnTo>
                <a:lnTo>
                  <a:pt x="125121" y="690996"/>
                </a:lnTo>
                <a:lnTo>
                  <a:pt x="125061" y="690127"/>
                </a:lnTo>
                <a:lnTo>
                  <a:pt x="126326" y="689950"/>
                </a:lnTo>
                <a:lnTo>
                  <a:pt x="127100" y="690559"/>
                </a:lnTo>
                <a:lnTo>
                  <a:pt x="127237" y="691708"/>
                </a:lnTo>
                <a:lnTo>
                  <a:pt x="128315" y="693118"/>
                </a:lnTo>
                <a:lnTo>
                  <a:pt x="127646" y="695027"/>
                </a:lnTo>
                <a:lnTo>
                  <a:pt x="126303" y="695867"/>
                </a:lnTo>
                <a:lnTo>
                  <a:pt x="126376" y="697076"/>
                </a:lnTo>
                <a:lnTo>
                  <a:pt x="126065" y="697528"/>
                </a:lnTo>
                <a:lnTo>
                  <a:pt x="126406" y="697846"/>
                </a:lnTo>
                <a:lnTo>
                  <a:pt x="125569" y="698572"/>
                </a:lnTo>
                <a:lnTo>
                  <a:pt x="126105" y="699557"/>
                </a:lnTo>
                <a:lnTo>
                  <a:pt x="126640" y="699929"/>
                </a:lnTo>
                <a:lnTo>
                  <a:pt x="126945" y="701450"/>
                </a:lnTo>
                <a:lnTo>
                  <a:pt x="126149" y="705224"/>
                </a:lnTo>
                <a:lnTo>
                  <a:pt x="125419" y="706085"/>
                </a:lnTo>
                <a:lnTo>
                  <a:pt x="124255" y="705610"/>
                </a:lnTo>
                <a:lnTo>
                  <a:pt x="123258" y="707340"/>
                </a:lnTo>
                <a:lnTo>
                  <a:pt x="121762" y="707788"/>
                </a:lnTo>
                <a:lnTo>
                  <a:pt x="121456" y="708352"/>
                </a:lnTo>
                <a:lnTo>
                  <a:pt x="121921" y="708477"/>
                </a:lnTo>
                <a:lnTo>
                  <a:pt x="121185" y="709142"/>
                </a:lnTo>
                <a:lnTo>
                  <a:pt x="121252" y="709770"/>
                </a:lnTo>
                <a:lnTo>
                  <a:pt x="122005" y="711252"/>
                </a:lnTo>
                <a:lnTo>
                  <a:pt x="122745" y="711620"/>
                </a:lnTo>
                <a:lnTo>
                  <a:pt x="124573" y="715040"/>
                </a:lnTo>
                <a:lnTo>
                  <a:pt x="125467" y="715538"/>
                </a:lnTo>
                <a:lnTo>
                  <a:pt x="125895" y="714919"/>
                </a:lnTo>
                <a:lnTo>
                  <a:pt x="126889" y="714931"/>
                </a:lnTo>
                <a:lnTo>
                  <a:pt x="128592" y="716284"/>
                </a:lnTo>
                <a:lnTo>
                  <a:pt x="129913" y="718429"/>
                </a:lnTo>
                <a:lnTo>
                  <a:pt x="130282" y="719369"/>
                </a:lnTo>
                <a:lnTo>
                  <a:pt x="129843" y="719872"/>
                </a:lnTo>
                <a:lnTo>
                  <a:pt x="130055" y="721173"/>
                </a:lnTo>
                <a:lnTo>
                  <a:pt x="131561" y="724907"/>
                </a:lnTo>
                <a:lnTo>
                  <a:pt x="131320" y="726778"/>
                </a:lnTo>
                <a:lnTo>
                  <a:pt x="131970" y="727970"/>
                </a:lnTo>
                <a:lnTo>
                  <a:pt x="132162" y="728962"/>
                </a:lnTo>
                <a:lnTo>
                  <a:pt x="131725" y="729261"/>
                </a:lnTo>
                <a:lnTo>
                  <a:pt x="132471" y="729817"/>
                </a:lnTo>
                <a:lnTo>
                  <a:pt x="132097" y="730373"/>
                </a:lnTo>
                <a:lnTo>
                  <a:pt x="132139" y="730838"/>
                </a:lnTo>
                <a:lnTo>
                  <a:pt x="132816" y="731842"/>
                </a:lnTo>
                <a:lnTo>
                  <a:pt x="132102" y="732573"/>
                </a:lnTo>
                <a:lnTo>
                  <a:pt x="132116" y="733019"/>
                </a:lnTo>
                <a:lnTo>
                  <a:pt x="132821" y="733503"/>
                </a:lnTo>
                <a:lnTo>
                  <a:pt x="133633" y="733638"/>
                </a:lnTo>
                <a:lnTo>
                  <a:pt x="134284" y="735400"/>
                </a:lnTo>
                <a:lnTo>
                  <a:pt x="135018" y="735829"/>
                </a:lnTo>
                <a:lnTo>
                  <a:pt x="136445" y="738619"/>
                </a:lnTo>
                <a:lnTo>
                  <a:pt x="136340" y="739261"/>
                </a:lnTo>
                <a:lnTo>
                  <a:pt x="135817" y="739608"/>
                </a:lnTo>
                <a:lnTo>
                  <a:pt x="136698" y="740066"/>
                </a:lnTo>
                <a:lnTo>
                  <a:pt x="137081" y="740619"/>
                </a:lnTo>
                <a:lnTo>
                  <a:pt x="138146" y="741064"/>
                </a:lnTo>
                <a:lnTo>
                  <a:pt x="138419" y="741322"/>
                </a:lnTo>
                <a:lnTo>
                  <a:pt x="138232" y="741911"/>
                </a:lnTo>
                <a:lnTo>
                  <a:pt x="139250" y="742290"/>
                </a:lnTo>
                <a:lnTo>
                  <a:pt x="139239" y="742815"/>
                </a:lnTo>
                <a:lnTo>
                  <a:pt x="140427" y="743740"/>
                </a:lnTo>
                <a:lnTo>
                  <a:pt x="141032" y="743794"/>
                </a:lnTo>
                <a:lnTo>
                  <a:pt x="142905" y="744801"/>
                </a:lnTo>
                <a:lnTo>
                  <a:pt x="143740" y="744554"/>
                </a:lnTo>
                <a:lnTo>
                  <a:pt x="145039" y="744890"/>
                </a:lnTo>
                <a:lnTo>
                  <a:pt x="145491" y="745512"/>
                </a:lnTo>
                <a:lnTo>
                  <a:pt x="145453" y="746008"/>
                </a:lnTo>
                <a:lnTo>
                  <a:pt x="146624" y="746619"/>
                </a:lnTo>
                <a:lnTo>
                  <a:pt x="147661" y="747849"/>
                </a:lnTo>
                <a:lnTo>
                  <a:pt x="147627" y="748558"/>
                </a:lnTo>
                <a:lnTo>
                  <a:pt x="148776" y="748209"/>
                </a:lnTo>
                <a:lnTo>
                  <a:pt x="149077" y="747680"/>
                </a:lnTo>
                <a:lnTo>
                  <a:pt x="151735" y="748156"/>
                </a:lnTo>
                <a:lnTo>
                  <a:pt x="151353" y="747609"/>
                </a:lnTo>
                <a:lnTo>
                  <a:pt x="150069" y="746810"/>
                </a:lnTo>
                <a:lnTo>
                  <a:pt x="150241" y="746745"/>
                </a:lnTo>
                <a:lnTo>
                  <a:pt x="149976" y="746452"/>
                </a:lnTo>
                <a:lnTo>
                  <a:pt x="149205" y="746453"/>
                </a:lnTo>
                <a:lnTo>
                  <a:pt x="148010" y="745342"/>
                </a:lnTo>
                <a:lnTo>
                  <a:pt x="147399" y="745156"/>
                </a:lnTo>
                <a:lnTo>
                  <a:pt x="146642" y="743675"/>
                </a:lnTo>
                <a:lnTo>
                  <a:pt x="146611" y="742845"/>
                </a:lnTo>
                <a:lnTo>
                  <a:pt x="146213" y="742027"/>
                </a:lnTo>
                <a:lnTo>
                  <a:pt x="145593" y="741632"/>
                </a:lnTo>
                <a:lnTo>
                  <a:pt x="145438" y="741210"/>
                </a:lnTo>
                <a:lnTo>
                  <a:pt x="145489" y="740792"/>
                </a:lnTo>
                <a:lnTo>
                  <a:pt x="146104" y="740487"/>
                </a:lnTo>
                <a:lnTo>
                  <a:pt x="145350" y="739559"/>
                </a:lnTo>
                <a:lnTo>
                  <a:pt x="145709" y="739115"/>
                </a:lnTo>
                <a:lnTo>
                  <a:pt x="145765" y="738092"/>
                </a:lnTo>
                <a:lnTo>
                  <a:pt x="146258" y="737125"/>
                </a:lnTo>
                <a:lnTo>
                  <a:pt x="146068" y="736140"/>
                </a:lnTo>
                <a:lnTo>
                  <a:pt x="147294" y="733312"/>
                </a:lnTo>
                <a:lnTo>
                  <a:pt x="147214" y="732778"/>
                </a:lnTo>
                <a:lnTo>
                  <a:pt x="146101" y="731975"/>
                </a:lnTo>
                <a:lnTo>
                  <a:pt x="145860" y="730976"/>
                </a:lnTo>
                <a:lnTo>
                  <a:pt x="146345" y="729984"/>
                </a:lnTo>
                <a:lnTo>
                  <a:pt x="146747" y="729859"/>
                </a:lnTo>
                <a:lnTo>
                  <a:pt x="147470" y="728813"/>
                </a:lnTo>
                <a:lnTo>
                  <a:pt x="147242" y="728640"/>
                </a:lnTo>
                <a:lnTo>
                  <a:pt x="146902" y="726367"/>
                </a:lnTo>
                <a:lnTo>
                  <a:pt x="147408" y="725894"/>
                </a:lnTo>
                <a:lnTo>
                  <a:pt x="147006" y="725714"/>
                </a:lnTo>
                <a:lnTo>
                  <a:pt x="146855" y="725223"/>
                </a:lnTo>
                <a:lnTo>
                  <a:pt x="146872" y="724711"/>
                </a:lnTo>
                <a:lnTo>
                  <a:pt x="147177" y="724600"/>
                </a:lnTo>
                <a:lnTo>
                  <a:pt x="146892" y="724216"/>
                </a:lnTo>
                <a:lnTo>
                  <a:pt x="146355" y="724176"/>
                </a:lnTo>
                <a:lnTo>
                  <a:pt x="145584" y="723283"/>
                </a:lnTo>
                <a:lnTo>
                  <a:pt x="144602" y="720392"/>
                </a:lnTo>
                <a:lnTo>
                  <a:pt x="143901" y="719686"/>
                </a:lnTo>
                <a:lnTo>
                  <a:pt x="143750" y="718951"/>
                </a:lnTo>
                <a:lnTo>
                  <a:pt x="143188" y="718173"/>
                </a:lnTo>
                <a:lnTo>
                  <a:pt x="142842" y="718234"/>
                </a:lnTo>
                <a:lnTo>
                  <a:pt x="142607" y="717710"/>
                </a:lnTo>
                <a:lnTo>
                  <a:pt x="141943" y="717527"/>
                </a:lnTo>
                <a:lnTo>
                  <a:pt x="141217" y="716312"/>
                </a:lnTo>
                <a:lnTo>
                  <a:pt x="140475" y="715799"/>
                </a:lnTo>
                <a:lnTo>
                  <a:pt x="140460" y="716066"/>
                </a:lnTo>
                <a:lnTo>
                  <a:pt x="140938" y="716263"/>
                </a:lnTo>
                <a:lnTo>
                  <a:pt x="140780" y="716441"/>
                </a:lnTo>
                <a:lnTo>
                  <a:pt x="141184" y="716353"/>
                </a:lnTo>
                <a:lnTo>
                  <a:pt x="141343" y="716868"/>
                </a:lnTo>
                <a:lnTo>
                  <a:pt x="140890" y="717015"/>
                </a:lnTo>
                <a:lnTo>
                  <a:pt x="140573" y="716521"/>
                </a:lnTo>
                <a:lnTo>
                  <a:pt x="140364" y="716693"/>
                </a:lnTo>
                <a:lnTo>
                  <a:pt x="140545" y="716965"/>
                </a:lnTo>
                <a:lnTo>
                  <a:pt x="140133" y="716982"/>
                </a:lnTo>
                <a:lnTo>
                  <a:pt x="140320" y="716725"/>
                </a:lnTo>
                <a:lnTo>
                  <a:pt x="140119" y="716973"/>
                </a:lnTo>
                <a:lnTo>
                  <a:pt x="139914" y="716504"/>
                </a:lnTo>
                <a:lnTo>
                  <a:pt x="140293" y="716112"/>
                </a:lnTo>
                <a:lnTo>
                  <a:pt x="139854" y="716478"/>
                </a:lnTo>
                <a:lnTo>
                  <a:pt x="140090" y="716978"/>
                </a:lnTo>
                <a:lnTo>
                  <a:pt x="139731" y="717373"/>
                </a:lnTo>
                <a:lnTo>
                  <a:pt x="139057" y="717152"/>
                </a:lnTo>
                <a:lnTo>
                  <a:pt x="138603" y="716285"/>
                </a:lnTo>
                <a:lnTo>
                  <a:pt x="138553" y="714618"/>
                </a:lnTo>
                <a:lnTo>
                  <a:pt x="139565" y="712269"/>
                </a:lnTo>
                <a:lnTo>
                  <a:pt x="139184" y="711255"/>
                </a:lnTo>
                <a:lnTo>
                  <a:pt x="139447" y="710781"/>
                </a:lnTo>
                <a:lnTo>
                  <a:pt x="139812" y="710703"/>
                </a:lnTo>
                <a:lnTo>
                  <a:pt x="140477" y="709167"/>
                </a:lnTo>
                <a:lnTo>
                  <a:pt x="140031" y="708074"/>
                </a:lnTo>
                <a:lnTo>
                  <a:pt x="139142" y="707549"/>
                </a:lnTo>
                <a:lnTo>
                  <a:pt x="139952" y="705989"/>
                </a:lnTo>
                <a:lnTo>
                  <a:pt x="140274" y="705753"/>
                </a:lnTo>
                <a:lnTo>
                  <a:pt x="141502" y="705759"/>
                </a:lnTo>
                <a:lnTo>
                  <a:pt x="142070" y="704977"/>
                </a:lnTo>
                <a:lnTo>
                  <a:pt x="141573" y="705143"/>
                </a:lnTo>
                <a:lnTo>
                  <a:pt x="141621" y="704839"/>
                </a:lnTo>
                <a:lnTo>
                  <a:pt x="141982" y="704937"/>
                </a:lnTo>
                <a:lnTo>
                  <a:pt x="141763" y="704695"/>
                </a:lnTo>
                <a:lnTo>
                  <a:pt x="144337" y="702060"/>
                </a:lnTo>
                <a:lnTo>
                  <a:pt x="144590" y="701261"/>
                </a:lnTo>
                <a:lnTo>
                  <a:pt x="146434" y="700208"/>
                </a:lnTo>
                <a:lnTo>
                  <a:pt x="149965" y="698687"/>
                </a:lnTo>
                <a:lnTo>
                  <a:pt x="155377" y="697086"/>
                </a:lnTo>
                <a:lnTo>
                  <a:pt x="157907" y="696706"/>
                </a:lnTo>
                <a:lnTo>
                  <a:pt x="163341" y="694649"/>
                </a:lnTo>
                <a:lnTo>
                  <a:pt x="167020" y="693708"/>
                </a:lnTo>
                <a:lnTo>
                  <a:pt x="168539" y="693693"/>
                </a:lnTo>
                <a:lnTo>
                  <a:pt x="170001" y="693188"/>
                </a:lnTo>
                <a:lnTo>
                  <a:pt x="172547" y="692979"/>
                </a:lnTo>
                <a:lnTo>
                  <a:pt x="174977" y="692845"/>
                </a:lnTo>
                <a:lnTo>
                  <a:pt x="178800" y="693079"/>
                </a:lnTo>
                <a:lnTo>
                  <a:pt x="179460" y="692933"/>
                </a:lnTo>
                <a:lnTo>
                  <a:pt x="179188" y="692932"/>
                </a:lnTo>
                <a:lnTo>
                  <a:pt x="179275" y="692632"/>
                </a:lnTo>
                <a:lnTo>
                  <a:pt x="180128" y="692510"/>
                </a:lnTo>
                <a:lnTo>
                  <a:pt x="183234" y="692529"/>
                </a:lnTo>
                <a:lnTo>
                  <a:pt x="187518" y="692862"/>
                </a:lnTo>
                <a:lnTo>
                  <a:pt x="192736" y="694035"/>
                </a:lnTo>
                <a:lnTo>
                  <a:pt x="199164" y="697021"/>
                </a:lnTo>
                <a:lnTo>
                  <a:pt x="200543" y="698761"/>
                </a:lnTo>
                <a:lnTo>
                  <a:pt x="200939" y="699949"/>
                </a:lnTo>
                <a:lnTo>
                  <a:pt x="202125" y="700834"/>
                </a:lnTo>
                <a:lnTo>
                  <a:pt x="202331" y="701519"/>
                </a:lnTo>
                <a:lnTo>
                  <a:pt x="203595" y="702661"/>
                </a:lnTo>
                <a:lnTo>
                  <a:pt x="205026" y="704684"/>
                </a:lnTo>
                <a:lnTo>
                  <a:pt x="206275" y="705913"/>
                </a:lnTo>
                <a:lnTo>
                  <a:pt x="206403" y="706594"/>
                </a:lnTo>
                <a:lnTo>
                  <a:pt x="206651" y="706366"/>
                </a:lnTo>
                <a:lnTo>
                  <a:pt x="206430" y="705946"/>
                </a:lnTo>
                <a:lnTo>
                  <a:pt x="207020" y="706236"/>
                </a:lnTo>
                <a:lnTo>
                  <a:pt x="206835" y="706629"/>
                </a:lnTo>
                <a:lnTo>
                  <a:pt x="206557" y="706587"/>
                </a:lnTo>
                <a:lnTo>
                  <a:pt x="206828" y="706686"/>
                </a:lnTo>
                <a:lnTo>
                  <a:pt x="207054" y="706512"/>
                </a:lnTo>
                <a:lnTo>
                  <a:pt x="207553" y="707071"/>
                </a:lnTo>
                <a:lnTo>
                  <a:pt x="208080" y="707153"/>
                </a:lnTo>
                <a:lnTo>
                  <a:pt x="208455" y="707850"/>
                </a:lnTo>
                <a:lnTo>
                  <a:pt x="208460" y="708153"/>
                </a:lnTo>
                <a:lnTo>
                  <a:pt x="207763" y="708675"/>
                </a:lnTo>
                <a:lnTo>
                  <a:pt x="206959" y="708744"/>
                </a:lnTo>
                <a:lnTo>
                  <a:pt x="207259" y="708851"/>
                </a:lnTo>
                <a:lnTo>
                  <a:pt x="207096" y="709064"/>
                </a:lnTo>
                <a:lnTo>
                  <a:pt x="206868" y="708664"/>
                </a:lnTo>
                <a:lnTo>
                  <a:pt x="207022" y="709242"/>
                </a:lnTo>
                <a:lnTo>
                  <a:pt x="203846" y="710541"/>
                </a:lnTo>
                <a:lnTo>
                  <a:pt x="202705" y="711360"/>
                </a:lnTo>
                <a:lnTo>
                  <a:pt x="201277" y="712755"/>
                </a:lnTo>
                <a:lnTo>
                  <a:pt x="200851" y="714080"/>
                </a:lnTo>
                <a:lnTo>
                  <a:pt x="200933" y="714885"/>
                </a:lnTo>
                <a:lnTo>
                  <a:pt x="201315" y="714775"/>
                </a:lnTo>
                <a:lnTo>
                  <a:pt x="201157" y="715125"/>
                </a:lnTo>
                <a:lnTo>
                  <a:pt x="202543" y="716798"/>
                </a:lnTo>
                <a:lnTo>
                  <a:pt x="202825" y="716824"/>
                </a:lnTo>
                <a:lnTo>
                  <a:pt x="203153" y="717841"/>
                </a:lnTo>
                <a:lnTo>
                  <a:pt x="203491" y="718103"/>
                </a:lnTo>
                <a:lnTo>
                  <a:pt x="202990" y="719162"/>
                </a:lnTo>
                <a:lnTo>
                  <a:pt x="203687" y="719526"/>
                </a:lnTo>
                <a:lnTo>
                  <a:pt x="203483" y="719861"/>
                </a:lnTo>
                <a:lnTo>
                  <a:pt x="204680" y="720625"/>
                </a:lnTo>
                <a:lnTo>
                  <a:pt x="206750" y="722996"/>
                </a:lnTo>
                <a:lnTo>
                  <a:pt x="206763" y="724212"/>
                </a:lnTo>
                <a:lnTo>
                  <a:pt x="207148" y="724525"/>
                </a:lnTo>
                <a:lnTo>
                  <a:pt x="207037" y="725052"/>
                </a:lnTo>
                <a:lnTo>
                  <a:pt x="207382" y="725685"/>
                </a:lnTo>
                <a:lnTo>
                  <a:pt x="206731" y="728307"/>
                </a:lnTo>
                <a:lnTo>
                  <a:pt x="205461" y="729362"/>
                </a:lnTo>
                <a:lnTo>
                  <a:pt x="203558" y="730049"/>
                </a:lnTo>
                <a:lnTo>
                  <a:pt x="203284" y="730423"/>
                </a:lnTo>
                <a:lnTo>
                  <a:pt x="202577" y="732027"/>
                </a:lnTo>
                <a:lnTo>
                  <a:pt x="202628" y="732528"/>
                </a:lnTo>
                <a:lnTo>
                  <a:pt x="202057" y="733318"/>
                </a:lnTo>
                <a:lnTo>
                  <a:pt x="202549" y="734795"/>
                </a:lnTo>
                <a:lnTo>
                  <a:pt x="202290" y="735016"/>
                </a:lnTo>
                <a:lnTo>
                  <a:pt x="201994" y="734562"/>
                </a:lnTo>
                <a:lnTo>
                  <a:pt x="201354" y="734584"/>
                </a:lnTo>
                <a:lnTo>
                  <a:pt x="201061" y="734280"/>
                </a:lnTo>
                <a:lnTo>
                  <a:pt x="200838" y="734820"/>
                </a:lnTo>
                <a:lnTo>
                  <a:pt x="201087" y="735078"/>
                </a:lnTo>
                <a:lnTo>
                  <a:pt x="200961" y="735577"/>
                </a:lnTo>
                <a:lnTo>
                  <a:pt x="201310" y="735859"/>
                </a:lnTo>
                <a:lnTo>
                  <a:pt x="201016" y="735945"/>
                </a:lnTo>
                <a:lnTo>
                  <a:pt x="201389" y="736146"/>
                </a:lnTo>
                <a:lnTo>
                  <a:pt x="200727" y="736819"/>
                </a:lnTo>
                <a:lnTo>
                  <a:pt x="201215" y="737431"/>
                </a:lnTo>
                <a:lnTo>
                  <a:pt x="201509" y="737113"/>
                </a:lnTo>
                <a:lnTo>
                  <a:pt x="202095" y="737156"/>
                </a:lnTo>
                <a:lnTo>
                  <a:pt x="202004" y="737711"/>
                </a:lnTo>
                <a:lnTo>
                  <a:pt x="201619" y="737840"/>
                </a:lnTo>
                <a:lnTo>
                  <a:pt x="201836" y="738184"/>
                </a:lnTo>
                <a:lnTo>
                  <a:pt x="201594" y="738442"/>
                </a:lnTo>
                <a:lnTo>
                  <a:pt x="202072" y="738869"/>
                </a:lnTo>
                <a:lnTo>
                  <a:pt x="202106" y="739568"/>
                </a:lnTo>
                <a:lnTo>
                  <a:pt x="202600" y="739800"/>
                </a:lnTo>
                <a:lnTo>
                  <a:pt x="202469" y="740905"/>
                </a:lnTo>
                <a:lnTo>
                  <a:pt x="203228" y="741982"/>
                </a:lnTo>
                <a:lnTo>
                  <a:pt x="204354" y="742320"/>
                </a:lnTo>
                <a:lnTo>
                  <a:pt x="203979" y="743603"/>
                </a:lnTo>
                <a:lnTo>
                  <a:pt x="203477" y="743806"/>
                </a:lnTo>
                <a:lnTo>
                  <a:pt x="202883" y="743633"/>
                </a:lnTo>
                <a:lnTo>
                  <a:pt x="202085" y="744106"/>
                </a:lnTo>
                <a:lnTo>
                  <a:pt x="201272" y="743932"/>
                </a:lnTo>
                <a:lnTo>
                  <a:pt x="200927" y="744330"/>
                </a:lnTo>
                <a:lnTo>
                  <a:pt x="202315" y="745923"/>
                </a:lnTo>
                <a:lnTo>
                  <a:pt x="202036" y="746139"/>
                </a:lnTo>
                <a:lnTo>
                  <a:pt x="201956" y="747262"/>
                </a:lnTo>
                <a:lnTo>
                  <a:pt x="202573" y="747610"/>
                </a:lnTo>
                <a:lnTo>
                  <a:pt x="202296" y="748040"/>
                </a:lnTo>
                <a:lnTo>
                  <a:pt x="202743" y="748429"/>
                </a:lnTo>
                <a:lnTo>
                  <a:pt x="202648" y="748915"/>
                </a:lnTo>
                <a:lnTo>
                  <a:pt x="203615" y="748917"/>
                </a:lnTo>
                <a:lnTo>
                  <a:pt x="203963" y="749363"/>
                </a:lnTo>
                <a:lnTo>
                  <a:pt x="203902" y="750283"/>
                </a:lnTo>
                <a:lnTo>
                  <a:pt x="203162" y="750420"/>
                </a:lnTo>
                <a:lnTo>
                  <a:pt x="203358" y="750873"/>
                </a:lnTo>
                <a:lnTo>
                  <a:pt x="203957" y="750887"/>
                </a:lnTo>
                <a:lnTo>
                  <a:pt x="203902" y="751709"/>
                </a:lnTo>
                <a:lnTo>
                  <a:pt x="205489" y="751650"/>
                </a:lnTo>
                <a:lnTo>
                  <a:pt x="205633" y="751327"/>
                </a:lnTo>
                <a:lnTo>
                  <a:pt x="204743" y="750506"/>
                </a:lnTo>
                <a:lnTo>
                  <a:pt x="204783" y="750214"/>
                </a:lnTo>
                <a:lnTo>
                  <a:pt x="205085" y="750192"/>
                </a:lnTo>
                <a:lnTo>
                  <a:pt x="205289" y="749799"/>
                </a:lnTo>
                <a:lnTo>
                  <a:pt x="206058" y="750025"/>
                </a:lnTo>
                <a:lnTo>
                  <a:pt x="206534" y="749679"/>
                </a:lnTo>
                <a:lnTo>
                  <a:pt x="207382" y="750205"/>
                </a:lnTo>
                <a:lnTo>
                  <a:pt x="207629" y="750749"/>
                </a:lnTo>
                <a:lnTo>
                  <a:pt x="208461" y="750667"/>
                </a:lnTo>
                <a:lnTo>
                  <a:pt x="208088" y="751608"/>
                </a:lnTo>
                <a:lnTo>
                  <a:pt x="208520" y="752117"/>
                </a:lnTo>
                <a:lnTo>
                  <a:pt x="208686" y="751590"/>
                </a:lnTo>
                <a:lnTo>
                  <a:pt x="209585" y="751635"/>
                </a:lnTo>
                <a:lnTo>
                  <a:pt x="209570" y="751260"/>
                </a:lnTo>
                <a:lnTo>
                  <a:pt x="208756" y="750178"/>
                </a:lnTo>
                <a:lnTo>
                  <a:pt x="208884" y="749682"/>
                </a:lnTo>
                <a:lnTo>
                  <a:pt x="208641" y="749511"/>
                </a:lnTo>
                <a:lnTo>
                  <a:pt x="208969" y="748948"/>
                </a:lnTo>
                <a:lnTo>
                  <a:pt x="209384" y="749007"/>
                </a:lnTo>
                <a:lnTo>
                  <a:pt x="209827" y="748297"/>
                </a:lnTo>
                <a:lnTo>
                  <a:pt x="211381" y="747778"/>
                </a:lnTo>
                <a:lnTo>
                  <a:pt x="213109" y="748758"/>
                </a:lnTo>
                <a:lnTo>
                  <a:pt x="213073" y="748375"/>
                </a:lnTo>
                <a:lnTo>
                  <a:pt x="213585" y="748353"/>
                </a:lnTo>
                <a:lnTo>
                  <a:pt x="214369" y="748967"/>
                </a:lnTo>
                <a:lnTo>
                  <a:pt x="215039" y="748617"/>
                </a:lnTo>
                <a:lnTo>
                  <a:pt x="214528" y="748171"/>
                </a:lnTo>
                <a:lnTo>
                  <a:pt x="214869" y="747385"/>
                </a:lnTo>
                <a:lnTo>
                  <a:pt x="215589" y="747531"/>
                </a:lnTo>
                <a:lnTo>
                  <a:pt x="215594" y="746907"/>
                </a:lnTo>
                <a:lnTo>
                  <a:pt x="216295" y="746450"/>
                </a:lnTo>
                <a:lnTo>
                  <a:pt x="216237" y="745885"/>
                </a:lnTo>
                <a:lnTo>
                  <a:pt x="217112" y="745350"/>
                </a:lnTo>
                <a:lnTo>
                  <a:pt x="218551" y="745168"/>
                </a:lnTo>
                <a:lnTo>
                  <a:pt x="219159" y="745583"/>
                </a:lnTo>
                <a:lnTo>
                  <a:pt x="219671" y="745294"/>
                </a:lnTo>
                <a:lnTo>
                  <a:pt x="220373" y="745401"/>
                </a:lnTo>
                <a:lnTo>
                  <a:pt x="220771" y="744835"/>
                </a:lnTo>
                <a:lnTo>
                  <a:pt x="222297" y="745361"/>
                </a:lnTo>
                <a:lnTo>
                  <a:pt x="223244" y="745291"/>
                </a:lnTo>
                <a:lnTo>
                  <a:pt x="223440" y="745648"/>
                </a:lnTo>
                <a:lnTo>
                  <a:pt x="225730" y="745992"/>
                </a:lnTo>
                <a:lnTo>
                  <a:pt x="226121" y="745853"/>
                </a:lnTo>
                <a:lnTo>
                  <a:pt x="225910" y="745571"/>
                </a:lnTo>
                <a:lnTo>
                  <a:pt x="226524" y="745274"/>
                </a:lnTo>
                <a:lnTo>
                  <a:pt x="227395" y="745252"/>
                </a:lnTo>
                <a:lnTo>
                  <a:pt x="227891" y="744187"/>
                </a:lnTo>
                <a:lnTo>
                  <a:pt x="228802" y="743668"/>
                </a:lnTo>
                <a:lnTo>
                  <a:pt x="228956" y="743154"/>
                </a:lnTo>
                <a:lnTo>
                  <a:pt x="230818" y="742092"/>
                </a:lnTo>
                <a:lnTo>
                  <a:pt x="231770" y="742563"/>
                </a:lnTo>
                <a:lnTo>
                  <a:pt x="233082" y="742444"/>
                </a:lnTo>
                <a:lnTo>
                  <a:pt x="233040" y="742657"/>
                </a:lnTo>
                <a:lnTo>
                  <a:pt x="233477" y="742711"/>
                </a:lnTo>
                <a:lnTo>
                  <a:pt x="234109" y="742302"/>
                </a:lnTo>
                <a:lnTo>
                  <a:pt x="235860" y="742055"/>
                </a:lnTo>
                <a:lnTo>
                  <a:pt x="236421" y="742089"/>
                </a:lnTo>
                <a:lnTo>
                  <a:pt x="236568" y="742390"/>
                </a:lnTo>
                <a:lnTo>
                  <a:pt x="236903" y="741497"/>
                </a:lnTo>
                <a:lnTo>
                  <a:pt x="237714" y="741314"/>
                </a:lnTo>
                <a:lnTo>
                  <a:pt x="242023" y="743065"/>
                </a:lnTo>
                <a:lnTo>
                  <a:pt x="245488" y="745194"/>
                </a:lnTo>
                <a:lnTo>
                  <a:pt x="247513" y="746830"/>
                </a:lnTo>
                <a:lnTo>
                  <a:pt x="250098" y="749433"/>
                </a:lnTo>
                <a:lnTo>
                  <a:pt x="251146" y="750998"/>
                </a:lnTo>
                <a:lnTo>
                  <a:pt x="251331" y="751948"/>
                </a:lnTo>
                <a:lnTo>
                  <a:pt x="250146" y="752928"/>
                </a:lnTo>
                <a:lnTo>
                  <a:pt x="250340" y="753043"/>
                </a:lnTo>
                <a:lnTo>
                  <a:pt x="250218" y="753776"/>
                </a:lnTo>
                <a:lnTo>
                  <a:pt x="251095" y="754413"/>
                </a:lnTo>
                <a:lnTo>
                  <a:pt x="250750" y="755041"/>
                </a:lnTo>
                <a:lnTo>
                  <a:pt x="251154" y="754942"/>
                </a:lnTo>
                <a:lnTo>
                  <a:pt x="251487" y="755418"/>
                </a:lnTo>
                <a:lnTo>
                  <a:pt x="253121" y="755397"/>
                </a:lnTo>
                <a:lnTo>
                  <a:pt x="253045" y="755747"/>
                </a:lnTo>
                <a:lnTo>
                  <a:pt x="253817" y="755777"/>
                </a:lnTo>
                <a:lnTo>
                  <a:pt x="254234" y="756372"/>
                </a:lnTo>
                <a:lnTo>
                  <a:pt x="254993" y="755929"/>
                </a:lnTo>
                <a:lnTo>
                  <a:pt x="256208" y="755998"/>
                </a:lnTo>
                <a:lnTo>
                  <a:pt x="256980" y="755291"/>
                </a:lnTo>
                <a:lnTo>
                  <a:pt x="257645" y="755318"/>
                </a:lnTo>
                <a:lnTo>
                  <a:pt x="258658" y="754749"/>
                </a:lnTo>
                <a:lnTo>
                  <a:pt x="258944" y="754931"/>
                </a:lnTo>
                <a:lnTo>
                  <a:pt x="258976" y="755576"/>
                </a:lnTo>
                <a:lnTo>
                  <a:pt x="260423" y="755411"/>
                </a:lnTo>
                <a:lnTo>
                  <a:pt x="260686" y="755791"/>
                </a:lnTo>
                <a:lnTo>
                  <a:pt x="261655" y="756086"/>
                </a:lnTo>
                <a:lnTo>
                  <a:pt x="261766" y="756651"/>
                </a:lnTo>
                <a:lnTo>
                  <a:pt x="262406" y="757168"/>
                </a:lnTo>
                <a:lnTo>
                  <a:pt x="264010" y="756871"/>
                </a:lnTo>
                <a:lnTo>
                  <a:pt x="264010" y="758259"/>
                </a:lnTo>
                <a:lnTo>
                  <a:pt x="264393" y="758142"/>
                </a:lnTo>
                <a:lnTo>
                  <a:pt x="264676" y="758449"/>
                </a:lnTo>
                <a:lnTo>
                  <a:pt x="266418" y="758640"/>
                </a:lnTo>
                <a:lnTo>
                  <a:pt x="267537" y="758144"/>
                </a:lnTo>
                <a:lnTo>
                  <a:pt x="267928" y="757699"/>
                </a:lnTo>
                <a:lnTo>
                  <a:pt x="267396" y="757720"/>
                </a:lnTo>
                <a:lnTo>
                  <a:pt x="267742" y="757051"/>
                </a:lnTo>
                <a:lnTo>
                  <a:pt x="268212" y="756984"/>
                </a:lnTo>
                <a:lnTo>
                  <a:pt x="268575" y="756339"/>
                </a:lnTo>
                <a:lnTo>
                  <a:pt x="268954" y="756246"/>
                </a:lnTo>
                <a:lnTo>
                  <a:pt x="269102" y="755635"/>
                </a:lnTo>
                <a:lnTo>
                  <a:pt x="269474" y="755380"/>
                </a:lnTo>
                <a:lnTo>
                  <a:pt x="270109" y="755719"/>
                </a:lnTo>
                <a:lnTo>
                  <a:pt x="270361" y="755578"/>
                </a:lnTo>
                <a:lnTo>
                  <a:pt x="270242" y="755188"/>
                </a:lnTo>
                <a:lnTo>
                  <a:pt x="270514" y="754710"/>
                </a:lnTo>
                <a:lnTo>
                  <a:pt x="271204" y="754335"/>
                </a:lnTo>
                <a:lnTo>
                  <a:pt x="271514" y="753757"/>
                </a:lnTo>
                <a:lnTo>
                  <a:pt x="271783" y="753611"/>
                </a:lnTo>
                <a:lnTo>
                  <a:pt x="271994" y="753854"/>
                </a:lnTo>
                <a:lnTo>
                  <a:pt x="273365" y="753329"/>
                </a:lnTo>
                <a:lnTo>
                  <a:pt x="273945" y="752772"/>
                </a:lnTo>
                <a:lnTo>
                  <a:pt x="274348" y="752964"/>
                </a:lnTo>
                <a:lnTo>
                  <a:pt x="275169" y="752750"/>
                </a:lnTo>
                <a:lnTo>
                  <a:pt x="275620" y="753295"/>
                </a:lnTo>
                <a:lnTo>
                  <a:pt x="275917" y="753130"/>
                </a:lnTo>
                <a:lnTo>
                  <a:pt x="276292" y="753487"/>
                </a:lnTo>
                <a:lnTo>
                  <a:pt x="277304" y="753723"/>
                </a:lnTo>
                <a:lnTo>
                  <a:pt x="281237" y="756766"/>
                </a:lnTo>
                <a:lnTo>
                  <a:pt x="286011" y="762287"/>
                </a:lnTo>
                <a:lnTo>
                  <a:pt x="288804" y="766722"/>
                </a:lnTo>
                <a:lnTo>
                  <a:pt x="290332" y="769879"/>
                </a:lnTo>
                <a:lnTo>
                  <a:pt x="291254" y="772277"/>
                </a:lnTo>
                <a:lnTo>
                  <a:pt x="291180" y="773084"/>
                </a:lnTo>
                <a:lnTo>
                  <a:pt x="291827" y="774315"/>
                </a:lnTo>
                <a:lnTo>
                  <a:pt x="292026" y="776038"/>
                </a:lnTo>
                <a:lnTo>
                  <a:pt x="292651" y="777549"/>
                </a:lnTo>
                <a:lnTo>
                  <a:pt x="292558" y="778110"/>
                </a:lnTo>
                <a:lnTo>
                  <a:pt x="291454" y="778516"/>
                </a:lnTo>
                <a:lnTo>
                  <a:pt x="291717" y="778737"/>
                </a:lnTo>
                <a:lnTo>
                  <a:pt x="290603" y="779493"/>
                </a:lnTo>
                <a:lnTo>
                  <a:pt x="290357" y="780168"/>
                </a:lnTo>
                <a:lnTo>
                  <a:pt x="289409" y="780334"/>
                </a:lnTo>
                <a:lnTo>
                  <a:pt x="289447" y="780691"/>
                </a:lnTo>
                <a:lnTo>
                  <a:pt x="288951" y="780653"/>
                </a:lnTo>
                <a:lnTo>
                  <a:pt x="288648" y="780938"/>
                </a:lnTo>
                <a:lnTo>
                  <a:pt x="288491" y="782158"/>
                </a:lnTo>
                <a:lnTo>
                  <a:pt x="288966" y="782067"/>
                </a:lnTo>
                <a:lnTo>
                  <a:pt x="287955" y="783095"/>
                </a:lnTo>
                <a:lnTo>
                  <a:pt x="287877" y="783594"/>
                </a:lnTo>
                <a:lnTo>
                  <a:pt x="287200" y="784463"/>
                </a:lnTo>
                <a:lnTo>
                  <a:pt x="287206" y="784834"/>
                </a:lnTo>
                <a:lnTo>
                  <a:pt x="287835" y="785294"/>
                </a:lnTo>
                <a:lnTo>
                  <a:pt x="287506" y="785590"/>
                </a:lnTo>
                <a:lnTo>
                  <a:pt x="287758" y="785777"/>
                </a:lnTo>
                <a:lnTo>
                  <a:pt x="287664" y="786059"/>
                </a:lnTo>
                <a:lnTo>
                  <a:pt x="286735" y="786400"/>
                </a:lnTo>
                <a:lnTo>
                  <a:pt x="286741" y="785889"/>
                </a:lnTo>
                <a:lnTo>
                  <a:pt x="286535" y="787031"/>
                </a:lnTo>
                <a:lnTo>
                  <a:pt x="286058" y="787753"/>
                </a:lnTo>
                <a:lnTo>
                  <a:pt x="285206" y="790369"/>
                </a:lnTo>
                <a:lnTo>
                  <a:pt x="284460" y="790886"/>
                </a:lnTo>
                <a:lnTo>
                  <a:pt x="284146" y="790679"/>
                </a:lnTo>
                <a:lnTo>
                  <a:pt x="283131" y="791110"/>
                </a:lnTo>
                <a:lnTo>
                  <a:pt x="282508" y="790992"/>
                </a:lnTo>
                <a:lnTo>
                  <a:pt x="282207" y="791474"/>
                </a:lnTo>
                <a:lnTo>
                  <a:pt x="281070" y="792123"/>
                </a:lnTo>
                <a:lnTo>
                  <a:pt x="281012" y="792486"/>
                </a:lnTo>
                <a:lnTo>
                  <a:pt x="281302" y="792566"/>
                </a:lnTo>
                <a:lnTo>
                  <a:pt x="280970" y="793246"/>
                </a:lnTo>
                <a:lnTo>
                  <a:pt x="280725" y="793604"/>
                </a:lnTo>
                <a:lnTo>
                  <a:pt x="280117" y="793710"/>
                </a:lnTo>
                <a:lnTo>
                  <a:pt x="280200" y="793921"/>
                </a:lnTo>
                <a:lnTo>
                  <a:pt x="279567" y="794677"/>
                </a:lnTo>
                <a:lnTo>
                  <a:pt x="279545" y="794997"/>
                </a:lnTo>
                <a:lnTo>
                  <a:pt x="279963" y="794974"/>
                </a:lnTo>
                <a:lnTo>
                  <a:pt x="280101" y="794788"/>
                </a:lnTo>
                <a:lnTo>
                  <a:pt x="279845" y="794605"/>
                </a:lnTo>
                <a:lnTo>
                  <a:pt x="280404" y="794564"/>
                </a:lnTo>
                <a:lnTo>
                  <a:pt x="280169" y="794821"/>
                </a:lnTo>
                <a:lnTo>
                  <a:pt x="280557" y="795006"/>
                </a:lnTo>
                <a:lnTo>
                  <a:pt x="279924" y="795357"/>
                </a:lnTo>
                <a:lnTo>
                  <a:pt x="280320" y="795473"/>
                </a:lnTo>
                <a:lnTo>
                  <a:pt x="280696" y="795145"/>
                </a:lnTo>
                <a:lnTo>
                  <a:pt x="281146" y="795461"/>
                </a:lnTo>
                <a:lnTo>
                  <a:pt x="281429" y="795008"/>
                </a:lnTo>
                <a:lnTo>
                  <a:pt x="281900" y="795216"/>
                </a:lnTo>
                <a:lnTo>
                  <a:pt x="282397" y="794343"/>
                </a:lnTo>
                <a:lnTo>
                  <a:pt x="282983" y="794325"/>
                </a:lnTo>
                <a:lnTo>
                  <a:pt x="283469" y="793206"/>
                </a:lnTo>
                <a:lnTo>
                  <a:pt x="283927" y="793368"/>
                </a:lnTo>
                <a:lnTo>
                  <a:pt x="283978" y="793691"/>
                </a:lnTo>
                <a:lnTo>
                  <a:pt x="284411" y="793545"/>
                </a:lnTo>
                <a:lnTo>
                  <a:pt x="284704" y="793815"/>
                </a:lnTo>
                <a:lnTo>
                  <a:pt x="285849" y="793359"/>
                </a:lnTo>
                <a:lnTo>
                  <a:pt x="287256" y="793940"/>
                </a:lnTo>
                <a:lnTo>
                  <a:pt x="288045" y="793551"/>
                </a:lnTo>
                <a:lnTo>
                  <a:pt x="288478" y="793679"/>
                </a:lnTo>
                <a:lnTo>
                  <a:pt x="289285" y="792738"/>
                </a:lnTo>
                <a:lnTo>
                  <a:pt x="289266" y="792159"/>
                </a:lnTo>
                <a:lnTo>
                  <a:pt x="289797" y="791542"/>
                </a:lnTo>
                <a:lnTo>
                  <a:pt x="290431" y="791399"/>
                </a:lnTo>
                <a:lnTo>
                  <a:pt x="290829" y="791687"/>
                </a:lnTo>
                <a:lnTo>
                  <a:pt x="291422" y="791643"/>
                </a:lnTo>
                <a:lnTo>
                  <a:pt x="291847" y="791110"/>
                </a:lnTo>
                <a:lnTo>
                  <a:pt x="292570" y="791358"/>
                </a:lnTo>
                <a:lnTo>
                  <a:pt x="292165" y="791038"/>
                </a:lnTo>
                <a:lnTo>
                  <a:pt x="293059" y="791312"/>
                </a:lnTo>
                <a:lnTo>
                  <a:pt x="293002" y="790872"/>
                </a:lnTo>
                <a:lnTo>
                  <a:pt x="293157" y="791122"/>
                </a:lnTo>
                <a:lnTo>
                  <a:pt x="294168" y="791281"/>
                </a:lnTo>
                <a:lnTo>
                  <a:pt x="294561" y="790577"/>
                </a:lnTo>
                <a:lnTo>
                  <a:pt x="296740" y="789558"/>
                </a:lnTo>
                <a:lnTo>
                  <a:pt x="298361" y="789639"/>
                </a:lnTo>
                <a:lnTo>
                  <a:pt x="299970" y="790484"/>
                </a:lnTo>
                <a:lnTo>
                  <a:pt x="302389" y="793322"/>
                </a:lnTo>
                <a:lnTo>
                  <a:pt x="302922" y="794171"/>
                </a:lnTo>
                <a:lnTo>
                  <a:pt x="304182" y="797728"/>
                </a:lnTo>
                <a:lnTo>
                  <a:pt x="304862" y="798586"/>
                </a:lnTo>
                <a:lnTo>
                  <a:pt x="308367" y="799438"/>
                </a:lnTo>
                <a:lnTo>
                  <a:pt x="309010" y="799836"/>
                </a:lnTo>
                <a:lnTo>
                  <a:pt x="308744" y="800159"/>
                </a:lnTo>
                <a:lnTo>
                  <a:pt x="308913" y="800349"/>
                </a:lnTo>
                <a:lnTo>
                  <a:pt x="309354" y="800151"/>
                </a:lnTo>
                <a:lnTo>
                  <a:pt x="309297" y="799825"/>
                </a:lnTo>
                <a:lnTo>
                  <a:pt x="310965" y="799880"/>
                </a:lnTo>
                <a:lnTo>
                  <a:pt x="311358" y="800200"/>
                </a:lnTo>
                <a:lnTo>
                  <a:pt x="311036" y="800293"/>
                </a:lnTo>
                <a:lnTo>
                  <a:pt x="311281" y="800661"/>
                </a:lnTo>
                <a:lnTo>
                  <a:pt x="311515" y="800564"/>
                </a:lnTo>
                <a:lnTo>
                  <a:pt x="311444" y="800822"/>
                </a:lnTo>
                <a:lnTo>
                  <a:pt x="312080" y="800432"/>
                </a:lnTo>
                <a:lnTo>
                  <a:pt x="312322" y="800587"/>
                </a:lnTo>
                <a:lnTo>
                  <a:pt x="311756" y="801273"/>
                </a:lnTo>
                <a:lnTo>
                  <a:pt x="311999" y="801451"/>
                </a:lnTo>
                <a:lnTo>
                  <a:pt x="312596" y="801011"/>
                </a:lnTo>
                <a:lnTo>
                  <a:pt x="312407" y="801416"/>
                </a:lnTo>
                <a:lnTo>
                  <a:pt x="313177" y="801174"/>
                </a:lnTo>
                <a:lnTo>
                  <a:pt x="314150" y="801432"/>
                </a:lnTo>
                <a:lnTo>
                  <a:pt x="315191" y="800873"/>
                </a:lnTo>
                <a:lnTo>
                  <a:pt x="316058" y="801147"/>
                </a:lnTo>
                <a:lnTo>
                  <a:pt x="317558" y="802190"/>
                </a:lnTo>
                <a:lnTo>
                  <a:pt x="318030" y="802873"/>
                </a:lnTo>
                <a:lnTo>
                  <a:pt x="318080" y="803569"/>
                </a:lnTo>
                <a:lnTo>
                  <a:pt x="317758" y="803431"/>
                </a:lnTo>
                <a:lnTo>
                  <a:pt x="317606" y="803676"/>
                </a:lnTo>
                <a:lnTo>
                  <a:pt x="317724" y="804594"/>
                </a:lnTo>
                <a:lnTo>
                  <a:pt x="318774" y="804631"/>
                </a:lnTo>
                <a:lnTo>
                  <a:pt x="318867" y="805028"/>
                </a:lnTo>
                <a:lnTo>
                  <a:pt x="319510" y="804893"/>
                </a:lnTo>
                <a:lnTo>
                  <a:pt x="319339" y="805555"/>
                </a:lnTo>
                <a:lnTo>
                  <a:pt x="320225" y="805931"/>
                </a:lnTo>
                <a:lnTo>
                  <a:pt x="320007" y="806890"/>
                </a:lnTo>
                <a:lnTo>
                  <a:pt x="321061" y="808743"/>
                </a:lnTo>
                <a:lnTo>
                  <a:pt x="321503" y="808913"/>
                </a:lnTo>
                <a:lnTo>
                  <a:pt x="322018" y="808709"/>
                </a:lnTo>
                <a:lnTo>
                  <a:pt x="322047" y="809045"/>
                </a:lnTo>
                <a:lnTo>
                  <a:pt x="322407" y="808801"/>
                </a:lnTo>
                <a:lnTo>
                  <a:pt x="322970" y="808971"/>
                </a:lnTo>
                <a:lnTo>
                  <a:pt x="323752" y="809726"/>
                </a:lnTo>
                <a:lnTo>
                  <a:pt x="323629" y="810087"/>
                </a:lnTo>
                <a:lnTo>
                  <a:pt x="324765" y="810077"/>
                </a:lnTo>
                <a:lnTo>
                  <a:pt x="324767" y="810317"/>
                </a:lnTo>
                <a:lnTo>
                  <a:pt x="325127" y="810304"/>
                </a:lnTo>
                <a:lnTo>
                  <a:pt x="324855" y="810556"/>
                </a:lnTo>
                <a:lnTo>
                  <a:pt x="324991" y="810827"/>
                </a:lnTo>
                <a:lnTo>
                  <a:pt x="324699" y="810682"/>
                </a:lnTo>
                <a:lnTo>
                  <a:pt x="324148" y="811179"/>
                </a:lnTo>
                <a:lnTo>
                  <a:pt x="324832" y="811672"/>
                </a:lnTo>
                <a:lnTo>
                  <a:pt x="326881" y="811704"/>
                </a:lnTo>
                <a:lnTo>
                  <a:pt x="327022" y="810847"/>
                </a:lnTo>
                <a:lnTo>
                  <a:pt x="327713" y="811098"/>
                </a:lnTo>
                <a:lnTo>
                  <a:pt x="328217" y="812087"/>
                </a:lnTo>
                <a:lnTo>
                  <a:pt x="327897" y="812705"/>
                </a:lnTo>
                <a:lnTo>
                  <a:pt x="328099" y="812993"/>
                </a:lnTo>
                <a:lnTo>
                  <a:pt x="328699" y="812694"/>
                </a:lnTo>
                <a:lnTo>
                  <a:pt x="328938" y="813270"/>
                </a:lnTo>
                <a:lnTo>
                  <a:pt x="328762" y="813482"/>
                </a:lnTo>
                <a:lnTo>
                  <a:pt x="329029" y="813484"/>
                </a:lnTo>
                <a:lnTo>
                  <a:pt x="328585" y="815065"/>
                </a:lnTo>
                <a:lnTo>
                  <a:pt x="329191" y="815187"/>
                </a:lnTo>
                <a:lnTo>
                  <a:pt x="329780" y="814942"/>
                </a:lnTo>
                <a:lnTo>
                  <a:pt x="329077" y="815428"/>
                </a:lnTo>
                <a:lnTo>
                  <a:pt x="329274" y="815801"/>
                </a:lnTo>
                <a:lnTo>
                  <a:pt x="330207" y="815849"/>
                </a:lnTo>
                <a:lnTo>
                  <a:pt x="330349" y="816493"/>
                </a:lnTo>
                <a:lnTo>
                  <a:pt x="331019" y="817004"/>
                </a:lnTo>
                <a:lnTo>
                  <a:pt x="331756" y="817001"/>
                </a:lnTo>
                <a:lnTo>
                  <a:pt x="333313" y="816090"/>
                </a:lnTo>
                <a:lnTo>
                  <a:pt x="334340" y="816434"/>
                </a:lnTo>
                <a:lnTo>
                  <a:pt x="335922" y="819209"/>
                </a:lnTo>
                <a:lnTo>
                  <a:pt x="335926" y="820645"/>
                </a:lnTo>
                <a:lnTo>
                  <a:pt x="334942" y="821314"/>
                </a:lnTo>
                <a:lnTo>
                  <a:pt x="335540" y="821643"/>
                </a:lnTo>
                <a:lnTo>
                  <a:pt x="336034" y="821762"/>
                </a:lnTo>
                <a:lnTo>
                  <a:pt x="336786" y="821225"/>
                </a:lnTo>
                <a:lnTo>
                  <a:pt x="336647" y="821718"/>
                </a:lnTo>
                <a:lnTo>
                  <a:pt x="337581" y="822236"/>
                </a:lnTo>
                <a:lnTo>
                  <a:pt x="338321" y="822164"/>
                </a:lnTo>
                <a:lnTo>
                  <a:pt x="337937" y="821879"/>
                </a:lnTo>
                <a:lnTo>
                  <a:pt x="338257" y="821659"/>
                </a:lnTo>
                <a:lnTo>
                  <a:pt x="338621" y="821640"/>
                </a:lnTo>
                <a:lnTo>
                  <a:pt x="338761" y="821896"/>
                </a:lnTo>
                <a:lnTo>
                  <a:pt x="339623" y="821781"/>
                </a:lnTo>
                <a:lnTo>
                  <a:pt x="339187" y="822128"/>
                </a:lnTo>
                <a:lnTo>
                  <a:pt x="339153" y="822486"/>
                </a:lnTo>
                <a:lnTo>
                  <a:pt x="339462" y="822594"/>
                </a:lnTo>
                <a:lnTo>
                  <a:pt x="339760" y="821932"/>
                </a:lnTo>
                <a:lnTo>
                  <a:pt x="341741" y="821494"/>
                </a:lnTo>
                <a:lnTo>
                  <a:pt x="340844" y="820374"/>
                </a:lnTo>
                <a:lnTo>
                  <a:pt x="342394" y="819300"/>
                </a:lnTo>
                <a:lnTo>
                  <a:pt x="342679" y="818133"/>
                </a:lnTo>
                <a:lnTo>
                  <a:pt x="344751" y="817467"/>
                </a:lnTo>
                <a:lnTo>
                  <a:pt x="345329" y="817751"/>
                </a:lnTo>
                <a:lnTo>
                  <a:pt x="346944" y="817628"/>
                </a:lnTo>
                <a:lnTo>
                  <a:pt x="349779" y="818456"/>
                </a:lnTo>
                <a:lnTo>
                  <a:pt x="351602" y="818425"/>
                </a:lnTo>
                <a:lnTo>
                  <a:pt x="352532" y="818917"/>
                </a:lnTo>
                <a:lnTo>
                  <a:pt x="352903" y="818569"/>
                </a:lnTo>
                <a:lnTo>
                  <a:pt x="353671" y="818735"/>
                </a:lnTo>
                <a:lnTo>
                  <a:pt x="354898" y="817783"/>
                </a:lnTo>
                <a:lnTo>
                  <a:pt x="355839" y="817486"/>
                </a:lnTo>
                <a:lnTo>
                  <a:pt x="358581" y="817488"/>
                </a:lnTo>
                <a:lnTo>
                  <a:pt x="360672" y="817955"/>
                </a:lnTo>
                <a:lnTo>
                  <a:pt x="361751" y="817450"/>
                </a:lnTo>
                <a:lnTo>
                  <a:pt x="362039" y="817577"/>
                </a:lnTo>
                <a:lnTo>
                  <a:pt x="362243" y="817122"/>
                </a:lnTo>
                <a:lnTo>
                  <a:pt x="364518" y="816695"/>
                </a:lnTo>
                <a:lnTo>
                  <a:pt x="364835" y="816772"/>
                </a:lnTo>
                <a:lnTo>
                  <a:pt x="364980" y="817235"/>
                </a:lnTo>
                <a:lnTo>
                  <a:pt x="366461" y="817172"/>
                </a:lnTo>
                <a:lnTo>
                  <a:pt x="368821" y="817819"/>
                </a:lnTo>
                <a:lnTo>
                  <a:pt x="369924" y="817150"/>
                </a:lnTo>
                <a:lnTo>
                  <a:pt x="370640" y="817403"/>
                </a:lnTo>
                <a:lnTo>
                  <a:pt x="370954" y="817207"/>
                </a:lnTo>
                <a:lnTo>
                  <a:pt x="371019" y="817538"/>
                </a:lnTo>
                <a:lnTo>
                  <a:pt x="371098" y="817298"/>
                </a:lnTo>
                <a:lnTo>
                  <a:pt x="371342" y="817493"/>
                </a:lnTo>
                <a:lnTo>
                  <a:pt x="372269" y="817137"/>
                </a:lnTo>
                <a:lnTo>
                  <a:pt x="374426" y="818369"/>
                </a:lnTo>
                <a:lnTo>
                  <a:pt x="375186" y="820133"/>
                </a:lnTo>
                <a:lnTo>
                  <a:pt x="377305" y="820435"/>
                </a:lnTo>
                <a:lnTo>
                  <a:pt x="380454" y="822643"/>
                </a:lnTo>
                <a:lnTo>
                  <a:pt x="382600" y="824820"/>
                </a:lnTo>
                <a:lnTo>
                  <a:pt x="382792" y="825339"/>
                </a:lnTo>
                <a:lnTo>
                  <a:pt x="383300" y="825546"/>
                </a:lnTo>
                <a:lnTo>
                  <a:pt x="383760" y="826327"/>
                </a:lnTo>
                <a:lnTo>
                  <a:pt x="384237" y="825878"/>
                </a:lnTo>
                <a:lnTo>
                  <a:pt x="385055" y="826144"/>
                </a:lnTo>
                <a:lnTo>
                  <a:pt x="385740" y="825996"/>
                </a:lnTo>
                <a:lnTo>
                  <a:pt x="385933" y="826754"/>
                </a:lnTo>
                <a:lnTo>
                  <a:pt x="386356" y="827134"/>
                </a:lnTo>
                <a:lnTo>
                  <a:pt x="387352" y="827197"/>
                </a:lnTo>
                <a:lnTo>
                  <a:pt x="387754" y="827598"/>
                </a:lnTo>
                <a:lnTo>
                  <a:pt x="387219" y="828287"/>
                </a:lnTo>
                <a:lnTo>
                  <a:pt x="388042" y="827735"/>
                </a:lnTo>
                <a:lnTo>
                  <a:pt x="388678" y="827746"/>
                </a:lnTo>
                <a:lnTo>
                  <a:pt x="389294" y="828365"/>
                </a:lnTo>
                <a:lnTo>
                  <a:pt x="390487" y="828714"/>
                </a:lnTo>
                <a:lnTo>
                  <a:pt x="390213" y="828978"/>
                </a:lnTo>
                <a:lnTo>
                  <a:pt x="390622" y="828943"/>
                </a:lnTo>
                <a:lnTo>
                  <a:pt x="390695" y="829247"/>
                </a:lnTo>
                <a:lnTo>
                  <a:pt x="392235" y="829133"/>
                </a:lnTo>
                <a:lnTo>
                  <a:pt x="392660" y="829442"/>
                </a:lnTo>
                <a:lnTo>
                  <a:pt x="393609" y="829182"/>
                </a:lnTo>
                <a:lnTo>
                  <a:pt x="393806" y="829390"/>
                </a:lnTo>
                <a:lnTo>
                  <a:pt x="394311" y="828908"/>
                </a:lnTo>
                <a:lnTo>
                  <a:pt x="395164" y="828874"/>
                </a:lnTo>
                <a:lnTo>
                  <a:pt x="394789" y="828361"/>
                </a:lnTo>
                <a:lnTo>
                  <a:pt x="395452" y="827962"/>
                </a:lnTo>
                <a:lnTo>
                  <a:pt x="395506" y="827451"/>
                </a:lnTo>
                <a:lnTo>
                  <a:pt x="397164" y="827504"/>
                </a:lnTo>
                <a:lnTo>
                  <a:pt x="397372" y="826731"/>
                </a:lnTo>
                <a:lnTo>
                  <a:pt x="397224" y="826068"/>
                </a:lnTo>
                <a:lnTo>
                  <a:pt x="397579" y="825488"/>
                </a:lnTo>
                <a:lnTo>
                  <a:pt x="401140" y="825398"/>
                </a:lnTo>
                <a:lnTo>
                  <a:pt x="401912" y="824902"/>
                </a:lnTo>
                <a:lnTo>
                  <a:pt x="401868" y="824290"/>
                </a:lnTo>
                <a:lnTo>
                  <a:pt x="402740" y="823730"/>
                </a:lnTo>
                <a:lnTo>
                  <a:pt x="402762" y="823020"/>
                </a:lnTo>
                <a:lnTo>
                  <a:pt x="402486" y="822746"/>
                </a:lnTo>
                <a:lnTo>
                  <a:pt x="401851" y="822735"/>
                </a:lnTo>
                <a:lnTo>
                  <a:pt x="401501" y="822329"/>
                </a:lnTo>
                <a:lnTo>
                  <a:pt x="400928" y="822396"/>
                </a:lnTo>
                <a:lnTo>
                  <a:pt x="400229" y="821219"/>
                </a:lnTo>
                <a:lnTo>
                  <a:pt x="399878" y="820202"/>
                </a:lnTo>
                <a:lnTo>
                  <a:pt x="400005" y="817864"/>
                </a:lnTo>
                <a:lnTo>
                  <a:pt x="401399" y="814496"/>
                </a:lnTo>
                <a:lnTo>
                  <a:pt x="404759" y="810436"/>
                </a:lnTo>
                <a:lnTo>
                  <a:pt x="407446" y="808199"/>
                </a:lnTo>
                <a:lnTo>
                  <a:pt x="410880" y="806014"/>
                </a:lnTo>
                <a:lnTo>
                  <a:pt x="418330" y="802292"/>
                </a:lnTo>
                <a:lnTo>
                  <a:pt x="422202" y="801131"/>
                </a:lnTo>
                <a:lnTo>
                  <a:pt x="425690" y="800746"/>
                </a:lnTo>
                <a:lnTo>
                  <a:pt x="426083" y="800503"/>
                </a:lnTo>
                <a:lnTo>
                  <a:pt x="428333" y="800660"/>
                </a:lnTo>
                <a:lnTo>
                  <a:pt x="429128" y="801086"/>
                </a:lnTo>
                <a:lnTo>
                  <a:pt x="429122" y="800513"/>
                </a:lnTo>
                <a:lnTo>
                  <a:pt x="428679" y="800085"/>
                </a:lnTo>
                <a:lnTo>
                  <a:pt x="428810" y="799464"/>
                </a:lnTo>
                <a:lnTo>
                  <a:pt x="428555" y="799321"/>
                </a:lnTo>
                <a:lnTo>
                  <a:pt x="428804" y="798906"/>
                </a:lnTo>
                <a:lnTo>
                  <a:pt x="428361" y="798608"/>
                </a:lnTo>
                <a:lnTo>
                  <a:pt x="428571" y="798319"/>
                </a:lnTo>
                <a:lnTo>
                  <a:pt x="428352" y="798233"/>
                </a:lnTo>
                <a:lnTo>
                  <a:pt x="428488" y="797385"/>
                </a:lnTo>
                <a:lnTo>
                  <a:pt x="428884" y="796883"/>
                </a:lnTo>
                <a:lnTo>
                  <a:pt x="428399" y="796542"/>
                </a:lnTo>
                <a:lnTo>
                  <a:pt x="428386" y="795437"/>
                </a:lnTo>
                <a:lnTo>
                  <a:pt x="429110" y="793942"/>
                </a:lnTo>
                <a:lnTo>
                  <a:pt x="430508" y="792265"/>
                </a:lnTo>
                <a:lnTo>
                  <a:pt x="433690" y="790007"/>
                </a:lnTo>
                <a:lnTo>
                  <a:pt x="436610" y="788512"/>
                </a:lnTo>
                <a:lnTo>
                  <a:pt x="437998" y="788206"/>
                </a:lnTo>
                <a:lnTo>
                  <a:pt x="443235" y="785166"/>
                </a:lnTo>
                <a:lnTo>
                  <a:pt x="444936" y="782197"/>
                </a:lnTo>
                <a:lnTo>
                  <a:pt x="446038" y="781236"/>
                </a:lnTo>
                <a:lnTo>
                  <a:pt x="452055" y="778033"/>
                </a:lnTo>
                <a:lnTo>
                  <a:pt x="453643" y="777669"/>
                </a:lnTo>
                <a:lnTo>
                  <a:pt x="453788" y="777243"/>
                </a:lnTo>
                <a:lnTo>
                  <a:pt x="454089" y="777434"/>
                </a:lnTo>
                <a:lnTo>
                  <a:pt x="454071" y="777103"/>
                </a:lnTo>
                <a:lnTo>
                  <a:pt x="455276" y="775873"/>
                </a:lnTo>
                <a:lnTo>
                  <a:pt x="455579" y="775355"/>
                </a:lnTo>
                <a:lnTo>
                  <a:pt x="455510" y="774862"/>
                </a:lnTo>
                <a:lnTo>
                  <a:pt x="456165" y="774160"/>
                </a:lnTo>
                <a:lnTo>
                  <a:pt x="456135" y="773546"/>
                </a:lnTo>
                <a:lnTo>
                  <a:pt x="457639" y="769760"/>
                </a:lnTo>
                <a:lnTo>
                  <a:pt x="460896" y="765672"/>
                </a:lnTo>
                <a:lnTo>
                  <a:pt x="465978" y="761845"/>
                </a:lnTo>
                <a:lnTo>
                  <a:pt x="469056" y="760088"/>
                </a:lnTo>
                <a:lnTo>
                  <a:pt x="473287" y="758400"/>
                </a:lnTo>
                <a:lnTo>
                  <a:pt x="474114" y="757732"/>
                </a:lnTo>
                <a:lnTo>
                  <a:pt x="476835" y="756766"/>
                </a:lnTo>
                <a:lnTo>
                  <a:pt x="478076" y="756652"/>
                </a:lnTo>
                <a:lnTo>
                  <a:pt x="478607" y="756145"/>
                </a:lnTo>
                <a:lnTo>
                  <a:pt x="479404" y="756141"/>
                </a:lnTo>
                <a:lnTo>
                  <a:pt x="479820" y="755738"/>
                </a:lnTo>
                <a:lnTo>
                  <a:pt x="481427" y="755460"/>
                </a:lnTo>
                <a:lnTo>
                  <a:pt x="481550" y="755180"/>
                </a:lnTo>
                <a:lnTo>
                  <a:pt x="482316" y="754989"/>
                </a:lnTo>
                <a:lnTo>
                  <a:pt x="482768" y="755153"/>
                </a:lnTo>
                <a:lnTo>
                  <a:pt x="482999" y="754828"/>
                </a:lnTo>
                <a:lnTo>
                  <a:pt x="484735" y="754407"/>
                </a:lnTo>
                <a:lnTo>
                  <a:pt x="486403" y="754306"/>
                </a:lnTo>
                <a:lnTo>
                  <a:pt x="487710" y="753682"/>
                </a:lnTo>
                <a:lnTo>
                  <a:pt x="493798" y="753084"/>
                </a:lnTo>
                <a:lnTo>
                  <a:pt x="497013" y="753344"/>
                </a:lnTo>
                <a:lnTo>
                  <a:pt x="497167" y="753148"/>
                </a:lnTo>
                <a:lnTo>
                  <a:pt x="497547" y="753508"/>
                </a:lnTo>
                <a:lnTo>
                  <a:pt x="498208" y="753619"/>
                </a:lnTo>
                <a:lnTo>
                  <a:pt x="499043" y="753432"/>
                </a:lnTo>
                <a:lnTo>
                  <a:pt x="499463" y="753040"/>
                </a:lnTo>
                <a:lnTo>
                  <a:pt x="500223" y="753068"/>
                </a:lnTo>
                <a:lnTo>
                  <a:pt x="503084" y="753671"/>
                </a:lnTo>
                <a:lnTo>
                  <a:pt x="503814" y="753420"/>
                </a:lnTo>
                <a:lnTo>
                  <a:pt x="504893" y="753787"/>
                </a:lnTo>
                <a:lnTo>
                  <a:pt x="505691" y="753426"/>
                </a:lnTo>
                <a:lnTo>
                  <a:pt x="505770" y="753039"/>
                </a:lnTo>
                <a:lnTo>
                  <a:pt x="506781" y="753891"/>
                </a:lnTo>
                <a:lnTo>
                  <a:pt x="509228" y="753901"/>
                </a:lnTo>
                <a:lnTo>
                  <a:pt x="512506" y="754817"/>
                </a:lnTo>
                <a:lnTo>
                  <a:pt x="513870" y="754691"/>
                </a:lnTo>
                <a:lnTo>
                  <a:pt x="515826" y="755175"/>
                </a:lnTo>
                <a:lnTo>
                  <a:pt x="516411" y="755713"/>
                </a:lnTo>
                <a:lnTo>
                  <a:pt x="519349" y="756067"/>
                </a:lnTo>
                <a:lnTo>
                  <a:pt x="520108" y="756618"/>
                </a:lnTo>
                <a:lnTo>
                  <a:pt x="522959" y="756209"/>
                </a:lnTo>
                <a:lnTo>
                  <a:pt x="524388" y="757051"/>
                </a:lnTo>
                <a:lnTo>
                  <a:pt x="524462" y="756481"/>
                </a:lnTo>
                <a:lnTo>
                  <a:pt x="525293" y="756263"/>
                </a:lnTo>
                <a:lnTo>
                  <a:pt x="525035" y="755642"/>
                </a:lnTo>
                <a:lnTo>
                  <a:pt x="525708" y="755087"/>
                </a:lnTo>
                <a:lnTo>
                  <a:pt x="527779" y="755255"/>
                </a:lnTo>
                <a:lnTo>
                  <a:pt x="527809" y="754885"/>
                </a:lnTo>
                <a:lnTo>
                  <a:pt x="527067" y="753937"/>
                </a:lnTo>
                <a:lnTo>
                  <a:pt x="528109" y="752384"/>
                </a:lnTo>
                <a:lnTo>
                  <a:pt x="527638" y="752088"/>
                </a:lnTo>
                <a:lnTo>
                  <a:pt x="528007" y="751825"/>
                </a:lnTo>
                <a:lnTo>
                  <a:pt x="527763" y="751291"/>
                </a:lnTo>
                <a:lnTo>
                  <a:pt x="527765" y="749847"/>
                </a:lnTo>
                <a:lnTo>
                  <a:pt x="527286" y="748917"/>
                </a:lnTo>
                <a:lnTo>
                  <a:pt x="527601" y="748297"/>
                </a:lnTo>
                <a:lnTo>
                  <a:pt x="527068" y="747584"/>
                </a:lnTo>
                <a:lnTo>
                  <a:pt x="525619" y="747125"/>
                </a:lnTo>
                <a:lnTo>
                  <a:pt x="524940" y="745214"/>
                </a:lnTo>
                <a:lnTo>
                  <a:pt x="524135" y="744431"/>
                </a:lnTo>
                <a:lnTo>
                  <a:pt x="524615" y="742933"/>
                </a:lnTo>
                <a:lnTo>
                  <a:pt x="525042" y="742360"/>
                </a:lnTo>
                <a:lnTo>
                  <a:pt x="530936" y="738096"/>
                </a:lnTo>
                <a:lnTo>
                  <a:pt x="537310" y="735968"/>
                </a:lnTo>
                <a:lnTo>
                  <a:pt x="548071" y="735505"/>
                </a:lnTo>
                <a:lnTo>
                  <a:pt x="548181" y="735781"/>
                </a:lnTo>
                <a:lnTo>
                  <a:pt x="548993" y="735924"/>
                </a:lnTo>
                <a:lnTo>
                  <a:pt x="550764" y="735868"/>
                </a:lnTo>
                <a:lnTo>
                  <a:pt x="554405" y="736562"/>
                </a:lnTo>
                <a:lnTo>
                  <a:pt x="555371" y="736230"/>
                </a:lnTo>
                <a:lnTo>
                  <a:pt x="564118" y="737377"/>
                </a:lnTo>
                <a:lnTo>
                  <a:pt x="566350" y="738048"/>
                </a:lnTo>
                <a:lnTo>
                  <a:pt x="569113" y="738484"/>
                </a:lnTo>
                <a:lnTo>
                  <a:pt x="576477" y="740822"/>
                </a:lnTo>
                <a:lnTo>
                  <a:pt x="580668" y="742526"/>
                </a:lnTo>
                <a:lnTo>
                  <a:pt x="581089" y="742890"/>
                </a:lnTo>
                <a:lnTo>
                  <a:pt x="581140" y="743386"/>
                </a:lnTo>
                <a:lnTo>
                  <a:pt x="581935" y="743413"/>
                </a:lnTo>
                <a:lnTo>
                  <a:pt x="582990" y="744454"/>
                </a:lnTo>
                <a:lnTo>
                  <a:pt x="583331" y="744224"/>
                </a:lnTo>
                <a:lnTo>
                  <a:pt x="583825" y="744692"/>
                </a:lnTo>
                <a:lnTo>
                  <a:pt x="584345" y="744760"/>
                </a:lnTo>
                <a:lnTo>
                  <a:pt x="584870" y="744378"/>
                </a:lnTo>
                <a:lnTo>
                  <a:pt x="585581" y="745066"/>
                </a:lnTo>
                <a:lnTo>
                  <a:pt x="587200" y="744896"/>
                </a:lnTo>
                <a:lnTo>
                  <a:pt x="587365" y="745337"/>
                </a:lnTo>
                <a:lnTo>
                  <a:pt x="587551" y="745184"/>
                </a:lnTo>
                <a:lnTo>
                  <a:pt x="588907" y="745610"/>
                </a:lnTo>
                <a:lnTo>
                  <a:pt x="591546" y="747014"/>
                </a:lnTo>
                <a:lnTo>
                  <a:pt x="592240" y="746813"/>
                </a:lnTo>
                <a:lnTo>
                  <a:pt x="594242" y="748114"/>
                </a:lnTo>
                <a:lnTo>
                  <a:pt x="594352" y="747911"/>
                </a:lnTo>
                <a:lnTo>
                  <a:pt x="595408" y="748053"/>
                </a:lnTo>
                <a:lnTo>
                  <a:pt x="595686" y="748479"/>
                </a:lnTo>
                <a:lnTo>
                  <a:pt x="597500" y="748221"/>
                </a:lnTo>
                <a:lnTo>
                  <a:pt x="597992" y="747471"/>
                </a:lnTo>
                <a:lnTo>
                  <a:pt x="598762" y="747298"/>
                </a:lnTo>
                <a:lnTo>
                  <a:pt x="598913" y="746915"/>
                </a:lnTo>
                <a:lnTo>
                  <a:pt x="600935" y="747632"/>
                </a:lnTo>
                <a:lnTo>
                  <a:pt x="601523" y="747276"/>
                </a:lnTo>
                <a:lnTo>
                  <a:pt x="601425" y="746615"/>
                </a:lnTo>
                <a:lnTo>
                  <a:pt x="601830" y="745961"/>
                </a:lnTo>
                <a:lnTo>
                  <a:pt x="602643" y="746068"/>
                </a:lnTo>
                <a:lnTo>
                  <a:pt x="604265" y="744541"/>
                </a:lnTo>
                <a:lnTo>
                  <a:pt x="605346" y="744588"/>
                </a:lnTo>
                <a:lnTo>
                  <a:pt x="605695" y="744847"/>
                </a:lnTo>
                <a:lnTo>
                  <a:pt x="606148" y="744707"/>
                </a:lnTo>
                <a:lnTo>
                  <a:pt x="606715" y="745235"/>
                </a:lnTo>
                <a:lnTo>
                  <a:pt x="607143" y="745182"/>
                </a:lnTo>
                <a:lnTo>
                  <a:pt x="608677" y="742875"/>
                </a:lnTo>
                <a:lnTo>
                  <a:pt x="609524" y="742352"/>
                </a:lnTo>
                <a:lnTo>
                  <a:pt x="610791" y="742688"/>
                </a:lnTo>
                <a:lnTo>
                  <a:pt x="611427" y="741707"/>
                </a:lnTo>
                <a:lnTo>
                  <a:pt x="613504" y="740906"/>
                </a:lnTo>
                <a:lnTo>
                  <a:pt x="613715" y="740412"/>
                </a:lnTo>
                <a:lnTo>
                  <a:pt x="613451" y="740360"/>
                </a:lnTo>
                <a:lnTo>
                  <a:pt x="613396" y="739931"/>
                </a:lnTo>
                <a:lnTo>
                  <a:pt x="613706" y="739852"/>
                </a:lnTo>
                <a:lnTo>
                  <a:pt x="613717" y="739446"/>
                </a:lnTo>
                <a:lnTo>
                  <a:pt x="614141" y="739017"/>
                </a:lnTo>
                <a:lnTo>
                  <a:pt x="614613" y="739143"/>
                </a:lnTo>
                <a:lnTo>
                  <a:pt x="615187" y="738807"/>
                </a:lnTo>
                <a:lnTo>
                  <a:pt x="616016" y="739553"/>
                </a:lnTo>
                <a:lnTo>
                  <a:pt x="616145" y="738773"/>
                </a:lnTo>
                <a:lnTo>
                  <a:pt x="615697" y="738035"/>
                </a:lnTo>
                <a:lnTo>
                  <a:pt x="615045" y="737723"/>
                </a:lnTo>
                <a:lnTo>
                  <a:pt x="614898" y="736725"/>
                </a:lnTo>
                <a:lnTo>
                  <a:pt x="616355" y="735368"/>
                </a:lnTo>
                <a:lnTo>
                  <a:pt x="619443" y="734306"/>
                </a:lnTo>
                <a:lnTo>
                  <a:pt x="619710" y="734457"/>
                </a:lnTo>
                <a:lnTo>
                  <a:pt x="623187" y="733949"/>
                </a:lnTo>
                <a:lnTo>
                  <a:pt x="624268" y="734246"/>
                </a:lnTo>
                <a:lnTo>
                  <a:pt x="625893" y="733970"/>
                </a:lnTo>
                <a:lnTo>
                  <a:pt x="628658" y="732638"/>
                </a:lnTo>
                <a:lnTo>
                  <a:pt x="629699" y="732904"/>
                </a:lnTo>
                <a:lnTo>
                  <a:pt x="630645" y="732115"/>
                </a:lnTo>
                <a:lnTo>
                  <a:pt x="632669" y="731913"/>
                </a:lnTo>
                <a:lnTo>
                  <a:pt x="635188" y="732792"/>
                </a:lnTo>
                <a:lnTo>
                  <a:pt x="637172" y="732607"/>
                </a:lnTo>
                <a:lnTo>
                  <a:pt x="638773" y="733286"/>
                </a:lnTo>
                <a:lnTo>
                  <a:pt x="639892" y="733025"/>
                </a:lnTo>
                <a:lnTo>
                  <a:pt x="640645" y="733553"/>
                </a:lnTo>
                <a:lnTo>
                  <a:pt x="644879" y="734816"/>
                </a:lnTo>
                <a:lnTo>
                  <a:pt x="647852" y="736156"/>
                </a:lnTo>
                <a:lnTo>
                  <a:pt x="648093" y="736002"/>
                </a:lnTo>
                <a:lnTo>
                  <a:pt x="648366" y="736404"/>
                </a:lnTo>
                <a:lnTo>
                  <a:pt x="649786" y="736344"/>
                </a:lnTo>
                <a:lnTo>
                  <a:pt x="652773" y="737458"/>
                </a:lnTo>
                <a:lnTo>
                  <a:pt x="653633" y="737228"/>
                </a:lnTo>
                <a:lnTo>
                  <a:pt x="654126" y="737633"/>
                </a:lnTo>
                <a:lnTo>
                  <a:pt x="655097" y="737637"/>
                </a:lnTo>
                <a:lnTo>
                  <a:pt x="656423" y="738337"/>
                </a:lnTo>
                <a:lnTo>
                  <a:pt x="657612" y="738121"/>
                </a:lnTo>
                <a:lnTo>
                  <a:pt x="658298" y="738774"/>
                </a:lnTo>
                <a:lnTo>
                  <a:pt x="660003" y="738547"/>
                </a:lnTo>
                <a:lnTo>
                  <a:pt x="660349" y="738754"/>
                </a:lnTo>
                <a:lnTo>
                  <a:pt x="661176" y="738344"/>
                </a:lnTo>
                <a:lnTo>
                  <a:pt x="662054" y="738822"/>
                </a:lnTo>
                <a:lnTo>
                  <a:pt x="662441" y="738352"/>
                </a:lnTo>
                <a:lnTo>
                  <a:pt x="663590" y="738835"/>
                </a:lnTo>
                <a:lnTo>
                  <a:pt x="663866" y="738454"/>
                </a:lnTo>
                <a:lnTo>
                  <a:pt x="664449" y="738519"/>
                </a:lnTo>
                <a:lnTo>
                  <a:pt x="664729" y="737539"/>
                </a:lnTo>
                <a:lnTo>
                  <a:pt x="665531" y="737037"/>
                </a:lnTo>
                <a:lnTo>
                  <a:pt x="667634" y="737041"/>
                </a:lnTo>
                <a:lnTo>
                  <a:pt x="668566" y="736513"/>
                </a:lnTo>
                <a:lnTo>
                  <a:pt x="669426" y="736720"/>
                </a:lnTo>
                <a:lnTo>
                  <a:pt x="673784" y="735866"/>
                </a:lnTo>
                <a:lnTo>
                  <a:pt x="674374" y="736249"/>
                </a:lnTo>
                <a:lnTo>
                  <a:pt x="674817" y="735843"/>
                </a:lnTo>
                <a:lnTo>
                  <a:pt x="675456" y="735911"/>
                </a:lnTo>
                <a:lnTo>
                  <a:pt x="675654" y="735462"/>
                </a:lnTo>
                <a:lnTo>
                  <a:pt x="676651" y="735680"/>
                </a:lnTo>
                <a:lnTo>
                  <a:pt x="677600" y="735004"/>
                </a:lnTo>
                <a:lnTo>
                  <a:pt x="679507" y="734851"/>
                </a:lnTo>
                <a:lnTo>
                  <a:pt x="680017" y="734445"/>
                </a:lnTo>
                <a:lnTo>
                  <a:pt x="680290" y="734610"/>
                </a:lnTo>
                <a:lnTo>
                  <a:pt x="682634" y="733484"/>
                </a:lnTo>
                <a:lnTo>
                  <a:pt x="683930" y="732147"/>
                </a:lnTo>
                <a:lnTo>
                  <a:pt x="685946" y="732111"/>
                </a:lnTo>
                <a:lnTo>
                  <a:pt x="686379" y="731346"/>
                </a:lnTo>
                <a:lnTo>
                  <a:pt x="687933" y="730258"/>
                </a:lnTo>
                <a:lnTo>
                  <a:pt x="687836" y="729266"/>
                </a:lnTo>
                <a:lnTo>
                  <a:pt x="688333" y="728364"/>
                </a:lnTo>
                <a:lnTo>
                  <a:pt x="688786" y="728590"/>
                </a:lnTo>
                <a:lnTo>
                  <a:pt x="690963" y="728565"/>
                </a:lnTo>
                <a:lnTo>
                  <a:pt x="692663" y="727437"/>
                </a:lnTo>
                <a:lnTo>
                  <a:pt x="691354" y="726763"/>
                </a:lnTo>
                <a:lnTo>
                  <a:pt x="691002" y="726286"/>
                </a:lnTo>
                <a:lnTo>
                  <a:pt x="691081" y="724897"/>
                </a:lnTo>
                <a:lnTo>
                  <a:pt x="691592" y="723734"/>
                </a:lnTo>
                <a:lnTo>
                  <a:pt x="693077" y="722200"/>
                </a:lnTo>
                <a:lnTo>
                  <a:pt x="694956" y="721181"/>
                </a:lnTo>
                <a:lnTo>
                  <a:pt x="695185" y="720791"/>
                </a:lnTo>
                <a:lnTo>
                  <a:pt x="696046" y="720985"/>
                </a:lnTo>
                <a:lnTo>
                  <a:pt x="696644" y="720206"/>
                </a:lnTo>
                <a:lnTo>
                  <a:pt x="697085" y="720488"/>
                </a:lnTo>
                <a:lnTo>
                  <a:pt x="697468" y="720253"/>
                </a:lnTo>
                <a:lnTo>
                  <a:pt x="697521" y="719803"/>
                </a:lnTo>
                <a:lnTo>
                  <a:pt x="697013" y="719964"/>
                </a:lnTo>
                <a:lnTo>
                  <a:pt x="696196" y="719466"/>
                </a:lnTo>
                <a:lnTo>
                  <a:pt x="695970" y="718940"/>
                </a:lnTo>
                <a:lnTo>
                  <a:pt x="692580" y="718361"/>
                </a:lnTo>
                <a:lnTo>
                  <a:pt x="692083" y="717114"/>
                </a:lnTo>
                <a:lnTo>
                  <a:pt x="692079" y="715058"/>
                </a:lnTo>
                <a:lnTo>
                  <a:pt x="692901" y="712561"/>
                </a:lnTo>
                <a:lnTo>
                  <a:pt x="694376" y="710414"/>
                </a:lnTo>
                <a:lnTo>
                  <a:pt x="698963" y="706425"/>
                </a:lnTo>
                <a:lnTo>
                  <a:pt x="703000" y="704277"/>
                </a:lnTo>
                <a:lnTo>
                  <a:pt x="707341" y="702877"/>
                </a:lnTo>
                <a:lnTo>
                  <a:pt x="713265" y="701807"/>
                </a:lnTo>
                <a:lnTo>
                  <a:pt x="715958" y="701576"/>
                </a:lnTo>
                <a:lnTo>
                  <a:pt x="717497" y="701675"/>
                </a:lnTo>
                <a:lnTo>
                  <a:pt x="718504" y="702217"/>
                </a:lnTo>
                <a:lnTo>
                  <a:pt x="719975" y="702330"/>
                </a:lnTo>
                <a:lnTo>
                  <a:pt x="720956" y="701117"/>
                </a:lnTo>
                <a:lnTo>
                  <a:pt x="721540" y="701353"/>
                </a:lnTo>
                <a:lnTo>
                  <a:pt x="723590" y="701226"/>
                </a:lnTo>
                <a:lnTo>
                  <a:pt x="724027" y="700895"/>
                </a:lnTo>
                <a:lnTo>
                  <a:pt x="726149" y="700388"/>
                </a:lnTo>
                <a:lnTo>
                  <a:pt x="726652" y="699976"/>
                </a:lnTo>
                <a:lnTo>
                  <a:pt x="727680" y="699835"/>
                </a:lnTo>
                <a:lnTo>
                  <a:pt x="728018" y="699329"/>
                </a:lnTo>
                <a:lnTo>
                  <a:pt x="728650" y="699785"/>
                </a:lnTo>
                <a:lnTo>
                  <a:pt x="728970" y="699051"/>
                </a:lnTo>
                <a:lnTo>
                  <a:pt x="729164" y="699225"/>
                </a:lnTo>
                <a:lnTo>
                  <a:pt x="729791" y="698899"/>
                </a:lnTo>
                <a:lnTo>
                  <a:pt x="730010" y="697990"/>
                </a:lnTo>
                <a:lnTo>
                  <a:pt x="730942" y="697768"/>
                </a:lnTo>
                <a:lnTo>
                  <a:pt x="731210" y="698065"/>
                </a:lnTo>
                <a:lnTo>
                  <a:pt x="730774" y="696783"/>
                </a:lnTo>
                <a:lnTo>
                  <a:pt x="729556" y="696480"/>
                </a:lnTo>
                <a:lnTo>
                  <a:pt x="729042" y="695671"/>
                </a:lnTo>
                <a:lnTo>
                  <a:pt x="729345" y="696361"/>
                </a:lnTo>
                <a:lnTo>
                  <a:pt x="729200" y="696843"/>
                </a:lnTo>
                <a:lnTo>
                  <a:pt x="729146" y="696526"/>
                </a:lnTo>
                <a:lnTo>
                  <a:pt x="728929" y="696769"/>
                </a:lnTo>
                <a:lnTo>
                  <a:pt x="728573" y="696411"/>
                </a:lnTo>
                <a:lnTo>
                  <a:pt x="728780" y="695881"/>
                </a:lnTo>
                <a:lnTo>
                  <a:pt x="727969" y="696537"/>
                </a:lnTo>
                <a:lnTo>
                  <a:pt x="727328" y="695501"/>
                </a:lnTo>
                <a:lnTo>
                  <a:pt x="726094" y="695127"/>
                </a:lnTo>
                <a:lnTo>
                  <a:pt x="725724" y="694736"/>
                </a:lnTo>
                <a:lnTo>
                  <a:pt x="725283" y="694772"/>
                </a:lnTo>
                <a:lnTo>
                  <a:pt x="724978" y="694228"/>
                </a:lnTo>
                <a:lnTo>
                  <a:pt x="723514" y="693795"/>
                </a:lnTo>
                <a:lnTo>
                  <a:pt x="723259" y="692321"/>
                </a:lnTo>
                <a:lnTo>
                  <a:pt x="723424" y="689345"/>
                </a:lnTo>
                <a:lnTo>
                  <a:pt x="725194" y="684798"/>
                </a:lnTo>
                <a:lnTo>
                  <a:pt x="726014" y="683448"/>
                </a:lnTo>
                <a:lnTo>
                  <a:pt x="729414" y="679443"/>
                </a:lnTo>
                <a:lnTo>
                  <a:pt x="730684" y="678338"/>
                </a:lnTo>
                <a:lnTo>
                  <a:pt x="737091" y="675122"/>
                </a:lnTo>
                <a:lnTo>
                  <a:pt x="741470" y="673507"/>
                </a:lnTo>
                <a:lnTo>
                  <a:pt x="748288" y="672086"/>
                </a:lnTo>
                <a:lnTo>
                  <a:pt x="754516" y="671704"/>
                </a:lnTo>
                <a:lnTo>
                  <a:pt x="757888" y="671847"/>
                </a:lnTo>
                <a:lnTo>
                  <a:pt x="759982" y="672317"/>
                </a:lnTo>
                <a:lnTo>
                  <a:pt x="761573" y="672215"/>
                </a:lnTo>
                <a:lnTo>
                  <a:pt x="763172" y="672973"/>
                </a:lnTo>
                <a:lnTo>
                  <a:pt x="763997" y="673168"/>
                </a:lnTo>
                <a:lnTo>
                  <a:pt x="764557" y="672998"/>
                </a:lnTo>
                <a:lnTo>
                  <a:pt x="765770" y="673562"/>
                </a:lnTo>
                <a:lnTo>
                  <a:pt x="766251" y="673270"/>
                </a:lnTo>
                <a:lnTo>
                  <a:pt x="766483" y="673395"/>
                </a:lnTo>
                <a:lnTo>
                  <a:pt x="766732" y="672573"/>
                </a:lnTo>
                <a:lnTo>
                  <a:pt x="767458" y="672199"/>
                </a:lnTo>
                <a:lnTo>
                  <a:pt x="767831" y="672234"/>
                </a:lnTo>
                <a:lnTo>
                  <a:pt x="768055" y="672774"/>
                </a:lnTo>
                <a:lnTo>
                  <a:pt x="769248" y="672370"/>
                </a:lnTo>
                <a:lnTo>
                  <a:pt x="770065" y="672726"/>
                </a:lnTo>
                <a:lnTo>
                  <a:pt x="772044" y="672782"/>
                </a:lnTo>
                <a:lnTo>
                  <a:pt x="772743" y="673151"/>
                </a:lnTo>
                <a:lnTo>
                  <a:pt x="773313" y="672478"/>
                </a:lnTo>
                <a:lnTo>
                  <a:pt x="774039" y="672997"/>
                </a:lnTo>
                <a:lnTo>
                  <a:pt x="774340" y="672584"/>
                </a:lnTo>
                <a:lnTo>
                  <a:pt x="774218" y="672302"/>
                </a:lnTo>
                <a:lnTo>
                  <a:pt x="775382" y="672900"/>
                </a:lnTo>
                <a:lnTo>
                  <a:pt x="776249" y="672381"/>
                </a:lnTo>
                <a:lnTo>
                  <a:pt x="776524" y="672468"/>
                </a:lnTo>
                <a:lnTo>
                  <a:pt x="776716" y="672108"/>
                </a:lnTo>
                <a:lnTo>
                  <a:pt x="776970" y="672428"/>
                </a:lnTo>
                <a:lnTo>
                  <a:pt x="778431" y="671156"/>
                </a:lnTo>
                <a:lnTo>
                  <a:pt x="779495" y="670802"/>
                </a:lnTo>
                <a:lnTo>
                  <a:pt x="780006" y="671258"/>
                </a:lnTo>
                <a:lnTo>
                  <a:pt x="780528" y="670833"/>
                </a:lnTo>
                <a:lnTo>
                  <a:pt x="782229" y="671424"/>
                </a:lnTo>
                <a:lnTo>
                  <a:pt x="782953" y="670176"/>
                </a:lnTo>
                <a:lnTo>
                  <a:pt x="784104" y="669769"/>
                </a:lnTo>
                <a:lnTo>
                  <a:pt x="784465" y="669128"/>
                </a:lnTo>
                <a:lnTo>
                  <a:pt x="784424" y="668560"/>
                </a:lnTo>
                <a:lnTo>
                  <a:pt x="785969" y="668215"/>
                </a:lnTo>
                <a:lnTo>
                  <a:pt x="786594" y="666882"/>
                </a:lnTo>
                <a:lnTo>
                  <a:pt x="787466" y="666765"/>
                </a:lnTo>
                <a:lnTo>
                  <a:pt x="788038" y="666211"/>
                </a:lnTo>
                <a:lnTo>
                  <a:pt x="788599" y="666180"/>
                </a:lnTo>
                <a:lnTo>
                  <a:pt x="788959" y="665612"/>
                </a:lnTo>
                <a:lnTo>
                  <a:pt x="791053" y="664914"/>
                </a:lnTo>
                <a:lnTo>
                  <a:pt x="791454" y="664096"/>
                </a:lnTo>
                <a:lnTo>
                  <a:pt x="792325" y="663284"/>
                </a:lnTo>
                <a:lnTo>
                  <a:pt x="792215" y="662214"/>
                </a:lnTo>
                <a:lnTo>
                  <a:pt x="792849" y="662419"/>
                </a:lnTo>
                <a:lnTo>
                  <a:pt x="793516" y="662072"/>
                </a:lnTo>
                <a:lnTo>
                  <a:pt x="793648" y="661014"/>
                </a:lnTo>
                <a:lnTo>
                  <a:pt x="794143" y="661229"/>
                </a:lnTo>
                <a:lnTo>
                  <a:pt x="794708" y="660703"/>
                </a:lnTo>
                <a:lnTo>
                  <a:pt x="797351" y="660574"/>
                </a:lnTo>
                <a:lnTo>
                  <a:pt x="811681" y="663002"/>
                </a:lnTo>
                <a:lnTo>
                  <a:pt x="820304" y="665383"/>
                </a:lnTo>
                <a:lnTo>
                  <a:pt x="826581" y="667678"/>
                </a:lnTo>
                <a:lnTo>
                  <a:pt x="826826" y="668229"/>
                </a:lnTo>
                <a:lnTo>
                  <a:pt x="827123" y="667950"/>
                </a:lnTo>
                <a:lnTo>
                  <a:pt x="826778" y="667546"/>
                </a:lnTo>
                <a:lnTo>
                  <a:pt x="826808" y="667142"/>
                </a:lnTo>
                <a:lnTo>
                  <a:pt x="827338" y="666430"/>
                </a:lnTo>
                <a:lnTo>
                  <a:pt x="828004" y="666205"/>
                </a:lnTo>
                <a:lnTo>
                  <a:pt x="831767" y="666947"/>
                </a:lnTo>
                <a:lnTo>
                  <a:pt x="833334" y="667902"/>
                </a:lnTo>
                <a:lnTo>
                  <a:pt x="838532" y="669979"/>
                </a:lnTo>
                <a:lnTo>
                  <a:pt x="842896" y="670813"/>
                </a:lnTo>
                <a:lnTo>
                  <a:pt x="846089" y="671698"/>
                </a:lnTo>
                <a:lnTo>
                  <a:pt x="846182" y="671936"/>
                </a:lnTo>
                <a:lnTo>
                  <a:pt x="846688" y="671866"/>
                </a:lnTo>
                <a:lnTo>
                  <a:pt x="853448" y="674207"/>
                </a:lnTo>
                <a:lnTo>
                  <a:pt x="856909" y="675863"/>
                </a:lnTo>
                <a:lnTo>
                  <a:pt x="857591" y="676439"/>
                </a:lnTo>
                <a:lnTo>
                  <a:pt x="857971" y="677494"/>
                </a:lnTo>
                <a:lnTo>
                  <a:pt x="858294" y="676995"/>
                </a:lnTo>
                <a:lnTo>
                  <a:pt x="859585" y="677159"/>
                </a:lnTo>
                <a:lnTo>
                  <a:pt x="860219" y="678082"/>
                </a:lnTo>
                <a:lnTo>
                  <a:pt x="860740" y="678005"/>
                </a:lnTo>
                <a:lnTo>
                  <a:pt x="861121" y="678659"/>
                </a:lnTo>
                <a:lnTo>
                  <a:pt x="860354" y="677059"/>
                </a:lnTo>
                <a:lnTo>
                  <a:pt x="860934" y="675740"/>
                </a:lnTo>
                <a:lnTo>
                  <a:pt x="862597" y="674835"/>
                </a:lnTo>
                <a:lnTo>
                  <a:pt x="865650" y="674423"/>
                </a:lnTo>
                <a:lnTo>
                  <a:pt x="867252" y="674722"/>
                </a:lnTo>
                <a:lnTo>
                  <a:pt x="867406" y="674988"/>
                </a:lnTo>
                <a:lnTo>
                  <a:pt x="869345" y="675160"/>
                </a:lnTo>
                <a:lnTo>
                  <a:pt x="869816" y="675453"/>
                </a:lnTo>
                <a:lnTo>
                  <a:pt x="869656" y="675820"/>
                </a:lnTo>
                <a:lnTo>
                  <a:pt x="869918" y="675582"/>
                </a:lnTo>
                <a:lnTo>
                  <a:pt x="870174" y="675835"/>
                </a:lnTo>
                <a:lnTo>
                  <a:pt x="870350" y="675533"/>
                </a:lnTo>
                <a:lnTo>
                  <a:pt x="870856" y="675773"/>
                </a:lnTo>
                <a:lnTo>
                  <a:pt x="871055" y="676702"/>
                </a:lnTo>
                <a:lnTo>
                  <a:pt x="872040" y="676715"/>
                </a:lnTo>
                <a:lnTo>
                  <a:pt x="872138" y="676478"/>
                </a:lnTo>
                <a:lnTo>
                  <a:pt x="872313" y="676758"/>
                </a:lnTo>
                <a:lnTo>
                  <a:pt x="873150" y="676957"/>
                </a:lnTo>
                <a:lnTo>
                  <a:pt x="873371" y="676455"/>
                </a:lnTo>
                <a:lnTo>
                  <a:pt x="874455" y="676226"/>
                </a:lnTo>
                <a:lnTo>
                  <a:pt x="874633" y="676713"/>
                </a:lnTo>
                <a:lnTo>
                  <a:pt x="875026" y="676389"/>
                </a:lnTo>
                <a:lnTo>
                  <a:pt x="875402" y="676603"/>
                </a:lnTo>
                <a:lnTo>
                  <a:pt x="875570" y="676367"/>
                </a:lnTo>
                <a:lnTo>
                  <a:pt x="876199" y="676351"/>
                </a:lnTo>
                <a:lnTo>
                  <a:pt x="876437" y="676579"/>
                </a:lnTo>
                <a:lnTo>
                  <a:pt x="876665" y="676305"/>
                </a:lnTo>
                <a:lnTo>
                  <a:pt x="878041" y="677110"/>
                </a:lnTo>
                <a:lnTo>
                  <a:pt x="878039" y="676472"/>
                </a:lnTo>
                <a:lnTo>
                  <a:pt x="878618" y="676485"/>
                </a:lnTo>
                <a:lnTo>
                  <a:pt x="879498" y="676004"/>
                </a:lnTo>
                <a:lnTo>
                  <a:pt x="879896" y="676281"/>
                </a:lnTo>
                <a:lnTo>
                  <a:pt x="880301" y="675633"/>
                </a:lnTo>
                <a:lnTo>
                  <a:pt x="880717" y="676119"/>
                </a:lnTo>
                <a:lnTo>
                  <a:pt x="880989" y="675943"/>
                </a:lnTo>
                <a:lnTo>
                  <a:pt x="881728" y="676261"/>
                </a:lnTo>
                <a:lnTo>
                  <a:pt x="882614" y="675895"/>
                </a:lnTo>
                <a:lnTo>
                  <a:pt x="883086" y="675861"/>
                </a:lnTo>
                <a:lnTo>
                  <a:pt x="883426" y="676220"/>
                </a:lnTo>
                <a:lnTo>
                  <a:pt x="883606" y="675960"/>
                </a:lnTo>
                <a:lnTo>
                  <a:pt x="885024" y="675883"/>
                </a:lnTo>
                <a:lnTo>
                  <a:pt x="885275" y="676397"/>
                </a:lnTo>
                <a:lnTo>
                  <a:pt x="885552" y="676298"/>
                </a:lnTo>
                <a:lnTo>
                  <a:pt x="886220" y="677087"/>
                </a:lnTo>
                <a:lnTo>
                  <a:pt x="886476" y="676860"/>
                </a:lnTo>
                <a:lnTo>
                  <a:pt x="886586" y="677157"/>
                </a:lnTo>
                <a:lnTo>
                  <a:pt x="886769" y="676740"/>
                </a:lnTo>
                <a:lnTo>
                  <a:pt x="887213" y="676962"/>
                </a:lnTo>
                <a:lnTo>
                  <a:pt x="887654" y="676586"/>
                </a:lnTo>
                <a:lnTo>
                  <a:pt x="888199" y="676546"/>
                </a:lnTo>
                <a:lnTo>
                  <a:pt x="888548" y="676821"/>
                </a:lnTo>
                <a:lnTo>
                  <a:pt x="889192" y="676499"/>
                </a:lnTo>
                <a:lnTo>
                  <a:pt x="889461" y="676769"/>
                </a:lnTo>
                <a:lnTo>
                  <a:pt x="889710" y="676432"/>
                </a:lnTo>
                <a:lnTo>
                  <a:pt x="890354" y="676273"/>
                </a:lnTo>
                <a:lnTo>
                  <a:pt x="890430" y="676596"/>
                </a:lnTo>
                <a:lnTo>
                  <a:pt x="890855" y="676255"/>
                </a:lnTo>
                <a:lnTo>
                  <a:pt x="891142" y="676938"/>
                </a:lnTo>
                <a:lnTo>
                  <a:pt x="891759" y="677168"/>
                </a:lnTo>
                <a:lnTo>
                  <a:pt x="892061" y="676707"/>
                </a:lnTo>
                <a:lnTo>
                  <a:pt x="892503" y="676976"/>
                </a:lnTo>
                <a:lnTo>
                  <a:pt x="892870" y="676637"/>
                </a:lnTo>
                <a:lnTo>
                  <a:pt x="893938" y="676772"/>
                </a:lnTo>
                <a:lnTo>
                  <a:pt x="894314" y="676539"/>
                </a:lnTo>
                <a:lnTo>
                  <a:pt x="894767" y="676917"/>
                </a:lnTo>
                <a:lnTo>
                  <a:pt x="895972" y="676593"/>
                </a:lnTo>
                <a:lnTo>
                  <a:pt x="896192" y="677179"/>
                </a:lnTo>
                <a:lnTo>
                  <a:pt x="896575" y="676876"/>
                </a:lnTo>
                <a:lnTo>
                  <a:pt x="896945" y="677075"/>
                </a:lnTo>
                <a:lnTo>
                  <a:pt x="897524" y="676935"/>
                </a:lnTo>
                <a:lnTo>
                  <a:pt x="898471" y="677842"/>
                </a:lnTo>
                <a:lnTo>
                  <a:pt x="898792" y="677347"/>
                </a:lnTo>
                <a:lnTo>
                  <a:pt x="899108" y="677566"/>
                </a:lnTo>
                <a:lnTo>
                  <a:pt x="899058" y="677284"/>
                </a:lnTo>
                <a:lnTo>
                  <a:pt x="899572" y="677127"/>
                </a:lnTo>
                <a:lnTo>
                  <a:pt x="899705" y="677387"/>
                </a:lnTo>
                <a:lnTo>
                  <a:pt x="900056" y="677009"/>
                </a:lnTo>
                <a:lnTo>
                  <a:pt x="900798" y="677469"/>
                </a:lnTo>
                <a:lnTo>
                  <a:pt x="901756" y="677470"/>
                </a:lnTo>
                <a:lnTo>
                  <a:pt x="903049" y="678414"/>
                </a:lnTo>
                <a:lnTo>
                  <a:pt x="903397" y="677898"/>
                </a:lnTo>
                <a:lnTo>
                  <a:pt x="903977" y="678465"/>
                </a:lnTo>
                <a:lnTo>
                  <a:pt x="905264" y="677960"/>
                </a:lnTo>
                <a:lnTo>
                  <a:pt x="905432" y="678334"/>
                </a:lnTo>
                <a:lnTo>
                  <a:pt x="905808" y="678182"/>
                </a:lnTo>
                <a:lnTo>
                  <a:pt x="906435" y="678539"/>
                </a:lnTo>
                <a:lnTo>
                  <a:pt x="906279" y="678997"/>
                </a:lnTo>
                <a:lnTo>
                  <a:pt x="906820" y="678752"/>
                </a:lnTo>
                <a:lnTo>
                  <a:pt x="906893" y="679199"/>
                </a:lnTo>
                <a:lnTo>
                  <a:pt x="907340" y="679423"/>
                </a:lnTo>
                <a:lnTo>
                  <a:pt x="908689" y="679146"/>
                </a:lnTo>
                <a:lnTo>
                  <a:pt x="908837" y="679459"/>
                </a:lnTo>
                <a:lnTo>
                  <a:pt x="909870" y="679771"/>
                </a:lnTo>
                <a:lnTo>
                  <a:pt x="910802" y="679351"/>
                </a:lnTo>
                <a:lnTo>
                  <a:pt x="910999" y="679780"/>
                </a:lnTo>
                <a:lnTo>
                  <a:pt x="912860" y="679696"/>
                </a:lnTo>
                <a:lnTo>
                  <a:pt x="913121" y="680047"/>
                </a:lnTo>
                <a:lnTo>
                  <a:pt x="914323" y="679983"/>
                </a:lnTo>
                <a:lnTo>
                  <a:pt x="915495" y="679285"/>
                </a:lnTo>
                <a:lnTo>
                  <a:pt x="916654" y="679878"/>
                </a:lnTo>
                <a:lnTo>
                  <a:pt x="917870" y="679499"/>
                </a:lnTo>
                <a:lnTo>
                  <a:pt x="918555" y="679769"/>
                </a:lnTo>
                <a:lnTo>
                  <a:pt x="919191" y="679487"/>
                </a:lnTo>
                <a:lnTo>
                  <a:pt x="919366" y="679842"/>
                </a:lnTo>
                <a:lnTo>
                  <a:pt x="920071" y="679964"/>
                </a:lnTo>
                <a:lnTo>
                  <a:pt x="920135" y="680257"/>
                </a:lnTo>
                <a:lnTo>
                  <a:pt x="920932" y="680296"/>
                </a:lnTo>
                <a:lnTo>
                  <a:pt x="921302" y="680616"/>
                </a:lnTo>
                <a:lnTo>
                  <a:pt x="922347" y="680413"/>
                </a:lnTo>
                <a:lnTo>
                  <a:pt x="923234" y="679588"/>
                </a:lnTo>
                <a:lnTo>
                  <a:pt x="925230" y="679724"/>
                </a:lnTo>
                <a:lnTo>
                  <a:pt x="925997" y="680376"/>
                </a:lnTo>
                <a:lnTo>
                  <a:pt x="926098" y="680753"/>
                </a:lnTo>
                <a:lnTo>
                  <a:pt x="925685" y="680894"/>
                </a:lnTo>
                <a:lnTo>
                  <a:pt x="925794" y="681053"/>
                </a:lnTo>
                <a:lnTo>
                  <a:pt x="926466" y="680913"/>
                </a:lnTo>
                <a:lnTo>
                  <a:pt x="926456" y="680357"/>
                </a:lnTo>
                <a:lnTo>
                  <a:pt x="929041" y="681515"/>
                </a:lnTo>
                <a:lnTo>
                  <a:pt x="929168" y="681171"/>
                </a:lnTo>
                <a:lnTo>
                  <a:pt x="929872" y="681090"/>
                </a:lnTo>
                <a:lnTo>
                  <a:pt x="929927" y="680680"/>
                </a:lnTo>
                <a:lnTo>
                  <a:pt x="929187" y="680539"/>
                </a:lnTo>
                <a:lnTo>
                  <a:pt x="927501" y="679480"/>
                </a:lnTo>
                <a:lnTo>
                  <a:pt x="925197" y="679454"/>
                </a:lnTo>
                <a:lnTo>
                  <a:pt x="924035" y="679014"/>
                </a:lnTo>
                <a:lnTo>
                  <a:pt x="923384" y="676718"/>
                </a:lnTo>
                <a:lnTo>
                  <a:pt x="923376" y="675317"/>
                </a:lnTo>
                <a:lnTo>
                  <a:pt x="924161" y="673079"/>
                </a:lnTo>
                <a:lnTo>
                  <a:pt x="924875" y="671908"/>
                </a:lnTo>
                <a:lnTo>
                  <a:pt x="924431" y="671804"/>
                </a:lnTo>
                <a:lnTo>
                  <a:pt x="924430" y="670843"/>
                </a:lnTo>
                <a:lnTo>
                  <a:pt x="924900" y="670492"/>
                </a:lnTo>
                <a:lnTo>
                  <a:pt x="924491" y="670492"/>
                </a:lnTo>
                <a:lnTo>
                  <a:pt x="924355" y="670099"/>
                </a:lnTo>
                <a:lnTo>
                  <a:pt x="925393" y="667948"/>
                </a:lnTo>
                <a:lnTo>
                  <a:pt x="927308" y="665984"/>
                </a:lnTo>
                <a:lnTo>
                  <a:pt x="929810" y="663982"/>
                </a:lnTo>
                <a:lnTo>
                  <a:pt x="932799" y="662352"/>
                </a:lnTo>
                <a:lnTo>
                  <a:pt x="936156" y="661219"/>
                </a:lnTo>
                <a:lnTo>
                  <a:pt x="938758" y="660917"/>
                </a:lnTo>
                <a:lnTo>
                  <a:pt x="939031" y="660648"/>
                </a:lnTo>
                <a:lnTo>
                  <a:pt x="940090" y="660946"/>
                </a:lnTo>
                <a:lnTo>
                  <a:pt x="941200" y="660650"/>
                </a:lnTo>
                <a:lnTo>
                  <a:pt x="941552" y="661008"/>
                </a:lnTo>
                <a:lnTo>
                  <a:pt x="941901" y="660702"/>
                </a:lnTo>
                <a:lnTo>
                  <a:pt x="942426" y="660835"/>
                </a:lnTo>
                <a:lnTo>
                  <a:pt x="942672" y="661209"/>
                </a:lnTo>
                <a:lnTo>
                  <a:pt x="942626" y="660941"/>
                </a:lnTo>
                <a:lnTo>
                  <a:pt x="943250" y="660337"/>
                </a:lnTo>
                <a:lnTo>
                  <a:pt x="945047" y="660365"/>
                </a:lnTo>
                <a:lnTo>
                  <a:pt x="945658" y="660629"/>
                </a:lnTo>
                <a:lnTo>
                  <a:pt x="945767" y="660404"/>
                </a:lnTo>
                <a:lnTo>
                  <a:pt x="946775" y="660522"/>
                </a:lnTo>
                <a:lnTo>
                  <a:pt x="948231" y="660246"/>
                </a:lnTo>
                <a:lnTo>
                  <a:pt x="948628" y="659940"/>
                </a:lnTo>
                <a:lnTo>
                  <a:pt x="949013" y="658756"/>
                </a:lnTo>
                <a:lnTo>
                  <a:pt x="949499" y="658235"/>
                </a:lnTo>
                <a:lnTo>
                  <a:pt x="950035" y="658484"/>
                </a:lnTo>
                <a:lnTo>
                  <a:pt x="951154" y="658135"/>
                </a:lnTo>
                <a:lnTo>
                  <a:pt x="951505" y="657433"/>
                </a:lnTo>
                <a:lnTo>
                  <a:pt x="952715" y="656915"/>
                </a:lnTo>
                <a:lnTo>
                  <a:pt x="955677" y="656710"/>
                </a:lnTo>
                <a:lnTo>
                  <a:pt x="956205" y="657279"/>
                </a:lnTo>
                <a:lnTo>
                  <a:pt x="958311" y="656980"/>
                </a:lnTo>
                <a:lnTo>
                  <a:pt x="959501" y="656364"/>
                </a:lnTo>
                <a:lnTo>
                  <a:pt x="961290" y="656525"/>
                </a:lnTo>
                <a:lnTo>
                  <a:pt x="962347" y="656166"/>
                </a:lnTo>
                <a:lnTo>
                  <a:pt x="962578" y="656517"/>
                </a:lnTo>
                <a:lnTo>
                  <a:pt x="964456" y="656608"/>
                </a:lnTo>
                <a:lnTo>
                  <a:pt x="965311" y="656926"/>
                </a:lnTo>
                <a:lnTo>
                  <a:pt x="966672" y="656348"/>
                </a:lnTo>
                <a:lnTo>
                  <a:pt x="967126" y="656454"/>
                </a:lnTo>
                <a:lnTo>
                  <a:pt x="967195" y="655814"/>
                </a:lnTo>
                <a:lnTo>
                  <a:pt x="966863" y="655547"/>
                </a:lnTo>
                <a:lnTo>
                  <a:pt x="967189" y="654954"/>
                </a:lnTo>
                <a:lnTo>
                  <a:pt x="966704" y="653269"/>
                </a:lnTo>
                <a:lnTo>
                  <a:pt x="966936" y="653007"/>
                </a:lnTo>
                <a:lnTo>
                  <a:pt x="966137" y="651546"/>
                </a:lnTo>
                <a:lnTo>
                  <a:pt x="965629" y="651635"/>
                </a:lnTo>
                <a:lnTo>
                  <a:pt x="965128" y="651033"/>
                </a:lnTo>
                <a:lnTo>
                  <a:pt x="965203" y="648741"/>
                </a:lnTo>
                <a:lnTo>
                  <a:pt x="965746" y="648202"/>
                </a:lnTo>
                <a:lnTo>
                  <a:pt x="965496" y="647720"/>
                </a:lnTo>
                <a:lnTo>
                  <a:pt x="966080" y="647446"/>
                </a:lnTo>
                <a:lnTo>
                  <a:pt x="965968" y="647027"/>
                </a:lnTo>
                <a:lnTo>
                  <a:pt x="966491" y="647186"/>
                </a:lnTo>
                <a:lnTo>
                  <a:pt x="966731" y="646958"/>
                </a:lnTo>
                <a:lnTo>
                  <a:pt x="966603" y="646357"/>
                </a:lnTo>
                <a:lnTo>
                  <a:pt x="965970" y="645731"/>
                </a:lnTo>
                <a:lnTo>
                  <a:pt x="966487" y="645372"/>
                </a:lnTo>
                <a:lnTo>
                  <a:pt x="966412" y="644896"/>
                </a:lnTo>
                <a:lnTo>
                  <a:pt x="965547" y="643597"/>
                </a:lnTo>
                <a:lnTo>
                  <a:pt x="965941" y="642973"/>
                </a:lnTo>
                <a:lnTo>
                  <a:pt x="967927" y="642944"/>
                </a:lnTo>
                <a:lnTo>
                  <a:pt x="968642" y="642434"/>
                </a:lnTo>
                <a:lnTo>
                  <a:pt x="968773" y="642038"/>
                </a:lnTo>
                <a:lnTo>
                  <a:pt x="968355" y="641824"/>
                </a:lnTo>
                <a:lnTo>
                  <a:pt x="968652" y="641539"/>
                </a:lnTo>
                <a:lnTo>
                  <a:pt x="967503" y="640918"/>
                </a:lnTo>
                <a:lnTo>
                  <a:pt x="967432" y="640557"/>
                </a:lnTo>
                <a:lnTo>
                  <a:pt x="967159" y="640495"/>
                </a:lnTo>
                <a:lnTo>
                  <a:pt x="967349" y="640072"/>
                </a:lnTo>
                <a:lnTo>
                  <a:pt x="967126" y="639745"/>
                </a:lnTo>
                <a:lnTo>
                  <a:pt x="967804" y="639733"/>
                </a:lnTo>
                <a:lnTo>
                  <a:pt x="968477" y="638612"/>
                </a:lnTo>
                <a:lnTo>
                  <a:pt x="968811" y="638775"/>
                </a:lnTo>
                <a:lnTo>
                  <a:pt x="970189" y="638190"/>
                </a:lnTo>
                <a:lnTo>
                  <a:pt x="970598" y="638338"/>
                </a:lnTo>
                <a:lnTo>
                  <a:pt x="970882" y="637962"/>
                </a:lnTo>
                <a:lnTo>
                  <a:pt x="972796" y="638060"/>
                </a:lnTo>
                <a:lnTo>
                  <a:pt x="973611" y="637094"/>
                </a:lnTo>
                <a:lnTo>
                  <a:pt x="974587" y="635002"/>
                </a:lnTo>
                <a:lnTo>
                  <a:pt x="975595" y="634887"/>
                </a:lnTo>
                <a:lnTo>
                  <a:pt x="976024" y="634254"/>
                </a:lnTo>
                <a:lnTo>
                  <a:pt x="962775" y="630328"/>
                </a:lnTo>
                <a:lnTo>
                  <a:pt x="960821" y="628372"/>
                </a:lnTo>
                <a:lnTo>
                  <a:pt x="953465" y="627638"/>
                </a:lnTo>
                <a:lnTo>
                  <a:pt x="952174" y="621439"/>
                </a:lnTo>
                <a:lnTo>
                  <a:pt x="952704" y="620877"/>
                </a:lnTo>
                <a:lnTo>
                  <a:pt x="946548" y="618751"/>
                </a:lnTo>
                <a:lnTo>
                  <a:pt x="946407" y="619418"/>
                </a:lnTo>
                <a:lnTo>
                  <a:pt x="941637" y="620555"/>
                </a:lnTo>
                <a:lnTo>
                  <a:pt x="941823" y="623608"/>
                </a:lnTo>
                <a:lnTo>
                  <a:pt x="938471" y="623613"/>
                </a:lnTo>
                <a:lnTo>
                  <a:pt x="936260" y="622812"/>
                </a:lnTo>
                <a:lnTo>
                  <a:pt x="932030" y="622040"/>
                </a:lnTo>
                <a:lnTo>
                  <a:pt x="930316" y="621211"/>
                </a:lnTo>
                <a:lnTo>
                  <a:pt x="926810" y="620843"/>
                </a:lnTo>
                <a:lnTo>
                  <a:pt x="932368" y="614938"/>
                </a:lnTo>
                <a:lnTo>
                  <a:pt x="933899" y="606484"/>
                </a:lnTo>
                <a:lnTo>
                  <a:pt x="939554" y="606510"/>
                </a:lnTo>
                <a:lnTo>
                  <a:pt x="950062" y="603017"/>
                </a:lnTo>
                <a:lnTo>
                  <a:pt x="950113" y="599870"/>
                </a:lnTo>
                <a:lnTo>
                  <a:pt x="952319" y="597949"/>
                </a:lnTo>
                <a:lnTo>
                  <a:pt x="952460" y="593870"/>
                </a:lnTo>
                <a:lnTo>
                  <a:pt x="957170" y="597891"/>
                </a:lnTo>
                <a:lnTo>
                  <a:pt x="964017" y="597218"/>
                </a:lnTo>
                <a:lnTo>
                  <a:pt x="970674" y="597813"/>
                </a:lnTo>
                <a:lnTo>
                  <a:pt x="971373" y="588923"/>
                </a:lnTo>
                <a:lnTo>
                  <a:pt x="962545" y="582403"/>
                </a:lnTo>
                <a:lnTo>
                  <a:pt x="962031" y="578235"/>
                </a:lnTo>
                <a:lnTo>
                  <a:pt x="958744" y="578805"/>
                </a:lnTo>
                <a:lnTo>
                  <a:pt x="959339" y="570232"/>
                </a:lnTo>
                <a:lnTo>
                  <a:pt x="960286" y="565631"/>
                </a:lnTo>
                <a:lnTo>
                  <a:pt x="959938" y="564309"/>
                </a:lnTo>
                <a:lnTo>
                  <a:pt x="955868" y="562282"/>
                </a:lnTo>
                <a:lnTo>
                  <a:pt x="955933" y="562092"/>
                </a:lnTo>
                <a:lnTo>
                  <a:pt x="945532" y="557954"/>
                </a:lnTo>
                <a:lnTo>
                  <a:pt x="942545" y="554292"/>
                </a:lnTo>
                <a:lnTo>
                  <a:pt x="938064" y="555206"/>
                </a:lnTo>
                <a:lnTo>
                  <a:pt x="930955" y="554064"/>
                </a:lnTo>
                <a:lnTo>
                  <a:pt x="926173" y="554796"/>
                </a:lnTo>
                <a:lnTo>
                  <a:pt x="923036" y="554757"/>
                </a:lnTo>
                <a:lnTo>
                  <a:pt x="920004" y="553967"/>
                </a:lnTo>
                <a:lnTo>
                  <a:pt x="921499" y="557878"/>
                </a:lnTo>
                <a:lnTo>
                  <a:pt x="914061" y="547399"/>
                </a:lnTo>
                <a:lnTo>
                  <a:pt x="910690" y="544018"/>
                </a:lnTo>
                <a:lnTo>
                  <a:pt x="894382" y="543647"/>
                </a:lnTo>
                <a:lnTo>
                  <a:pt x="884679" y="543994"/>
                </a:lnTo>
                <a:lnTo>
                  <a:pt x="881188" y="546531"/>
                </a:lnTo>
                <a:lnTo>
                  <a:pt x="873744" y="546480"/>
                </a:lnTo>
                <a:lnTo>
                  <a:pt x="852707" y="552156"/>
                </a:lnTo>
                <a:lnTo>
                  <a:pt x="835945" y="550396"/>
                </a:lnTo>
                <a:lnTo>
                  <a:pt x="827005" y="550611"/>
                </a:lnTo>
                <a:lnTo>
                  <a:pt x="828609" y="549793"/>
                </a:lnTo>
                <a:lnTo>
                  <a:pt x="820753" y="545921"/>
                </a:lnTo>
                <a:lnTo>
                  <a:pt x="821162" y="532438"/>
                </a:lnTo>
                <a:lnTo>
                  <a:pt x="826638" y="532815"/>
                </a:lnTo>
                <a:lnTo>
                  <a:pt x="826687" y="529534"/>
                </a:lnTo>
                <a:lnTo>
                  <a:pt x="829302" y="529180"/>
                </a:lnTo>
                <a:lnTo>
                  <a:pt x="837138" y="512518"/>
                </a:lnTo>
                <a:lnTo>
                  <a:pt x="843009" y="506125"/>
                </a:lnTo>
                <a:lnTo>
                  <a:pt x="845341" y="497478"/>
                </a:lnTo>
                <a:lnTo>
                  <a:pt x="855344" y="484347"/>
                </a:lnTo>
                <a:lnTo>
                  <a:pt x="855702" y="478997"/>
                </a:lnTo>
                <a:lnTo>
                  <a:pt x="851837" y="474575"/>
                </a:lnTo>
                <a:lnTo>
                  <a:pt x="852001" y="472932"/>
                </a:lnTo>
                <a:lnTo>
                  <a:pt x="857442" y="469139"/>
                </a:lnTo>
                <a:lnTo>
                  <a:pt x="854064" y="460917"/>
                </a:lnTo>
                <a:lnTo>
                  <a:pt x="862818" y="450986"/>
                </a:lnTo>
                <a:lnTo>
                  <a:pt x="863380" y="446133"/>
                </a:lnTo>
                <a:lnTo>
                  <a:pt x="877975" y="446184"/>
                </a:lnTo>
                <a:lnTo>
                  <a:pt x="880918" y="443173"/>
                </a:lnTo>
                <a:lnTo>
                  <a:pt x="876459" y="432003"/>
                </a:lnTo>
                <a:lnTo>
                  <a:pt x="886087" y="425759"/>
                </a:lnTo>
                <a:lnTo>
                  <a:pt x="892240" y="425848"/>
                </a:lnTo>
                <a:lnTo>
                  <a:pt x="894464" y="429247"/>
                </a:lnTo>
                <a:lnTo>
                  <a:pt x="902421" y="429810"/>
                </a:lnTo>
                <a:lnTo>
                  <a:pt x="911278" y="433741"/>
                </a:lnTo>
                <a:lnTo>
                  <a:pt x="923138" y="436631"/>
                </a:lnTo>
                <a:lnTo>
                  <a:pt x="926156" y="424897"/>
                </a:lnTo>
                <a:lnTo>
                  <a:pt x="918713" y="424995"/>
                </a:lnTo>
                <a:lnTo>
                  <a:pt x="918981" y="418452"/>
                </a:lnTo>
                <a:lnTo>
                  <a:pt x="915621" y="413552"/>
                </a:lnTo>
                <a:lnTo>
                  <a:pt x="905363" y="407492"/>
                </a:lnTo>
                <a:lnTo>
                  <a:pt x="910465" y="403712"/>
                </a:lnTo>
                <a:lnTo>
                  <a:pt x="911383" y="396057"/>
                </a:lnTo>
                <a:lnTo>
                  <a:pt x="908217" y="384571"/>
                </a:lnTo>
                <a:lnTo>
                  <a:pt x="901104" y="377381"/>
                </a:lnTo>
                <a:lnTo>
                  <a:pt x="901539" y="368256"/>
                </a:lnTo>
                <a:lnTo>
                  <a:pt x="897288" y="360610"/>
                </a:lnTo>
                <a:lnTo>
                  <a:pt x="905439" y="355916"/>
                </a:lnTo>
                <a:lnTo>
                  <a:pt x="907885" y="356571"/>
                </a:lnTo>
                <a:lnTo>
                  <a:pt x="911132" y="354980"/>
                </a:lnTo>
                <a:lnTo>
                  <a:pt x="915247" y="346428"/>
                </a:lnTo>
                <a:lnTo>
                  <a:pt x="917888" y="348941"/>
                </a:lnTo>
                <a:lnTo>
                  <a:pt x="927730" y="353612"/>
                </a:lnTo>
                <a:lnTo>
                  <a:pt x="930094" y="347324"/>
                </a:lnTo>
                <a:lnTo>
                  <a:pt x="934002" y="341026"/>
                </a:lnTo>
                <a:lnTo>
                  <a:pt x="946103" y="342021"/>
                </a:lnTo>
                <a:lnTo>
                  <a:pt x="951273" y="343262"/>
                </a:lnTo>
                <a:lnTo>
                  <a:pt x="957163" y="344268"/>
                </a:lnTo>
                <a:lnTo>
                  <a:pt x="969055" y="344890"/>
                </a:lnTo>
                <a:lnTo>
                  <a:pt x="971189" y="342005"/>
                </a:lnTo>
                <a:lnTo>
                  <a:pt x="967700" y="337211"/>
                </a:lnTo>
                <a:lnTo>
                  <a:pt x="966390" y="336097"/>
                </a:lnTo>
                <a:lnTo>
                  <a:pt x="969854" y="324593"/>
                </a:lnTo>
                <a:lnTo>
                  <a:pt x="973415" y="323782"/>
                </a:lnTo>
                <a:lnTo>
                  <a:pt x="975964" y="321051"/>
                </a:lnTo>
                <a:lnTo>
                  <a:pt x="978866" y="319006"/>
                </a:lnTo>
                <a:lnTo>
                  <a:pt x="982269" y="317519"/>
                </a:lnTo>
                <a:lnTo>
                  <a:pt x="985369" y="313332"/>
                </a:lnTo>
                <a:lnTo>
                  <a:pt x="990508" y="316245"/>
                </a:lnTo>
                <a:lnTo>
                  <a:pt x="999160" y="325459"/>
                </a:lnTo>
                <a:lnTo>
                  <a:pt x="1001330" y="326691"/>
                </a:lnTo>
                <a:lnTo>
                  <a:pt x="1005849" y="327820"/>
                </a:lnTo>
                <a:lnTo>
                  <a:pt x="1010495" y="323716"/>
                </a:lnTo>
                <a:lnTo>
                  <a:pt x="1012831" y="323431"/>
                </a:lnTo>
                <a:lnTo>
                  <a:pt x="1015692" y="320485"/>
                </a:lnTo>
                <a:lnTo>
                  <a:pt x="1017014" y="318589"/>
                </a:lnTo>
                <a:lnTo>
                  <a:pt x="1020835" y="317042"/>
                </a:lnTo>
                <a:lnTo>
                  <a:pt x="1020796" y="316657"/>
                </a:lnTo>
                <a:lnTo>
                  <a:pt x="1021019" y="316933"/>
                </a:lnTo>
                <a:lnTo>
                  <a:pt x="1028274" y="316105"/>
                </a:lnTo>
                <a:lnTo>
                  <a:pt x="1030469" y="313901"/>
                </a:lnTo>
                <a:lnTo>
                  <a:pt x="1029493" y="309373"/>
                </a:lnTo>
                <a:lnTo>
                  <a:pt x="1034556" y="309751"/>
                </a:lnTo>
                <a:lnTo>
                  <a:pt x="1037639" y="310463"/>
                </a:lnTo>
                <a:lnTo>
                  <a:pt x="1039576" y="310497"/>
                </a:lnTo>
                <a:lnTo>
                  <a:pt x="1041656" y="308009"/>
                </a:lnTo>
                <a:lnTo>
                  <a:pt x="1039920" y="307608"/>
                </a:lnTo>
                <a:lnTo>
                  <a:pt x="1042413" y="305018"/>
                </a:lnTo>
                <a:lnTo>
                  <a:pt x="1044491" y="304399"/>
                </a:lnTo>
                <a:lnTo>
                  <a:pt x="1045333" y="302720"/>
                </a:lnTo>
                <a:lnTo>
                  <a:pt x="1045324" y="297906"/>
                </a:lnTo>
                <a:lnTo>
                  <a:pt x="1041140" y="295317"/>
                </a:lnTo>
                <a:lnTo>
                  <a:pt x="1039219" y="300360"/>
                </a:lnTo>
                <a:lnTo>
                  <a:pt x="1039223" y="295483"/>
                </a:lnTo>
                <a:lnTo>
                  <a:pt x="1040034" y="292573"/>
                </a:lnTo>
                <a:lnTo>
                  <a:pt x="1040291" y="292145"/>
                </a:lnTo>
                <a:lnTo>
                  <a:pt x="1041612" y="292601"/>
                </a:lnTo>
                <a:lnTo>
                  <a:pt x="1041498" y="291003"/>
                </a:lnTo>
                <a:lnTo>
                  <a:pt x="1043359" y="289918"/>
                </a:lnTo>
                <a:lnTo>
                  <a:pt x="1045229" y="290733"/>
                </a:lnTo>
                <a:lnTo>
                  <a:pt x="1046250" y="289050"/>
                </a:lnTo>
                <a:lnTo>
                  <a:pt x="1044227" y="287123"/>
                </a:lnTo>
                <a:lnTo>
                  <a:pt x="1046227" y="281498"/>
                </a:lnTo>
                <a:lnTo>
                  <a:pt x="1051690" y="283073"/>
                </a:lnTo>
                <a:lnTo>
                  <a:pt x="1051752" y="281668"/>
                </a:lnTo>
                <a:lnTo>
                  <a:pt x="1054119" y="281612"/>
                </a:lnTo>
                <a:lnTo>
                  <a:pt x="1053860" y="280836"/>
                </a:lnTo>
                <a:lnTo>
                  <a:pt x="1054827" y="280200"/>
                </a:lnTo>
                <a:lnTo>
                  <a:pt x="1053088" y="278504"/>
                </a:lnTo>
                <a:lnTo>
                  <a:pt x="1059508" y="270839"/>
                </a:lnTo>
                <a:lnTo>
                  <a:pt x="1056750" y="268177"/>
                </a:lnTo>
                <a:lnTo>
                  <a:pt x="1055835" y="268343"/>
                </a:lnTo>
                <a:lnTo>
                  <a:pt x="1053922" y="266637"/>
                </a:lnTo>
                <a:lnTo>
                  <a:pt x="1054431" y="265332"/>
                </a:lnTo>
                <a:lnTo>
                  <a:pt x="1055417" y="264708"/>
                </a:lnTo>
                <a:lnTo>
                  <a:pt x="1050051" y="260685"/>
                </a:lnTo>
                <a:lnTo>
                  <a:pt x="1047189" y="259623"/>
                </a:lnTo>
                <a:lnTo>
                  <a:pt x="1047220" y="260735"/>
                </a:lnTo>
                <a:lnTo>
                  <a:pt x="1045891" y="261257"/>
                </a:lnTo>
                <a:lnTo>
                  <a:pt x="1040474" y="261521"/>
                </a:lnTo>
                <a:lnTo>
                  <a:pt x="1040375" y="257703"/>
                </a:lnTo>
                <a:lnTo>
                  <a:pt x="1040953" y="257576"/>
                </a:lnTo>
                <a:lnTo>
                  <a:pt x="1043454" y="250156"/>
                </a:lnTo>
                <a:lnTo>
                  <a:pt x="1048292" y="251636"/>
                </a:lnTo>
                <a:lnTo>
                  <a:pt x="1048547" y="245459"/>
                </a:lnTo>
                <a:lnTo>
                  <a:pt x="1049351" y="245586"/>
                </a:lnTo>
                <a:lnTo>
                  <a:pt x="1052608" y="244876"/>
                </a:lnTo>
                <a:lnTo>
                  <a:pt x="1053254" y="243713"/>
                </a:lnTo>
                <a:lnTo>
                  <a:pt x="1048471" y="240855"/>
                </a:lnTo>
                <a:lnTo>
                  <a:pt x="1048169" y="239007"/>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28365" y="4174243"/>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709635" y="3741408"/>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SA colour: 2022 sales totals. Grey: demand unassessed.</a:t>
            </a:r>
          </a:p>
        </p:txBody>
      </p:sp>
      <p:sp>
        <p:nvSpPr>
          <p:cNvPr id="33" name="TextBox 32"/>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1971507" y="3320784"/>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5100349" y="3881635"/>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cxnSp>
        <p:nvCxnSpPr>
          <p:cNvPr id="81" name="Connector 80"/>
          <p:cNvCxnSpPr/>
          <p:nvPr/>
        </p:nvCxnSpPr>
        <p:spPr>
          <a:xfrm>
            <a:off x="457200" y="6025896"/>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896112"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road / inland link</a:t>
            </a:r>
          </a:p>
        </p:txBody>
      </p:sp>
      <p:cxnSp>
        <p:nvCxnSpPr>
          <p:cNvPr id="83" name="Connector 82"/>
          <p:cNvCxnSpPr/>
          <p:nvPr/>
        </p:nvCxnSpPr>
        <p:spPr>
          <a:xfrm>
            <a:off x="3703320" y="6025896"/>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4142231"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Matola: N4 corridor</a:t>
            </a:r>
          </a:p>
        </p:txBody>
      </p:sp>
      <p:cxnSp>
        <p:nvCxnSpPr>
          <p:cNvPr id="85" name="Connector 84"/>
          <p:cNvCxnSpPr/>
          <p:nvPr/>
        </p:nvCxnSpPr>
        <p:spPr>
          <a:xfrm>
            <a:off x="457200" y="6272783"/>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896112"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NMPP schematic</a:t>
            </a:r>
          </a:p>
        </p:txBody>
      </p:sp>
      <p:cxnSp>
        <p:nvCxnSpPr>
          <p:cNvPr id="87" name="Connector 86"/>
          <p:cNvCxnSpPr/>
          <p:nvPr/>
        </p:nvCxnSpPr>
        <p:spPr>
          <a:xfrm>
            <a:off x="3703320" y="6272783"/>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4142231"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 Trans-Kalahari</a:t>
            </a:r>
          </a:p>
        </p:txBody>
      </p:sp>
      <p:sp>
        <p:nvSpPr>
          <p:cNvPr id="89" name="TextBox 88"/>
          <p:cNvSpPr txBox="1"/>
          <p:nvPr/>
        </p:nvSpPr>
        <p:spPr>
          <a:xfrm>
            <a:off x="457200" y="6391656"/>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LAEA/WGS84. SA: DMPR sales; storage: NAMCOR / Galp (6 Oct 2026). Squares: ports/storage; diamonds: Vopak. Access unverified.</a:t>
            </a:r>
          </a:p>
        </p:txBody>
      </p:sp>
      <p:cxnSp>
        <p:nvCxnSpPr>
          <p:cNvPr id="97" name="Connector 9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01" name="TextBox 10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02" name="TextBox 10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03" name="TextBox 10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04" name="TextBox 10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05" name="TextBox 10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06" name="TextBox 10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07" name="Connector 10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09" name="TextBox 10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F615148F-F91D-4A0C-A3CA-CB6B50E07EF1}"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06CC1123-FB9D-4C3C-A63F-5EF15E514EDB}"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