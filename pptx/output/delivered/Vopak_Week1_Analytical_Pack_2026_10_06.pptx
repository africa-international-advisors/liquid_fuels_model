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 id="274" r:id="rId29"/>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9.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11.xml"/><Relationship Id="rId17" Type="http://schemas.openxmlformats.org/officeDocument/2006/relationships/slide" Target="slides/slide3.xml"/><Relationship Id="rId18" Type="http://schemas.openxmlformats.org/officeDocument/2006/relationships/slide" Target="slides/slide16.xml"/><Relationship Id="rId19" Type="http://schemas.openxmlformats.org/officeDocument/2006/relationships/slide" Target="slides/slide6.xml"/><Relationship Id="rId20" Type="http://schemas.openxmlformats.org/officeDocument/2006/relationships/slide" Target="slides/slide12.xml"/><Relationship Id="rId21" Type="http://schemas.openxmlformats.org/officeDocument/2006/relationships/slide" Target="slides/slide14.xml"/><Relationship Id="rId22" Type="http://schemas.openxmlformats.org/officeDocument/2006/relationships/slide" Target="slides/slide2.xml"/><Relationship Id="rId23" Type="http://schemas.openxmlformats.org/officeDocument/2006/relationships/slide" Target="slides/slide5.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10.xml"/><Relationship Id="rId27" Type="http://schemas.openxmlformats.org/officeDocument/2006/relationships/slide" Target="slides/slide13.xml"/><Relationship Id="rId28" Type="http://schemas.openxmlformats.org/officeDocument/2006/relationships/slide" Target="slides/slide15.xml"/><Relationship Id="rId29"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Sheet1!$A$2:$A$3</c:f>
              <c:strCache>
                <c:ptCount val="2"/>
                <c:pt idx="0">
                  <c:v>2024</c:v>
                </c:pt>
                <c:pt idx="1">
                  <c:v>2025</c:v>
                </c:pt>
              </c:strCache>
            </c:strRef>
          </c:cat>
          <c:val>
            <c:numRef>
              <c:f>Sheet1!$B$2:$B$3</c:f>
              <c:numCache>
                <c:formatCode>General</c:formatCode>
                <c:ptCount val="2"/>
                <c:pt idx="0">
                  <c:v>100.0</c:v>
                </c:pt>
                <c:pt idx="1">
                  <c:v>99.6601340276261</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Sheet1!$A$2:$A$3</c:f>
              <c:strCache>
                <c:ptCount val="2"/>
                <c:pt idx="0">
                  <c:v>2024</c:v>
                </c:pt>
                <c:pt idx="1">
                  <c:v>2025</c:v>
                </c:pt>
              </c:strCache>
            </c:strRef>
          </c:cat>
          <c:val>
            <c:numRef>
              <c:f>Sheet1!$C$2:$C$3</c:f>
              <c:numCache>
                <c:formatCode>General</c:formatCode>
                <c:ptCount val="2"/>
                <c:pt idx="0">
                  <c:v>100.0</c:v>
                </c:pt>
                <c:pt idx="1">
                  <c:v>104.67697284518958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106.91402153970294</c:v>
                </c:pt>
                <c:pt idx="1">
                  <c:v>93.93975777561383</c:v>
                </c:pt>
                <c:pt idx="2">
                  <c:v>100.3352911803161</c:v>
                </c:pt>
                <c:pt idx="3">
                  <c:v>99.98853103058075</c:v>
                </c:pt>
                <c:pt idx="4">
                  <c:v>100.35228851065968</c:v>
                </c:pt>
                <c:pt idx="5">
                  <c:v>100.0</c:v>
                </c:pt>
                <c:pt idx="6">
                  <c:v>98.82154406890575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Mining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108.27503338847391</c:v>
                </c:pt>
                <c:pt idx="1">
                  <c:v>95.05621825451448</c:v>
                </c:pt>
                <c:pt idx="2">
                  <c:v>107.07378897120171</c:v>
                </c:pt>
                <c:pt idx="3">
                  <c:v>99.671954100789</c:v>
                </c:pt>
                <c:pt idx="4">
                  <c:v>99.56264424261717</c:v>
                </c:pt>
                <c:pt idx="5">
                  <c:v>100.00000000000001</c:v>
                </c:pt>
                <c:pt idx="6">
                  <c:v>100.16529192011501</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Petrol retail</c:v>
                </c:pt>
              </c:strCache>
            </c:strRef>
          </c:tx>
          <c:spPr>
            <a:solidFill>
              <a:srgbClr val="0A2373"/>
            </a:solidFill>
            <a:ln w="22860">
              <a:solidFill>
                <a:srgbClr val="0A2373"/>
              </a:solidFill>
            </a:ln>
          </c:spPr>
          <c:marker>
            <c:symbol val="none"/>
          </c:marker>
          <c:cat>
            <c:strRef>
              <c:f>Sheet1!$A$2:$A$6</c:f>
              <c:strCache>
                <c:ptCount val="5"/>
                <c:pt idx="0">
                  <c:v>2019</c:v>
                </c:pt>
                <c:pt idx="1">
                  <c:v>2020</c:v>
                </c:pt>
                <c:pt idx="2">
                  <c:v>2021</c:v>
                </c:pt>
                <c:pt idx="3">
                  <c:v>2022</c:v>
                </c:pt>
                <c:pt idx="4">
                  <c:v>2023</c:v>
                </c:pt>
              </c:strCache>
            </c:strRef>
          </c:cat>
          <c:val>
            <c:numRef>
              <c:f>Sheet1!$B$2:$B$6</c:f>
              <c:numCache>
                <c:formatCode>General</c:formatCode>
                <c:ptCount val="5"/>
                <c:pt idx="0">
                  <c:v>15.735</c:v>
                </c:pt>
                <c:pt idx="1">
                  <c:v>14.749166666666667</c:v>
                </c:pt>
                <c:pt idx="2">
                  <c:v>17.56</c:v>
                </c:pt>
                <c:pt idx="3">
                  <c:v>22.795833333333334</c:v>
                </c:pt>
                <c:pt idx="4">
                  <c:v>23.135833333333334</c:v>
                </c:pt>
              </c:numCache>
            </c:numRef>
          </c:val>
          <c:smooth val="0"/>
        </c:ser>
        <c:ser>
          <c:idx val="1"/>
          <c:order val="1"/>
          <c:tx>
            <c:strRef>
              <c:f>Sheet1!$C$1</c:f>
              <c:strCache>
                <c:ptCount val="1"/>
                <c:pt idx="0">
                  <c:v>Diesel wholesale</c:v>
                </c:pt>
              </c:strCache>
            </c:strRef>
          </c:tx>
          <c:spPr>
            <a:solidFill>
              <a:srgbClr val="546CA2"/>
            </a:solidFill>
            <a:ln w="22860">
              <a:solidFill>
                <a:srgbClr val="546CA2"/>
              </a:solidFill>
            </a:ln>
          </c:spPr>
          <c:marker>
            <c:symbol val="none"/>
          </c:marker>
          <c:cat>
            <c:strRef>
              <c:f>Sheet1!$A$2:$A$6</c:f>
              <c:strCache>
                <c:ptCount val="5"/>
                <c:pt idx="0">
                  <c:v>2019</c:v>
                </c:pt>
                <c:pt idx="1">
                  <c:v>2020</c:v>
                </c:pt>
                <c:pt idx="2">
                  <c:v>2021</c:v>
                </c:pt>
                <c:pt idx="3">
                  <c:v>2022</c:v>
                </c:pt>
                <c:pt idx="4">
                  <c:v>2023</c:v>
                </c:pt>
              </c:strCache>
            </c:strRef>
          </c:cat>
          <c:val>
            <c:numRef>
              <c:f>Sheet1!$C$2:$C$6</c:f>
              <c:numCache>
                <c:formatCode>General</c:formatCode>
                <c:ptCount val="5"/>
                <c:pt idx="0">
                  <c:v>14.395650000000002</c:v>
                </c:pt>
                <c:pt idx="1">
                  <c:v>12.933066666666667</c:v>
                </c:pt>
                <c:pt idx="2">
                  <c:v>15.140133333333333</c:v>
                </c:pt>
                <c:pt idx="3">
                  <c:v>22.353425</c:v>
                </c:pt>
                <c:pt idx="4">
                  <c:v>21.524150000000002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3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5.0"/>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c:v>
                </c:pt>
                <c:pt idx="1">
                  <c:v>10.8</c:v>
                </c:pt>
              </c:numCache>
            </c:numRef>
          </c:val>
        </c:ser>
        <c:ser>
          <c:idx val="2"/>
          <c:order val="2"/>
          <c:tx>
            <c:strRef>
              <c:f>Sheet1!$D$1</c:f>
              <c:strCache>
                <c:ptCount val="1"/>
                <c:pt idx="0">
                  <c:v>Exports</c:v>
                </c:pt>
              </c:strCache>
            </c:strRef>
          </c:tx>
          <c:spPr>
            <a:solidFill>
              <a:srgbClr val="EEEEEE"/>
            </a:solidFill>
            <a:ln>
              <a:noFill/>
            </a:ln>
          </c:spPr>
          <c:cat>
            <c:strRef>
              <c:f>Sheet1!$A$2:$A$3</c:f>
              <c:strCache>
                <c:ptCount val="2"/>
                <c:pt idx="0">
                  <c:v>Petrol</c:v>
                </c:pt>
                <c:pt idx="1">
                  <c:v>Diesel</c:v>
                </c:pt>
              </c:strCache>
            </c:strRef>
          </c:cat>
          <c:val>
            <c:numRef>
              <c:f>Sheet1!$D$2:$D$3</c:f>
              <c:numCache>
                <c:formatCode>General</c:formatCode>
                <c:ptCount val="2"/>
                <c:pt idx="0">
                  <c:v>0.92</c:v>
                </c:pt>
                <c:pt idx="1">
                  <c:v>0.79</c:v>
                </c:pt>
              </c:numCache>
            </c:numRef>
          </c:val>
        </c:ser>
        <c:dLbls>
          <c:numFmt formatCode="0.00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Successive volumes summed from illustrative_market_catchments.csv for assessed Eastern coastal / Inland rows only. Transfer arithmetic retained from existing pack; replace with matched customer records.</a:t>
            </a:r>
          </a:p>
          <a:p>
            <a:r>
              <a:t>SCR master row R1; linked roadmap page 2. Deep-dive page 11.</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"2024": 979798.0,</a:t>
            </a:r>
          </a:p>
          <a:p>
            <a:r>
              <a:t>            "2025": 976468.0</a:t>
            </a:r>
          </a:p>
          <a:p>
            <a:r>
              <a:t>          }</a:t>
            </a:r>
          </a:p>
          <a:p>
            <a:r>
              <a:t>        ],</a:t>
            </a:r>
          </a:p>
          <a:p>
            <a:r>
              <a:t>        [</a:t>
            </a:r>
          </a:p>
          <a:p>
            <a:r>
              <a:t>          "Rail",</a:t>
            </a:r>
          </a:p>
          <a:p>
            <a:r>
              <a:t>          {</a:t>
            </a:r>
          </a:p>
          <a:p>
            <a:r>
              <a:t>            "2024": 160745.0,</a:t>
            </a:r>
          </a:p>
          <a:p>
            <a:r>
              <a:t>            "2025": 168263.0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real value added, CY",</a:t>
            </a:r>
          </a:p>
          <a:p>
            <a:r>
              <a:t>      [</a:t>
            </a:r>
          </a:p>
          <a:p>
            <a:r>
              <a:t>        [</a:t>
            </a:r>
          </a:p>
          <a:p>
            <a:r>
              <a:t>          "Manufacturing",</a:t>
            </a:r>
          </a:p>
          <a:p>
            <a:r>
              <a:t>          {</a:t>
            </a:r>
          </a:p>
          <a:p>
            <a:r>
              <a:t>            "2019": 559321509886.0238,</a:t>
            </a:r>
          </a:p>
          <a:p>
            <a:r>
              <a:t>            "2020": 491446551169.8276,</a:t>
            </a:r>
          </a:p>
          <a:p>
            <a:r>
              <a:t>            "2021": 524904832402.9977,</a:t>
            </a:r>
          </a:p>
          <a:p>
            <a:r>
              <a:t>            "2022": 523090754064.8606,</a:t>
            </a:r>
          </a:p>
          <a:p>
            <a:r>
              <a:t>            "2023": 524993754064.86096,</a:t>
            </a:r>
          </a:p>
          <a:p>
            <a:r>
              <a:t>            "2024": 523150754064.86096,</a:t>
            </a:r>
          </a:p>
          <a:p>
            <a:r>
              <a:t>            "2025": 516985652975.0193</a:t>
            </a:r>
          </a:p>
          <a:p>
            <a:r>
              <a:t>          }</a:t>
            </a:r>
          </a:p>
          <a:p>
            <a:r>
              <a:t>        ]</a:t>
            </a:r>
          </a:p>
          <a:p>
            <a:r>
              <a:t>      ]</a:t>
            </a:r>
          </a:p>
          <a:p>
            <a:r>
              <a:t>    ],</a:t>
            </a:r>
          </a:p>
          <a:p>
            <a:r>
              <a:t>    [</a:t>
            </a:r>
          </a:p>
          <a:p>
            <a:r>
              <a:t>      "Mining | real value added, CY",</a:t>
            </a:r>
          </a:p>
          <a:p>
            <a:r>
              <a:t>      [</a:t>
            </a:r>
          </a:p>
          <a:p>
            <a:r>
              <a:t>        [</a:t>
            </a:r>
          </a:p>
          <a:p>
            <a:r>
              <a:t>          "Mining",</a:t>
            </a:r>
          </a:p>
          <a:p>
            <a:r>
              <a:t>          {</a:t>
            </a:r>
          </a:p>
          <a:p>
            <a:r>
              <a:t>            "2019": 222100060478.9847,</a:t>
            </a:r>
          </a:p>
          <a:p>
            <a:r>
              <a:t>            "2020": 194984856273.23434,</a:t>
            </a:r>
          </a:p>
          <a:p>
            <a:r>
              <a:t>            "2021": 219635997902.62903,</a:t>
            </a:r>
          </a:p>
          <a:p>
            <a:r>
              <a:t>            "2022": 204452922719.6744,</a:t>
            </a:r>
          </a:p>
          <a:p>
            <a:r>
              <a:t>            "2023": 204228699966.27374,</a:t>
            </a:r>
          </a:p>
          <a:p>
            <a:r>
              <a:t>            "2024": 205125829591.8731,</a:t>
            </a:r>
          </a:p>
          <a:p>
            <a:r>
              <a:t>            "2025": 205464886014.25735</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a:t>
            </a:r>
          </a:p>
          <a:p>
            <a:r>
              <a:t>        ]</a:t>
            </a:r>
          </a:p>
          <a:p>
            <a:r>
              <a:t>      ]</a:t>
            </a:r>
          </a:p>
          <a:p>
            <a:r>
              <a:t>    ]</a:t>
            </a:r>
          </a:p>
          <a:p>
            <a:r>
              <a:t>  ],</a:t>
            </a:r>
          </a:p>
          <a:p>
            <a:r>
              <a:t>  "status": "descriptive evidence; not causal contributions or forecast demand",</a:t>
            </a:r>
          </a:p>
          <a:p>
            <a:r>
              <a:t>  "price": "Annual extract stops 2023; no 2024 base available. Diesel prices are wholesale, petrol retail; no real-price elasticity calibrated.",</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"Real gross value added: agriculture includes forestry/fishing; industry shows manufacturing and mining separately, not all industrial fuel consumption.",</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-1.1784559310942484</a:t>
            </a:r>
          </a:p>
          <a:p>
            <a:r>
              <a:t>  },</a:t>
            </a:r>
          </a:p>
          <a:p>
            <a:r>
              <a:t>  "freight_changes_percent": {</a:t>
            </a:r>
          </a:p>
          <a:p>
            <a:r>
              <a:t>    "rail": 4.676972845189575,</a:t>
            </a:r>
          </a:p>
          <a:p>
            <a:r>
              <a:t>    "road": -0.3398659723738984</a:t>
            </a:r>
          </a:p>
          <a:p>
            <a:r>
              <a:t>  }</a:t>
            </a:r>
          </a:p>
          <a:p>
            <a:r>
              <a:t>}</a:t>
            </a:r>
          </a:p>
          <a:p>
            <a:r>
              <a:t>SCR master row C1; linked roadmap page 2. Deep-dive page 7.</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a:t>
            </a:r>
          </a:p>
          <a:p>
            <a:r>
              <a:t>  "checked": "2026-10-06",</a:t>
            </a:r>
          </a:p>
          <a:p>
            <a:r>
              <a:t>  "status": "Public reporting evidence; not verified available operating capacity or a model input",</a:t>
            </a:r>
          </a:p>
          <a:p>
            <a:r>
              <a:t>  "owner": "Manish",</a:t>
            </a:r>
          </a:p>
          <a:p>
            <a:r>
              <a:t>  "refresh_trigger": "Operator revision or access review",</a:t>
            </a:r>
          </a:p>
          <a:p>
            <a:r>
              <a:t>  "sites": [</a:t>
            </a:r>
          </a:p>
          <a:p>
            <a:r>
              <a:t>    {</a:t>
            </a:r>
          </a:p>
          <a:p>
            <a:r>
              <a:t>      "gateway": "Matola / Maputo",</a:t>
            </a:r>
          </a:p>
          <a:p>
            <a:r>
              <a:t>      "operator": "Galp / IPG GIMTL",</a:t>
            </a:r>
          </a:p>
          <a:p>
            <a:r>
              <a:t>      "petrol_diesel_m3": 60000,</a:t>
            </a:r>
          </a:p>
          <a:p>
            <a:r>
              <a:t>      "diesel_m3": 40000,</a:t>
            </a:r>
          </a:p>
          <a:p>
            <a:r>
              <a:t>      "petrol_m3": 20000,</a:t>
            </a:r>
          </a:p>
          <a:p>
            <a:r>
              <a:t>      "excluded_lpg_m3": 6000,</a:t>
            </a:r>
          </a:p>
          <a:p>
            <a:r>
              <a:t>      "source": "https://www.galp.com/mz/pt-pt/institucional/logistica"</a:t>
            </a:r>
          </a:p>
          <a:p>
            <a:r>
              <a:t>    },</a:t>
            </a:r>
          </a:p>
          <a:p>
            <a:r>
              <a:t>    {</a:t>
            </a:r>
          </a:p>
          <a:p>
            <a:r>
              <a:t>      "gateway": "Walvis Bay",</a:t>
            </a:r>
          </a:p>
          <a:p>
            <a:r>
              <a:t>      "operator": "NAMCOR NOSF",</a:t>
            </a:r>
          </a:p>
          <a:p>
            <a:r>
              <a:t>      "total_m3": 75000,</a:t>
            </a:r>
          </a:p>
          <a:p>
            <a:r>
              <a:t>      "petrol_diesel_m3": 65000,</a:t>
            </a:r>
          </a:p>
          <a:p>
            <a:r>
              <a:t>      "diesel_m3": 45000,</a:t>
            </a:r>
          </a:p>
          <a:p>
            <a:r>
              <a:t>      "petrol_m3": 20000,</a:t>
            </a:r>
          </a:p>
          <a:p>
            <a:r>
              <a:t>      "excluded_jet_hfo_m3": 10000,</a:t>
            </a:r>
          </a:p>
          <a:p>
            <a:r>
              <a:t>      "source": "https://www.namcor.com.na/national-oil-storage-facility/"</a:t>
            </a:r>
          </a:p>
          <a:p>
            <a:r>
              <a:t>    }</a:t>
            </a:r>
          </a:p>
          <a:p>
            <a:r>
              <a:t>  ]</a:t>
            </a:r>
          </a:p>
          <a:p>
            <a:r>
              <a:t>}</a:t>
            </a:r>
          </a:p>
          <a:p>
            <a:r>
              <a:t>SCR master row C3; linked roadmap page 2. Deep-dive page 10.</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SCR master row R2; linked roadmap page 2. Deep-dive page 15.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Reference appendix. Colour values are read from the theme and map palette; no evidence or model assumptions 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0.xml"/><Relationship Id="rId11" Type="http://schemas.openxmlformats.org/officeDocument/2006/relationships/slide" Target="slide11.xml"/><Relationship Id="rId12" Type="http://schemas.openxmlformats.org/officeDocument/2006/relationships/slide" Target="slide12.xml"/><Relationship Id="rId13" Type="http://schemas.openxmlformats.org/officeDocument/2006/relationships/slide" Target="slide13.xml"/><Relationship Id="rId14" Type="http://schemas.openxmlformats.org/officeDocument/2006/relationships/slide" Target="slide14.xml"/><Relationship Id="rId15" Type="http://schemas.openxmlformats.org/officeDocument/2006/relationships/slide" Target="slide15.xml"/><Relationship Id="rId16"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0.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chart" Target="../charts/chart9.xml"/><Relationship Id="rId11" Type="http://schemas.openxmlformats.org/officeDocument/2006/relationships/slide" Target="slide2.xml"/><Relationship Id="rId12" Type="http://schemas.openxmlformats.org/officeDocument/2006/relationships/slide" Target="slide3.xml"/><Relationship Id="rId13" Type="http://schemas.openxmlformats.org/officeDocument/2006/relationships/slide" Target="slide7.xml"/><Relationship Id="rId14" Type="http://schemas.openxmlformats.org/officeDocument/2006/relationships/slide" Target="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slide" Target="slide2.xml"/><Relationship Id="rId6" Type="http://schemas.openxmlformats.org/officeDocument/2006/relationships/slide" Target="slide3.xml"/><Relationship Id="rId7" Type="http://schemas.openxmlformats.org/officeDocument/2006/relationships/slide" Target="slide7.xml"/><Relationship Id="rId8" Type="http://schemas.openxmlformats.org/officeDocument/2006/relationships/slide" Target="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7.xml"/><Relationship Id="rId13" Type="http://schemas.openxmlformats.org/officeDocument/2006/relationships/slide" Target="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the fuel market, then test what Vopak can serve</a:t>
            </a:r>
          </a:p>
        </p:txBody>
      </p:sp>
      <p:sp>
        <p:nvSpPr>
          <p:cNvPr id="3" name="Slide Number Placeholder"/>
          <p:cNvSpPr>
            <a:spLocks noGrp="1"/>
          </p:cNvSpPr>
          <p:nvPr>
            <p:ph type="sldNum" sz="quarter" idx="12"/>
          </p:nvPr>
        </p:nvSpPr>
        <p:spPr/>
        <p:txBody>
          <a:bodyPr/>
          <a:lstStyle/>
          <a:p>
            <a:fld id="{0A349DA0-262B-43DE-85D1-CD63AA02563E}"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rPr sz="1400" b="1">
                <a:latin typeface="Lato"/>
              </a:rP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baseline and regional market</a:t>
                      </a:r>
                    </a:p>
                    <a:p>
                      <a:pPr>
                        <a:spcAft>
                          <a:spcPts val="0"/>
                        </a:spcAft>
                        <a:defRPr sz="1050">
                          <a:solidFill>
                            <a:srgbClr val="000000"/>
                          </a:solidFill>
                          <a:latin typeface="Lato"/>
                        </a:defRPr>
                      </a:pPr>
                      <a:r>
                        <a:t>Provincial sales locate demand. Refresh the complete year and reconcile historical totals.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Domestic supply and finished imports</a:t>
                      </a:r>
                    </a:p>
                    <a:p>
                      <a:pPr>
                        <a:spcAft>
                          <a:spcPts val="0"/>
                        </a:spcAft>
                        <a:defRPr sz="1050">
                          <a:solidFill>
                            <a:srgbClr val="000000"/>
                          </a:solidFill>
                          <a:latin typeface="Lato"/>
                        </a:defRPr>
                      </a:pPr>
                      <a:r>
                        <a:t>2024 trade is sourced, but diesel imports conflict. Match production/stocks and identify import entry 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a:t>
                      </a:r>
                    </a:p>
                    <a:p>
                      <a:pPr>
                        <a:spcAft>
                          <a:spcPts val="0"/>
                        </a:spcAft>
                        <a:defRPr sz="1050">
                          <a:solidFill>
                            <a:srgbClr val="000000"/>
                          </a:solidFill>
                          <a:latin typeface="Lato"/>
                        </a:defRPr>
                      </a:pPr>
                      <a:r>
                        <a:t>Vehicles, sectors, power and electrification move differently. Source the evidence first, then quantify fuel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Refinery availability</a:t>
                      </a:r>
                    </a:p>
                    <a:p>
                      <a:pPr>
                        <a:spcAft>
                          <a:spcPts val="0"/>
                        </a:spcAft>
                        <a:defRPr sz="1050">
                          <a:solidFill>
                            <a:srgbClr val="000000"/>
                          </a:solidFill>
                          <a:latin typeface="Lato"/>
                        </a:defRPr>
                      </a:pPr>
                      <a:r>
                        <a:t>Capacity has fallen. Separate operating output from conditional redevelopment and agree plant scenarios.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Competing supply routes</a:t>
                      </a:r>
                    </a:p>
                    <a:p>
                      <a:pPr>
                        <a:spcAft>
                          <a:spcPts val="0"/>
                        </a:spcAft>
                        <a:defRPr sz="1050">
                          <a:solidFill>
                            <a:srgbClr val="000000"/>
                          </a:solidFill>
                          <a:latin typeface="Lato"/>
                        </a:defRPr>
                      </a:pPr>
                      <a:r>
                        <a:t>Compare Durban, Matola and Walvis Bay for one customer. Test full route cost, capacity and customer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Vopak share and additional demand</a:t>
                      </a:r>
                    </a:p>
                    <a:p>
                      <a:pPr>
                        <a:spcAft>
                          <a:spcPts val="0"/>
                        </a:spcAft>
                        <a:defRPr sz="1050">
                          <a:solidFill>
                            <a:srgbClr val="000000"/>
                          </a:solidFill>
                          <a:latin typeface="Lato"/>
                        </a:defRPr>
                      </a:pPr>
                      <a:r>
                        <a:t>Match unique deliveries to regional demand. Test additional volumes against physical and commercial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Storage and optional investment</a:t>
                      </a:r>
                    </a:p>
                    <a:p>
                      <a:pPr>
                        <a:spcAft>
                          <a:spcPts val="0"/>
                        </a:spcAft>
                        <a:defRPr sz="1050">
                          <a:solidFill>
                            <a:srgbClr val="000000"/>
                          </a:solidFill>
                          <a:latin typeface="Lato"/>
                        </a:defRPr>
                      </a:pPr>
                      <a:r>
                        <a:t>Use published tanks as context. Assess additional services only after the incremental customer-flow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Three provinces account for 69% of reported fuel sales</a:t>
            </a:r>
          </a:p>
        </p:txBody>
      </p:sp>
      <p:sp>
        <p:nvSpPr>
          <p:cNvPr id="3" name="Slide Number Placeholder"/>
          <p:cNvSpPr>
            <a:spLocks noGrp="1"/>
          </p:cNvSpPr>
          <p:nvPr>
            <p:ph type="sldNum" sz="quarter" idx="12"/>
          </p:nvPr>
        </p:nvSpPr>
        <p:spPr/>
        <p:txBody>
          <a:bodyPr/>
          <a:lstStyle/>
          <a:p>
            <a:fld id="{AA0A55D7-2469-4272-BABF-F345A0D690DC}"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TextBox 513"/>
          <p:cNvSpPr txBox="1"/>
          <p:nvPr/>
        </p:nvSpPr>
        <p:spPr>
          <a:xfrm>
            <a:off x="5157077" y="4342928"/>
            <a:ext cx="68580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Durban</a:t>
            </a:r>
          </a:p>
        </p:txBody>
      </p:sp>
      <p:sp>
        <p:nvSpPr>
          <p:cNvPr id="515" name="TextBox 514"/>
          <p:cNvSpPr txBox="1"/>
          <p:nvPr/>
        </p:nvSpPr>
        <p:spPr>
          <a:xfrm>
            <a:off x="4164379" y="3549583"/>
            <a:ext cx="68580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Lesedi</a:t>
            </a:r>
          </a:p>
        </p:txBody>
      </p:sp>
      <p:cxnSp>
        <p:nvCxnSpPr>
          <p:cNvPr id="516" name="Connector 515"/>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17" name="TextBox 516"/>
          <p:cNvSpPr txBox="1"/>
          <p:nvPr/>
        </p:nvSpPr>
        <p:spPr>
          <a:xfrm>
            <a:off x="3733647" y="4797656"/>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18" name="TextBox 517"/>
          <p:cNvSpPr txBox="1"/>
          <p:nvPr/>
        </p:nvSpPr>
        <p:spPr>
          <a:xfrm>
            <a:off x="3791009" y="3800748"/>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19" name="TextBox 518"/>
          <p:cNvSpPr txBox="1"/>
          <p:nvPr/>
        </p:nvSpPr>
        <p:spPr>
          <a:xfrm>
            <a:off x="3803733" y="2803889"/>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20" name="TextBox 519"/>
          <p:cNvSpPr txBox="1"/>
          <p:nvPr/>
        </p:nvSpPr>
        <p:spPr>
          <a:xfrm>
            <a:off x="4594434" y="4015710"/>
            <a:ext cx="548640" cy="329184"/>
          </a:xfrm>
          <a:prstGeom prst="rect">
            <a:avLst/>
          </a:prstGeom>
          <a:noFill/>
        </p:spPr>
        <p:txBody>
          <a:bodyPr wrap="square" lIns="22860" rIns="22860" tIns="0" bIns="0">
            <a:spAutoFit/>
          </a:bodyPr>
          <a:lstStyle/>
          <a:p>
            <a:pPr>
              <a:spcAft>
                <a:spcPts val="300"/>
              </a:spcAft>
              <a:defRPr sz="900" b="1">
                <a:solidFill>
                  <a:srgbClr val="FFFFFF"/>
                </a:solidFill>
                <a:latin typeface="Lato"/>
              </a:defRPr>
            </a:pPr>
            <a:r>
              <a:t>KZN</a:t>
            </a:r>
          </a:p>
          <a:p>
            <a:pPr>
              <a:spcAft>
                <a:spcPts val="300"/>
              </a:spcAft>
              <a:defRPr sz="900" b="1">
                <a:solidFill>
                  <a:srgbClr val="FFFFFF"/>
                </a:solidFill>
                <a:latin typeface="Lato"/>
              </a:defRPr>
            </a:pPr>
            <a:r>
              <a:t>4.28</a:t>
            </a:r>
          </a:p>
        </p:txBody>
      </p:sp>
      <p:sp>
        <p:nvSpPr>
          <p:cNvPr id="521" name="TextBox 520"/>
          <p:cNvSpPr txBox="1"/>
          <p:nvPr/>
        </p:nvSpPr>
        <p:spPr>
          <a:xfrm>
            <a:off x="4417727" y="2601143"/>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22" name="TextBox 521"/>
          <p:cNvSpPr txBox="1"/>
          <p:nvPr/>
        </p:nvSpPr>
        <p:spPr>
          <a:xfrm>
            <a:off x="4643472" y="3134231"/>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23" name="TextBox 522"/>
          <p:cNvSpPr txBox="1"/>
          <p:nvPr/>
        </p:nvSpPr>
        <p:spPr>
          <a:xfrm>
            <a:off x="3637071" y="3249390"/>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24" name="TextBox 523"/>
          <p:cNvSpPr txBox="1"/>
          <p:nvPr/>
        </p:nvSpPr>
        <p:spPr>
          <a:xfrm>
            <a:off x="2660447" y="4116476"/>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25" name="TextBox 524"/>
          <p:cNvSpPr txBox="1"/>
          <p:nvPr/>
        </p:nvSpPr>
        <p:spPr>
          <a:xfrm>
            <a:off x="2480876" y="4941829"/>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26" name="Rectangle 525"/>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28" name="Rectangle 527"/>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30" name="Rectangle 529"/>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TextBox 530"/>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32" name="Rectangle 531"/>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TextBox 532"/>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34" name="Rectangle 533"/>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TextBox 534"/>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36" name="TextBox 535"/>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Provincial totals, not density</a:t>
            </a:r>
          </a:p>
        </p:txBody>
      </p:sp>
      <p:sp>
        <p:nvSpPr>
          <p:cNvPr id="537" name="Oval 536"/>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TextBox 537"/>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39" name="Rectangle 538"/>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TextBox 539"/>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41" name="Diamond 540"/>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TextBox 541"/>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43" name="TextBox 542"/>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44" name="TextBox 543"/>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Sales totals, not density. Vopak locations highlighted; detailed operator inventory on pages 12 and 14. Jet excluded.</a:t>
            </a:r>
          </a:p>
        </p:txBody>
      </p:sp>
      <p:cxnSp>
        <p:nvCxnSpPr>
          <p:cNvPr id="552" name="Connector 55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55" name="TextBox 5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56" name="TextBox 5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57" name="TextBox 5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58" name="TextBox 5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Four reporting regions</a:t>
            </a:r>
          </a:p>
        </p:txBody>
      </p:sp>
      <p:sp>
        <p:nvSpPr>
          <p:cNvPr id="559" name="TextBox 5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Eastern coast: EC/KZN. Inland: GP/FS/LP/MP/NW. Western coast: WC. Other: NC. Boundaries are reporting groups.</a:t>
            </a:r>
          </a:p>
        </p:txBody>
      </p:sp>
      <p:sp>
        <p:nvSpPr>
          <p:cNvPr id="560" name="TextBox 5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locate the historical market</a:t>
            </a:r>
          </a:p>
        </p:txBody>
      </p:sp>
      <p:sp>
        <p:nvSpPr>
          <p:cNvPr id="561" name="TextBox 5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Colours show provincial sales totals, not density or customer catchments. Only Durban and Lesedi are labelled; competitor detail is on pages 12 and 14.</a:t>
            </a:r>
          </a:p>
        </p:txBody>
      </p:sp>
      <p:cxnSp>
        <p:nvCxnSpPr>
          <p:cNvPr id="562" name="Connector 5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3" name="TextBox 5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64" name="TextBox 5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refresh a complete year and reconcile the source flags. Nigel: confirm the customer markets to test against Durban and Lesedi.</a:t>
            </a:r>
          </a:p>
        </p:txBody>
      </p:sp>
      <p:sp>
        <p:nvSpPr>
          <p:cNvPr id="565"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6"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67"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sales show different demand patterns over time</a:t>
            </a:r>
          </a:p>
        </p:txBody>
      </p:sp>
      <p:sp>
        <p:nvSpPr>
          <p:cNvPr id="3" name="Slide Number Placeholder"/>
          <p:cNvSpPr>
            <a:spLocks noGrp="1"/>
          </p:cNvSpPr>
          <p:nvPr>
            <p:ph type="sldNum" sz="quarter" idx="12"/>
          </p:nvPr>
        </p:nvSpPr>
        <p:spPr/>
        <p:txBody>
          <a:bodyPr/>
          <a:lstStyle/>
          <a:p>
            <a:fld id="{70A0BAE6-9D64-4D1A-81A7-E6BB938FF860}"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series stops at 2022</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2022 is the latest complete year in this extract. Only Q1 is available for 2023, so it is excluded from annual comparisons.</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Historical reconciliation is open</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totals differ from national sales in six years: 2013, 2014, 2015, 2017, 2018 and 2021.</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flagged workbook cells and source newer observed sales. Record revisions and incomplete periods before updating the outlook.</a:t>
            </a:r>
          </a:p>
        </p:txBody>
      </p:sp>
      <p:sp>
        <p:nvSpPr>
          <p:cNvPr id="61"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63"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Imports are material, but the matched fuel balance is still open</a:t>
            </a:r>
          </a:p>
        </p:txBody>
      </p:sp>
      <p:sp>
        <p:nvSpPr>
          <p:cNvPr id="3" name="Slide Number Placeholder"/>
          <p:cNvSpPr>
            <a:spLocks noGrp="1"/>
          </p:cNvSpPr>
          <p:nvPr>
            <p:ph type="sldNum" sz="quarter" idx="12"/>
          </p:nvPr>
        </p:nvSpPr>
        <p:spPr/>
        <p:txBody>
          <a:bodyPr/>
          <a:lstStyle/>
          <a:p>
            <a:fld id="{3F77947F-093A-4D34-96F1-753DDEE84BEC}"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907792"/>
          <a:ext cx="6446520" cy="1975104"/>
        </p:xfrm>
        <a:graphic>
          <a:graphicData uri="http://schemas.openxmlformats.org/drawingml/2006/chart">
            <c:chart xmlns:c="http://schemas.openxmlformats.org/drawingml/2006/chart" r:id="rId3"/>
          </a:graphicData>
        </a:graphic>
      </p:graphicFrame>
      <p:sp>
        <p:nvSpPr>
          <p:cNvPr id="30" name="Rectangle 29"/>
          <p:cNvSpPr/>
          <p:nvPr/>
        </p:nvSpPr>
        <p:spPr>
          <a:xfrm>
            <a:off x="457200" y="2770632"/>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Reported sales</a:t>
            </a:r>
          </a:p>
        </p:txBody>
      </p:sp>
      <p:sp>
        <p:nvSpPr>
          <p:cNvPr id="32" name="Rectangle 31"/>
          <p:cNvSpPr/>
          <p:nvPr/>
        </p:nvSpPr>
        <p:spPr>
          <a:xfrm>
            <a:off x="2606040" y="2770632"/>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8892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Imports</a:t>
            </a:r>
          </a:p>
        </p:txBody>
      </p:sp>
      <p:sp>
        <p:nvSpPr>
          <p:cNvPr id="34" name="Rectangle 33"/>
          <p:cNvSpPr/>
          <p:nvPr/>
        </p:nvSpPr>
        <p:spPr>
          <a:xfrm>
            <a:off x="4754880" y="2770632"/>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Exports</a:t>
            </a:r>
          </a:p>
        </p:txBody>
      </p:sp>
      <p:sp>
        <p:nvSpPr>
          <p:cNvPr id="36" name="TextBox 35"/>
          <p:cNvSpPr txBox="1"/>
          <p:nvPr/>
        </p:nvSpPr>
        <p:spPr>
          <a:xfrm>
            <a:off x="457200" y="2148840"/>
            <a:ext cx="644652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Production + imports − exports − stock build = consumption</a:t>
            </a:r>
          </a:p>
        </p:txBody>
      </p:sp>
      <p:sp>
        <p:nvSpPr>
          <p:cNvPr id="37" name="TextBox 36"/>
          <p:cNvSpPr txBox="1"/>
          <p:nvPr/>
        </p:nvSpPr>
        <p:spPr>
          <a:xfrm>
            <a:off x="457200" y="2450592"/>
            <a:ext cx="644652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Compare consumption with reported sales; explain coverage and the residual.</a:t>
            </a:r>
          </a:p>
        </p:txBody>
      </p:sp>
      <p:sp>
        <p:nvSpPr>
          <p:cNvPr id="38" name="TextBox 37"/>
          <p:cNvSpPr txBox="1"/>
          <p:nvPr/>
        </p:nvSpPr>
        <p:spPr>
          <a:xfrm>
            <a:off x="457200" y="4974336"/>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Net imports: petrol 3.080, diesel 10.010; combined 13.090 bn litres.</a:t>
            </a:r>
          </a:p>
        </p:txBody>
      </p:sp>
      <p:sp>
        <p:nvSpPr>
          <p:cNvPr id="39" name="TextBox 38"/>
          <p:cNvSpPr txBox="1"/>
          <p:nvPr/>
        </p:nvSpPr>
        <p:spPr>
          <a:xfrm>
            <a:off x="457200" y="5458968"/>
            <a:ext cx="306324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diesel imports</a:t>
            </a:r>
          </a:p>
        </p:txBody>
      </p:sp>
      <p:sp>
        <p:nvSpPr>
          <p:cNvPr id="40" name="TextBox 39"/>
          <p:cNvSpPr txBox="1"/>
          <p:nvPr/>
        </p:nvSpPr>
        <p:spPr>
          <a:xfrm>
            <a:off x="457200" y="5852160"/>
            <a:ext cx="3063240"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FIASA 14.793; government 10.800.</a:t>
            </a:r>
          </a:p>
          <a:p>
            <a:pPr>
              <a:spcAft>
                <a:spcPts val="300"/>
              </a:spcAft>
              <a:defRPr sz="1150" b="0">
                <a:solidFill>
                  <a:srgbClr val="000000"/>
                </a:solidFill>
                <a:latin typeface="Lato"/>
              </a:defRPr>
            </a:pPr>
            <a:r>
              <a:t>Difference -3.993 bn L. Preserve both;</a:t>
            </a:r>
          </a:p>
          <a:p>
            <a:pPr>
              <a:spcAft>
                <a:spcPts val="300"/>
              </a:spcAft>
              <a:defRPr sz="1150" b="0">
                <a:solidFill>
                  <a:srgbClr val="000000"/>
                </a:solidFill>
                <a:latin typeface="Lato"/>
              </a:defRPr>
            </a:pPr>
            <a:r>
              <a:t>investigate scope and vintage.</a:t>
            </a:r>
          </a:p>
        </p:txBody>
      </p:sp>
      <p:cxnSp>
        <p:nvCxnSpPr>
          <p:cNvPr id="41" name="Connector 40"/>
          <p:cNvCxnSpPr/>
          <p:nvPr/>
        </p:nvCxnSpPr>
        <p:spPr>
          <a:xfrm>
            <a:off x="3685032" y="5449824"/>
            <a:ext cx="0" cy="941832"/>
          </a:xfrm>
          <a:prstGeom prst="line">
            <a:avLst/>
          </a:prstGeom>
          <a:ln w="8890">
            <a:solidFill>
              <a:srgbClr val="EEEEE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58768" y="5458968"/>
            <a:ext cx="304495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2024 accounting remains open</a:t>
            </a:r>
          </a:p>
        </p:txBody>
      </p:sp>
      <p:sp>
        <p:nvSpPr>
          <p:cNvPr id="43" name="TextBox 42"/>
          <p:cNvSpPr txBox="1"/>
          <p:nvPr/>
        </p:nvSpPr>
        <p:spPr>
          <a:xfrm>
            <a:off x="3858768" y="5852160"/>
            <a:ext cx="3044952"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Sales less net imports = 7.673 bn L.</a:t>
            </a:r>
          </a:p>
          <a:p>
            <a:pPr>
              <a:spcAft>
                <a:spcPts val="300"/>
              </a:spcAft>
              <a:defRPr sz="1150" b="0">
                <a:solidFill>
                  <a:srgbClr val="000000"/>
                </a:solidFill>
                <a:latin typeface="Lato"/>
              </a:defRPr>
            </a:pPr>
            <a:r>
              <a:t>Balancing requirement, not production.</a:t>
            </a:r>
          </a:p>
          <a:p>
            <a:pPr>
              <a:spcAft>
                <a:spcPts val="300"/>
              </a:spcAft>
              <a:defRPr sz="1150" b="0">
                <a:solidFill>
                  <a:srgbClr val="000000"/>
                </a:solidFill>
                <a:latin typeface="Lato"/>
              </a:defRPr>
            </a:pPr>
            <a:r>
              <a:t>Production, stocks and coverage unresolved.</a:t>
            </a:r>
          </a:p>
        </p:txBody>
      </p:sp>
      <p:cxnSp>
        <p:nvCxnSpPr>
          <p:cNvPr id="51" name="Connector 5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5" name="TextBox 54"/>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Sales measure the domestic market</a:t>
            </a:r>
          </a:p>
        </p:txBody>
      </p:sp>
      <p:sp>
        <p:nvSpPr>
          <p:cNvPr id="56" name="TextBox 55"/>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Reported petrol/diesel sales are a demand proxy. They are not imports plus exports; exports leave the national market.</a:t>
            </a:r>
          </a:p>
        </p:txBody>
      </p:sp>
      <p:sp>
        <p:nvSpPr>
          <p:cNvPr id="57" name="TextBox 56"/>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balance needs matched inputs</a:t>
            </a:r>
          </a:p>
        </p:txBody>
      </p:sp>
      <p:sp>
        <p:nvSpPr>
          <p:cNvPr id="58" name="TextBox 57"/>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 production plus imports, less exports and stock build, gives consumption. Compare that result with reported sales and explain the residual.</a:t>
            </a:r>
          </a:p>
        </p:txBody>
      </p:sp>
      <p:sp>
        <p:nvSpPr>
          <p:cNvPr id="59" name="TextBox 58"/>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Diesel trade remains disputed</a:t>
            </a:r>
          </a:p>
        </p:txBody>
      </p:sp>
      <p:sp>
        <p:nvSpPr>
          <p:cNvPr id="60" name="TextBox 59"/>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Government diesel imports are 10.8 bn litres; FIASA gives 14.793. Production and stock changes for 2024 remain open.</a:t>
            </a:r>
          </a:p>
        </p:txBody>
      </p:sp>
      <p:cxnSp>
        <p:nvCxnSpPr>
          <p:cNvPr id="61" name="Connector 6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3" name="TextBox 62"/>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match trade, actual production and stock changes by product and year. Nigel: obtain product-specific port records.</a:t>
            </a:r>
          </a:p>
        </p:txBody>
      </p:sp>
      <p:sp>
        <p:nvSpPr>
          <p:cNvPr id="64"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66"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demand is known; its supply origin still needs evidence</a:t>
            </a:r>
          </a:p>
        </p:txBody>
      </p:sp>
      <p:sp>
        <p:nvSpPr>
          <p:cNvPr id="3" name="Slide Number Placeholder"/>
          <p:cNvSpPr>
            <a:spLocks noGrp="1"/>
          </p:cNvSpPr>
          <p:nvPr>
            <p:ph type="sldNum" sz="quarter" idx="12"/>
          </p:nvPr>
        </p:nvSpPr>
        <p:spPr/>
        <p:txBody>
          <a:bodyPr/>
          <a:lstStyle/>
          <a:p>
            <a:fld id="{31109C92-2AC3-4E55-A663-B1FE04CA8D07}"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
        <p:nvSpPr>
          <p:cNvPr id="83"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4"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85"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Demand drivers move differently across vehicles and sectors</a:t>
            </a:r>
          </a:p>
        </p:txBody>
      </p:sp>
      <p:sp>
        <p:nvSpPr>
          <p:cNvPr id="3" name="Slide Number Placeholder"/>
          <p:cNvSpPr>
            <a:spLocks noGrp="1"/>
          </p:cNvSpPr>
          <p:nvPr>
            <p:ph type="sldNum" sz="quarter" idx="12"/>
          </p:nvPr>
        </p:nvSpPr>
        <p:spPr/>
        <p:txBody>
          <a:bodyPr/>
          <a:lstStyle/>
          <a:p>
            <a:fld id="{9EBA6CFA-D8B8-485C-93D7-229FCA434B3B}" type="slidenum">
              <a:rPr lang="en-US"/>
              <a:t>‹#›</a:t>
            </a:fld>
          </a:p>
        </p:txBody>
      </p:sp>
      <p:sp>
        <p:nvSpPr>
          <p:cNvPr id="4" name="Section navigation 1">
            <a:hlinkClick action="ppaction://hlinksldjump" r:id="rId11"/>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2"/>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3"/>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14"/>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NaTIS; Stats SA P0441 / P7162; Eskom; naamsa; Department fuel-price history. Scope and observations in notes.</a:t>
            </a:r>
          </a:p>
        </p:txBody>
      </p:sp>
      <p:sp>
        <p:nvSpPr>
          <p:cNvPr id="31" name="TextBox 30"/>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Potential demand levers | 2024 = 100; price panel uses nominal R/litre</a:t>
            </a:r>
          </a:p>
        </p:txBody>
      </p:sp>
      <p:cxnSp>
        <p:nvCxnSpPr>
          <p:cNvPr id="32" name="Connector 3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011680"/>
            <a:ext cx="1065276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Observed proxies, not fuel-volume effects. Activity axes 0–120; EV 0–400; prices 0–30 R/L.</a:t>
            </a:r>
          </a:p>
        </p:txBody>
      </p:sp>
      <p:sp>
        <p:nvSpPr>
          <p:cNvPr id="34" name="TextBox 33"/>
          <p:cNvSpPr txBox="1"/>
          <p:nvPr/>
        </p:nvSpPr>
        <p:spPr>
          <a:xfrm>
            <a:off x="4572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Passenger travel | all-fuel stock, Dec</a:t>
            </a:r>
          </a:p>
        </p:txBody>
      </p:sp>
      <p:graphicFrame>
        <p:nvGraphicFramePr>
          <p:cNvPr id="35" name="Chart 34"/>
          <p:cNvGraphicFramePr>
            <a:graphicFrameLocks noGrp="1"/>
          </p:cNvGraphicFramePr>
          <p:nvPr/>
        </p:nvGraphicFramePr>
        <p:xfrm>
          <a:off x="457200" y="2496312"/>
          <a:ext cx="5166360" cy="594360"/>
        </p:xfrm>
        <a:graphic>
          <a:graphicData uri="http://schemas.openxmlformats.org/drawingml/2006/chart">
            <c:chart xmlns:c="http://schemas.openxmlformats.org/drawingml/2006/chart" r:id="rId3"/>
          </a:graphicData>
        </a:graphic>
      </p:graphicFrame>
      <p:cxnSp>
        <p:nvCxnSpPr>
          <p:cNvPr id="36" name="Connector 35"/>
          <p:cNvCxnSpPr/>
          <p:nvPr/>
        </p:nvCxnSpPr>
        <p:spPr>
          <a:xfrm>
            <a:off x="7498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92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Cars</a:t>
            </a:r>
          </a:p>
        </p:txBody>
      </p:sp>
      <p:cxnSp>
        <p:nvCxnSpPr>
          <p:cNvPr id="38" name="Connector 37"/>
          <p:cNvCxnSpPr/>
          <p:nvPr/>
        </p:nvCxnSpPr>
        <p:spPr>
          <a:xfrm>
            <a:off x="2377440" y="317296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5968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Minibuses</a:t>
            </a:r>
          </a:p>
        </p:txBody>
      </p:sp>
      <p:sp>
        <p:nvSpPr>
          <p:cNvPr id="40" name="TextBox 39"/>
          <p:cNvSpPr txBox="1"/>
          <p:nvPr/>
        </p:nvSpPr>
        <p:spPr>
          <a:xfrm>
            <a:off x="59436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demand | payload, CY</a:t>
            </a:r>
          </a:p>
        </p:txBody>
      </p:sp>
      <p:graphicFrame>
        <p:nvGraphicFramePr>
          <p:cNvPr id="41" name="Chart 40"/>
          <p:cNvGraphicFramePr>
            <a:graphicFrameLocks noGrp="1"/>
          </p:cNvGraphicFramePr>
          <p:nvPr/>
        </p:nvGraphicFramePr>
        <p:xfrm>
          <a:off x="5943600" y="2496312"/>
          <a:ext cx="5166360" cy="594360"/>
        </p:xfrm>
        <a:graphic>
          <a:graphicData uri="http://schemas.openxmlformats.org/drawingml/2006/chart">
            <c:chart xmlns:c="http://schemas.openxmlformats.org/drawingml/2006/chart" r:id="rId4"/>
          </a:graphicData>
        </a:graphic>
      </p:graphicFrame>
      <p:cxnSp>
        <p:nvCxnSpPr>
          <p:cNvPr id="42" name="Connector 41"/>
          <p:cNvCxnSpPr/>
          <p:nvPr/>
        </p:nvCxnSpPr>
        <p:spPr>
          <a:xfrm>
            <a:off x="62362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556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Road</a:t>
            </a:r>
          </a:p>
        </p:txBody>
      </p:sp>
      <p:cxnSp>
        <p:nvCxnSpPr>
          <p:cNvPr id="44" name="Connector 43"/>
          <p:cNvCxnSpPr/>
          <p:nvPr/>
        </p:nvCxnSpPr>
        <p:spPr>
          <a:xfrm>
            <a:off x="7863840" y="3172968"/>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0832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Rail</a:t>
            </a:r>
          </a:p>
        </p:txBody>
      </p:sp>
      <p:sp>
        <p:nvSpPr>
          <p:cNvPr id="46" name="TextBox 45"/>
          <p:cNvSpPr txBox="1"/>
          <p:nvPr/>
        </p:nvSpPr>
        <p:spPr>
          <a:xfrm>
            <a:off x="4572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Agriculture | real value added, CY</a:t>
            </a:r>
          </a:p>
        </p:txBody>
      </p:sp>
      <p:graphicFrame>
        <p:nvGraphicFramePr>
          <p:cNvPr id="47" name="Chart 46"/>
          <p:cNvGraphicFramePr>
            <a:graphicFrameLocks noGrp="1"/>
          </p:cNvGraphicFramePr>
          <p:nvPr/>
        </p:nvGraphicFramePr>
        <p:xfrm>
          <a:off x="457200" y="3483864"/>
          <a:ext cx="5166360" cy="594360"/>
        </p:xfrm>
        <a:graphic>
          <a:graphicData uri="http://schemas.openxmlformats.org/drawingml/2006/chart">
            <c:chart xmlns:c="http://schemas.openxmlformats.org/drawingml/2006/chart" r:id="rId5"/>
          </a:graphicData>
        </a:graphic>
      </p:graphicFrame>
      <p:cxnSp>
        <p:nvCxnSpPr>
          <p:cNvPr id="48" name="Connector 47"/>
          <p:cNvCxnSpPr/>
          <p:nvPr/>
        </p:nvCxnSpPr>
        <p:spPr>
          <a:xfrm>
            <a:off x="7498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92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Agriculture / forestry / fishing</a:t>
            </a:r>
          </a:p>
        </p:txBody>
      </p:sp>
      <p:sp>
        <p:nvSpPr>
          <p:cNvPr id="50" name="TextBox 49"/>
          <p:cNvSpPr txBox="1"/>
          <p:nvPr/>
        </p:nvSpPr>
        <p:spPr>
          <a:xfrm>
            <a:off x="59436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Manufacturing | real value added, CY</a:t>
            </a:r>
          </a:p>
        </p:txBody>
      </p:sp>
      <p:graphicFrame>
        <p:nvGraphicFramePr>
          <p:cNvPr id="51" name="Chart 50"/>
          <p:cNvGraphicFramePr>
            <a:graphicFrameLocks noGrp="1"/>
          </p:cNvGraphicFramePr>
          <p:nvPr/>
        </p:nvGraphicFramePr>
        <p:xfrm>
          <a:off x="5943600" y="3483864"/>
          <a:ext cx="5166360" cy="594360"/>
        </p:xfrm>
        <a:graphic>
          <a:graphicData uri="http://schemas.openxmlformats.org/drawingml/2006/chart">
            <c:chart xmlns:c="http://schemas.openxmlformats.org/drawingml/2006/chart" r:id="rId6"/>
          </a:graphicData>
        </a:graphic>
      </p:graphicFrame>
      <p:cxnSp>
        <p:nvCxnSpPr>
          <p:cNvPr id="52" name="Connector 51"/>
          <p:cNvCxnSpPr/>
          <p:nvPr/>
        </p:nvCxnSpPr>
        <p:spPr>
          <a:xfrm>
            <a:off x="62362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556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Manufacturing</a:t>
            </a:r>
          </a:p>
        </p:txBody>
      </p:sp>
      <p:sp>
        <p:nvSpPr>
          <p:cNvPr id="54" name="TextBox 53"/>
          <p:cNvSpPr txBox="1"/>
          <p:nvPr/>
        </p:nvSpPr>
        <p:spPr>
          <a:xfrm>
            <a:off x="4572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Mining | real value added, CY</a:t>
            </a:r>
          </a:p>
        </p:txBody>
      </p:sp>
      <p:graphicFrame>
        <p:nvGraphicFramePr>
          <p:cNvPr id="55" name="Chart 54"/>
          <p:cNvGraphicFramePr>
            <a:graphicFrameLocks noGrp="1"/>
          </p:cNvGraphicFramePr>
          <p:nvPr/>
        </p:nvGraphicFramePr>
        <p:xfrm>
          <a:off x="457200" y="4471416"/>
          <a:ext cx="5166360" cy="594360"/>
        </p:xfrm>
        <a:graphic>
          <a:graphicData uri="http://schemas.openxmlformats.org/drawingml/2006/chart">
            <c:chart xmlns:c="http://schemas.openxmlformats.org/drawingml/2006/chart" r:id="rId7"/>
          </a:graphicData>
        </a:graphic>
      </p:graphicFrame>
      <p:cxnSp>
        <p:nvCxnSpPr>
          <p:cNvPr id="56" name="Connector 55"/>
          <p:cNvCxnSpPr/>
          <p:nvPr/>
        </p:nvCxnSpPr>
        <p:spPr>
          <a:xfrm>
            <a:off x="7498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692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Mining</a:t>
            </a:r>
          </a:p>
        </p:txBody>
      </p:sp>
      <p:sp>
        <p:nvSpPr>
          <p:cNvPr id="58" name="TextBox 57"/>
          <p:cNvSpPr txBox="1"/>
          <p:nvPr/>
        </p:nvSpPr>
        <p:spPr>
          <a:xfrm>
            <a:off x="59436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Diesel power | OCGT generation, FY</a:t>
            </a:r>
          </a:p>
        </p:txBody>
      </p:sp>
      <p:graphicFrame>
        <p:nvGraphicFramePr>
          <p:cNvPr id="59" name="Chart 58"/>
          <p:cNvGraphicFramePr>
            <a:graphicFrameLocks noGrp="1"/>
          </p:cNvGraphicFramePr>
          <p:nvPr/>
        </p:nvGraphicFramePr>
        <p:xfrm>
          <a:off x="5943600" y="4471416"/>
          <a:ext cx="5166360" cy="594360"/>
        </p:xfrm>
        <a:graphic>
          <a:graphicData uri="http://schemas.openxmlformats.org/drawingml/2006/chart">
            <c:chart xmlns:c="http://schemas.openxmlformats.org/drawingml/2006/chart" r:id="rId8"/>
          </a:graphicData>
        </a:graphic>
      </p:graphicFrame>
      <p:cxnSp>
        <p:nvCxnSpPr>
          <p:cNvPr id="60" name="Connector 59"/>
          <p:cNvCxnSpPr/>
          <p:nvPr/>
        </p:nvCxnSpPr>
        <p:spPr>
          <a:xfrm>
            <a:off x="62362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556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Eskom + IPP</a:t>
            </a:r>
          </a:p>
        </p:txBody>
      </p:sp>
      <p:sp>
        <p:nvSpPr>
          <p:cNvPr id="62" name="TextBox 61"/>
          <p:cNvSpPr txBox="1"/>
          <p:nvPr/>
        </p:nvSpPr>
        <p:spPr>
          <a:xfrm>
            <a:off x="4572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Electrification | annual new sales, CY</a:t>
            </a:r>
          </a:p>
        </p:txBody>
      </p:sp>
      <p:graphicFrame>
        <p:nvGraphicFramePr>
          <p:cNvPr id="63" name="Chart 62"/>
          <p:cNvGraphicFramePr>
            <a:graphicFrameLocks noGrp="1"/>
          </p:cNvGraphicFramePr>
          <p:nvPr/>
        </p:nvGraphicFramePr>
        <p:xfrm>
          <a:off x="457200" y="5458968"/>
          <a:ext cx="5166360" cy="594360"/>
        </p:xfrm>
        <a:graphic>
          <a:graphicData uri="http://schemas.openxmlformats.org/drawingml/2006/chart">
            <c:chart xmlns:c="http://schemas.openxmlformats.org/drawingml/2006/chart" r:id="rId9"/>
          </a:graphicData>
        </a:graphic>
      </p:graphicFrame>
      <p:cxnSp>
        <p:nvCxnSpPr>
          <p:cNvPr id="64" name="Connector 63"/>
          <p:cNvCxnSpPr/>
          <p:nvPr/>
        </p:nvCxnSpPr>
        <p:spPr>
          <a:xfrm>
            <a:off x="7498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692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BEV</a:t>
            </a:r>
          </a:p>
        </p:txBody>
      </p:sp>
      <p:cxnSp>
        <p:nvCxnSpPr>
          <p:cNvPr id="66" name="Connector 65"/>
          <p:cNvCxnSpPr/>
          <p:nvPr/>
        </p:nvCxnSpPr>
        <p:spPr>
          <a:xfrm>
            <a:off x="2377440" y="6135624"/>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5968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Plug-in hybrid</a:t>
            </a:r>
          </a:p>
        </p:txBody>
      </p:sp>
      <p:cxnSp>
        <p:nvCxnSpPr>
          <p:cNvPr id="68" name="Connector 67"/>
          <p:cNvCxnSpPr/>
          <p:nvPr/>
        </p:nvCxnSpPr>
        <p:spPr>
          <a:xfrm>
            <a:off x="4005072" y="6135624"/>
            <a:ext cx="182880"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24528"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Hybrid</a:t>
            </a:r>
          </a:p>
        </p:txBody>
      </p:sp>
      <p:sp>
        <p:nvSpPr>
          <p:cNvPr id="70" name="TextBox 69"/>
          <p:cNvSpPr txBox="1"/>
          <p:nvPr/>
        </p:nvSpPr>
        <p:spPr>
          <a:xfrm>
            <a:off x="59436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Price response | annual nominal R/litre</a:t>
            </a:r>
          </a:p>
        </p:txBody>
      </p:sp>
      <p:graphicFrame>
        <p:nvGraphicFramePr>
          <p:cNvPr id="71" name="Chart 70"/>
          <p:cNvGraphicFramePr>
            <a:graphicFrameLocks noGrp="1"/>
          </p:cNvGraphicFramePr>
          <p:nvPr/>
        </p:nvGraphicFramePr>
        <p:xfrm>
          <a:off x="5943600" y="5458968"/>
          <a:ext cx="5166360" cy="594360"/>
        </p:xfrm>
        <a:graphic>
          <a:graphicData uri="http://schemas.openxmlformats.org/drawingml/2006/chart">
            <c:chart xmlns:c="http://schemas.openxmlformats.org/drawingml/2006/chart" r:id="rId10"/>
          </a:graphicData>
        </a:graphic>
      </p:graphicFrame>
      <p:cxnSp>
        <p:nvCxnSpPr>
          <p:cNvPr id="72" name="Connector 71"/>
          <p:cNvCxnSpPr/>
          <p:nvPr/>
        </p:nvCxnSpPr>
        <p:spPr>
          <a:xfrm>
            <a:off x="62362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556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retail</a:t>
            </a:r>
          </a:p>
        </p:txBody>
      </p:sp>
      <p:cxnSp>
        <p:nvCxnSpPr>
          <p:cNvPr id="74" name="Connector 73"/>
          <p:cNvCxnSpPr/>
          <p:nvPr/>
        </p:nvCxnSpPr>
        <p:spPr>
          <a:xfrm>
            <a:off x="7863840" y="6135624"/>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0832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Diesel wholesale</a:t>
            </a:r>
          </a:p>
        </p:txBody>
      </p:sp>
      <p:sp>
        <p:nvSpPr>
          <p:cNvPr id="76" name="TextBox 75"/>
          <p:cNvSpPr txBox="1"/>
          <p:nvPr/>
        </p:nvSpPr>
        <p:spPr>
          <a:xfrm>
            <a:off x="457200" y="6327648"/>
            <a:ext cx="10652760" cy="164592"/>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To quantify: mileage × fleet/fuel mix × litres/km; sector fuel intensity; OCGT litres/kWh; price elasticity. FY ends March. Price 2024 incomplete.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Refinery capacity has fallen; redevelopment remains conditional</a:t>
            </a:r>
          </a:p>
        </p:txBody>
      </p:sp>
      <p:sp>
        <p:nvSpPr>
          <p:cNvPr id="3" name="Slide Number Placeholder"/>
          <p:cNvSpPr>
            <a:spLocks noGrp="1"/>
          </p:cNvSpPr>
          <p:nvPr>
            <p:ph type="sldNum" sz="quarter" idx="12"/>
          </p:nvPr>
        </p:nvSpPr>
        <p:spPr/>
        <p:txBody>
          <a:bodyPr/>
          <a:lstStyle/>
          <a:p>
            <a:fld id="{E5D05507-5F48-43DD-BEEC-70F8B601313E}"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 adds 400 from 2033; darker navy = existing footprint; lighter blue = conditional addition.</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
        <p:nvSpPr>
          <p:cNvPr id="4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26" name="Connector 292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34" name="Connector 293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62" name="Connector 29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70" name="Connector 296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974" name="Transnet lease overlay: Isosceles Triangle 2973"/>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75" name="Transnet lease overlay: Connector 2974"/>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76" name="Transnet lease overlay: TextBox 2975"/>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977" name="Transnet lease overlay: Isosceles Triangle 2976"/>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78" name="Transnet lease overlay: Connector 2977"/>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79" name="Transnet lease overlay: TextBox 2978"/>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980" name="Transnet lease overlay: Isosceles Triangle 2979"/>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81" name="Transnet lease overlay: Connector 2980"/>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82" name="Transnet lease overlay: TextBox 2981"/>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983" name="Transnet lease overlay: Isosceles Triangle 2982"/>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84" name="Transnet lease overlay: Connector 2983"/>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85" name="Transnet lease overlay: TextBox 2984"/>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986" name="Transnet lease overlay: Isosceles Triangle 2985"/>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87" name="Transnet lease overlay: Connector 2986"/>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88" name="Transnet lease overlay: TextBox 2987"/>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989" name="Transnet lease overlay: TextBox 2988"/>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Lease offers (context)
1 Ladysmith | 2 Standerton
3 Kroonstad | 4 Bethlehem
5 Magdala*</a:t>
            </a:r>
          </a:p>
        </p:txBody>
      </p:sp>
      <p:sp>
        <p:nvSpPr>
          <p:cNvPr id="2990" name="Transnet lease overlay: Isosceles Triangle 2989"/>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98" name="Connector 29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999" name="TextBox 299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000" name="TextBox 299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means lower transport cost</a:t>
            </a:r>
          </a:p>
        </p:txBody>
      </p:sp>
      <p:sp>
        <p:nvSpPr>
          <p:cNvPr id="3001" name="TextBox 300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Cells show example road cost from Durban or Lesedi. The rate is illustrative and excludes fuel price, storage and pipeline tariffs.</a:t>
            </a:r>
          </a:p>
        </p:txBody>
      </p:sp>
      <p:sp>
        <p:nvSpPr>
          <p:cNvPr id="3002" name="TextBox 300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Grey means unassessed</a:t>
            </a:r>
          </a:p>
        </p:txBody>
      </p:sp>
      <p:sp>
        <p:nvSpPr>
          <p:cNvPr id="3003" name="TextBox 300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Grey areas have no assessed road connection under this illustration. They are not confirmed to be inaccessible.</a:t>
            </a:r>
          </a:p>
        </p:txBody>
      </p:sp>
      <p:sp>
        <p:nvSpPr>
          <p:cNvPr id="3004" name="TextBox 300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A cost surface is a first screen</a:t>
            </a:r>
          </a:p>
        </p:txBody>
      </p:sp>
      <p:sp>
        <p:nvSpPr>
          <p:cNvPr id="3005" name="TextBox 300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lines are context. Route capacity, product compatibility and customer rights still determine serviceable demand.</a:t>
            </a:r>
          </a:p>
        </p:txBody>
      </p:sp>
      <p:cxnSp>
        <p:nvCxnSpPr>
          <p:cNvPr id="3006" name="Connector 300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007" name="TextBox 300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008" name="TextBox 300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first customer destination and cost threshold. Manish: replace example rates with dated route costs and access evidence.</a:t>
            </a:r>
          </a:p>
        </p:txBody>
      </p:sp>
      <p:sp>
        <p:nvSpPr>
          <p:cNvPr id="3009" name="TextBox 3008"/>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t>Diamonds: Vopak. Triangles: lease offers (context).</a:t>
            </a:r>
          </a:p>
        </p:txBody>
      </p:sp>
      <p:cxnSp>
        <p:nvCxnSpPr>
          <p:cNvPr id="3013" name="SCR subtitle rule"/>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14"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15"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16"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Durban, Matola and Walvis Bay for the same inland customer</a:t>
            </a:r>
          </a:p>
        </p:txBody>
      </p:sp>
      <p:sp>
        <p:nvSpPr>
          <p:cNvPr id="3" name="Slide Number Placeholder"/>
          <p:cNvSpPr>
            <a:spLocks noGrp="1"/>
          </p:cNvSpPr>
          <p:nvPr>
            <p:ph type="sldNum" sz="quarter" idx="12"/>
          </p:nvPr>
        </p:nvSpPr>
        <p:spPr/>
        <p:txBody>
          <a:bodyPr/>
          <a:lstStyle/>
          <a:p>
            <a:fld id="{63E4D301-843B-49F7-8C1C-A0DB1CD9E83B}"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NAMCOR NOSF; Galp GIMTL; WBCG / TRAC corridors; Natural Earth. Capacities and URLs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10896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869261" y="2188202"/>
            <a:ext cx="1198583" cy="888164"/>
          </a:xfrm>
          <a:custGeom>
            <a:avLst/>
            <a:gdLst/>
            <a:ahLst/>
            <a:cxnLst/>
            <a:rect l="l" t="t" r="r" b="b"/>
            <a:pathLst>
              <a:path w="1198583" h="888164">
                <a:moveTo>
                  <a:pt x="887026" y="878243"/>
                </a:moveTo>
                <a:lnTo>
                  <a:pt x="868847" y="871280"/>
                </a:lnTo>
                <a:lnTo>
                  <a:pt x="845499" y="867289"/>
                </a:lnTo>
                <a:lnTo>
                  <a:pt x="814918" y="866856"/>
                </a:lnTo>
                <a:lnTo>
                  <a:pt x="777148" y="869984"/>
                </a:lnTo>
                <a:lnTo>
                  <a:pt x="737141" y="861965"/>
                </a:lnTo>
                <a:lnTo>
                  <a:pt x="694813" y="842816"/>
                </a:lnTo>
                <a:lnTo>
                  <a:pt x="659278" y="835163"/>
                </a:lnTo>
                <a:lnTo>
                  <a:pt x="616272" y="840844"/>
                </a:lnTo>
                <a:lnTo>
                  <a:pt x="614381" y="840956"/>
                </a:lnTo>
                <a:lnTo>
                  <a:pt x="607177" y="834837"/>
                </a:lnTo>
                <a:lnTo>
                  <a:pt x="595959" y="821807"/>
                </a:lnTo>
                <a:lnTo>
                  <a:pt x="576522" y="818832"/>
                </a:lnTo>
                <a:lnTo>
                  <a:pt x="571332" y="815696"/>
                </a:lnTo>
                <a:lnTo>
                  <a:pt x="567137" y="810855"/>
                </a:lnTo>
                <a:lnTo>
                  <a:pt x="564491" y="804787"/>
                </a:lnTo>
                <a:lnTo>
                  <a:pt x="563594" y="798110"/>
                </a:lnTo>
                <a:lnTo>
                  <a:pt x="567528" y="777578"/>
                </a:lnTo>
                <a:lnTo>
                  <a:pt x="565850" y="775190"/>
                </a:lnTo>
                <a:lnTo>
                  <a:pt x="560705" y="772515"/>
                </a:lnTo>
                <a:lnTo>
                  <a:pt x="550077" y="769637"/>
                </a:lnTo>
                <a:lnTo>
                  <a:pt x="524633" y="759321"/>
                </a:lnTo>
                <a:lnTo>
                  <a:pt x="492523" y="749141"/>
                </a:lnTo>
                <a:lnTo>
                  <a:pt x="440167" y="737473"/>
                </a:lnTo>
                <a:lnTo>
                  <a:pt x="419790" y="734221"/>
                </a:lnTo>
                <a:lnTo>
                  <a:pt x="415131" y="731051"/>
                </a:lnTo>
                <a:lnTo>
                  <a:pt x="409404" y="723253"/>
                </a:lnTo>
                <a:lnTo>
                  <a:pt x="399926" y="699247"/>
                </a:lnTo>
                <a:lnTo>
                  <a:pt x="390803" y="683308"/>
                </a:lnTo>
                <a:lnTo>
                  <a:pt x="368696" y="658509"/>
                </a:lnTo>
                <a:lnTo>
                  <a:pt x="365256" y="650901"/>
                </a:lnTo>
                <a:lnTo>
                  <a:pt x="366862" y="631762"/>
                </a:lnTo>
                <a:lnTo>
                  <a:pt x="368925" y="616322"/>
                </a:lnTo>
                <a:lnTo>
                  <a:pt x="371699" y="603240"/>
                </a:lnTo>
                <a:lnTo>
                  <a:pt x="370893" y="590906"/>
                </a:lnTo>
                <a:lnTo>
                  <a:pt x="370941" y="575618"/>
                </a:lnTo>
                <a:lnTo>
                  <a:pt x="371916" y="565389"/>
                </a:lnTo>
                <a:lnTo>
                  <a:pt x="368946" y="560869"/>
                </a:lnTo>
                <a:lnTo>
                  <a:pt x="360734" y="557526"/>
                </a:lnTo>
                <a:lnTo>
                  <a:pt x="337177" y="555492"/>
                </a:lnTo>
                <a:lnTo>
                  <a:pt x="308642" y="555402"/>
                </a:lnTo>
                <a:lnTo>
                  <a:pt x="308044" y="539836"/>
                </a:lnTo>
                <a:lnTo>
                  <a:pt x="305846" y="515734"/>
                </a:lnTo>
                <a:lnTo>
                  <a:pt x="300784" y="501772"/>
                </a:lnTo>
                <a:lnTo>
                  <a:pt x="294361" y="494425"/>
                </a:lnTo>
                <a:lnTo>
                  <a:pt x="281378" y="486615"/>
                </a:lnTo>
                <a:lnTo>
                  <a:pt x="254953" y="475746"/>
                </a:lnTo>
                <a:lnTo>
                  <a:pt x="218951" y="459376"/>
                </a:lnTo>
                <a:lnTo>
                  <a:pt x="188328" y="435666"/>
                </a:lnTo>
                <a:lnTo>
                  <a:pt x="153149" y="406292"/>
                </a:lnTo>
                <a:lnTo>
                  <a:pt x="142088" y="401131"/>
                </a:lnTo>
                <a:lnTo>
                  <a:pt x="129303" y="373929"/>
                </a:lnTo>
                <a:lnTo>
                  <a:pt x="109822" y="327428"/>
                </a:lnTo>
                <a:lnTo>
                  <a:pt x="111312" y="312043"/>
                </a:lnTo>
                <a:lnTo>
                  <a:pt x="108367" y="304470"/>
                </a:lnTo>
                <a:lnTo>
                  <a:pt x="89099" y="281505"/>
                </a:lnTo>
                <a:lnTo>
                  <a:pt x="84901" y="269662"/>
                </a:lnTo>
                <a:lnTo>
                  <a:pt x="81585" y="257708"/>
                </a:lnTo>
                <a:lnTo>
                  <a:pt x="50755" y="224091"/>
                </a:lnTo>
                <a:lnTo>
                  <a:pt x="40275" y="209468"/>
                </a:lnTo>
                <a:lnTo>
                  <a:pt x="32358" y="190748"/>
                </a:lnTo>
                <a:lnTo>
                  <a:pt x="24427" y="175771"/>
                </a:lnTo>
                <a:lnTo>
                  <a:pt x="17678" y="169697"/>
                </a:lnTo>
                <a:lnTo>
                  <a:pt x="8851" y="159475"/>
                </a:lnTo>
                <a:lnTo>
                  <a:pt x="2752" y="147858"/>
                </a:lnTo>
                <a:lnTo>
                  <a:pt x="0" y="139214"/>
                </a:lnTo>
                <a:lnTo>
                  <a:pt x="2407" y="127677"/>
                </a:lnTo>
                <a:lnTo>
                  <a:pt x="5511" y="119775"/>
                </a:lnTo>
                <a:lnTo>
                  <a:pt x="35224" y="128326"/>
                </a:lnTo>
                <a:lnTo>
                  <a:pt x="51476" y="129207"/>
                </a:lnTo>
                <a:lnTo>
                  <a:pt x="64248" y="125289"/>
                </a:lnTo>
                <a:lnTo>
                  <a:pt x="79924" y="130940"/>
                </a:lnTo>
                <a:lnTo>
                  <a:pt x="98527" y="146202"/>
                </a:lnTo>
                <a:lnTo>
                  <a:pt x="118940" y="149351"/>
                </a:lnTo>
                <a:lnTo>
                  <a:pt x="141206" y="140377"/>
                </a:lnTo>
                <a:lnTo>
                  <a:pt x="171060" y="143679"/>
                </a:lnTo>
                <a:lnTo>
                  <a:pt x="208470" y="159290"/>
                </a:lnTo>
                <a:lnTo>
                  <a:pt x="239597" y="162932"/>
                </a:lnTo>
                <a:lnTo>
                  <a:pt x="276956" y="150403"/>
                </a:lnTo>
                <a:lnTo>
                  <a:pt x="310805" y="114305"/>
                </a:lnTo>
                <a:lnTo>
                  <a:pt x="342718" y="80403"/>
                </a:lnTo>
                <a:lnTo>
                  <a:pt x="374308" y="41192"/>
                </a:lnTo>
                <a:lnTo>
                  <a:pt x="393568" y="9388"/>
                </a:lnTo>
                <a:lnTo>
                  <a:pt x="403793" y="0"/>
                </a:lnTo>
                <a:lnTo>
                  <a:pt x="1187111" y="35945"/>
                </a:lnTo>
                <a:lnTo>
                  <a:pt x="1187102" y="42019"/>
                </a:lnTo>
                <a:lnTo>
                  <a:pt x="1198410" y="77117"/>
                </a:lnTo>
                <a:lnTo>
                  <a:pt x="1198583" y="107026"/>
                </a:lnTo>
                <a:lnTo>
                  <a:pt x="1191747" y="159320"/>
                </a:lnTo>
                <a:lnTo>
                  <a:pt x="1189120" y="210222"/>
                </a:lnTo>
                <a:lnTo>
                  <a:pt x="1189519" y="228491"/>
                </a:lnTo>
                <a:lnTo>
                  <a:pt x="1190982" y="240687"/>
                </a:lnTo>
                <a:lnTo>
                  <a:pt x="1193356" y="247460"/>
                </a:lnTo>
                <a:lnTo>
                  <a:pt x="1192432" y="254958"/>
                </a:lnTo>
                <a:lnTo>
                  <a:pt x="1183509" y="275793"/>
                </a:lnTo>
                <a:lnTo>
                  <a:pt x="1176024" y="297873"/>
                </a:lnTo>
                <a:lnTo>
                  <a:pt x="1175317" y="306865"/>
                </a:lnTo>
                <a:lnTo>
                  <a:pt x="1172565" y="313035"/>
                </a:lnTo>
                <a:lnTo>
                  <a:pt x="1167658" y="318374"/>
                </a:lnTo>
                <a:lnTo>
                  <a:pt x="1146850" y="327448"/>
                </a:lnTo>
                <a:lnTo>
                  <a:pt x="1143026" y="333647"/>
                </a:lnTo>
                <a:lnTo>
                  <a:pt x="1142467" y="345275"/>
                </a:lnTo>
                <a:lnTo>
                  <a:pt x="1144496" y="355214"/>
                </a:lnTo>
                <a:lnTo>
                  <a:pt x="1151879" y="359306"/>
                </a:lnTo>
                <a:lnTo>
                  <a:pt x="1160716" y="365429"/>
                </a:lnTo>
                <a:lnTo>
                  <a:pt x="1163911" y="372980"/>
                </a:lnTo>
                <a:lnTo>
                  <a:pt x="1163511" y="380690"/>
                </a:lnTo>
                <a:lnTo>
                  <a:pt x="1159813" y="394773"/>
                </a:lnTo>
                <a:lnTo>
                  <a:pt x="1150377" y="417887"/>
                </a:lnTo>
                <a:lnTo>
                  <a:pt x="1156927" y="445600"/>
                </a:lnTo>
                <a:lnTo>
                  <a:pt x="1164989" y="463826"/>
                </a:lnTo>
                <a:lnTo>
                  <a:pt x="1176294" y="485090"/>
                </a:lnTo>
                <a:lnTo>
                  <a:pt x="1180732" y="498021"/>
                </a:lnTo>
                <a:lnTo>
                  <a:pt x="1179924" y="507046"/>
                </a:lnTo>
                <a:lnTo>
                  <a:pt x="1177578" y="515700"/>
                </a:lnTo>
                <a:lnTo>
                  <a:pt x="1156771" y="551750"/>
                </a:lnTo>
                <a:lnTo>
                  <a:pt x="1142012" y="574035"/>
                </a:lnTo>
                <a:lnTo>
                  <a:pt x="1124230" y="597785"/>
                </a:lnTo>
                <a:lnTo>
                  <a:pt x="1101723" y="611962"/>
                </a:lnTo>
                <a:lnTo>
                  <a:pt x="1095732" y="619101"/>
                </a:lnTo>
                <a:lnTo>
                  <a:pt x="1093028" y="627505"/>
                </a:lnTo>
                <a:lnTo>
                  <a:pt x="1092759" y="646166"/>
                </a:lnTo>
                <a:lnTo>
                  <a:pt x="1090659" y="665561"/>
                </a:lnTo>
                <a:lnTo>
                  <a:pt x="1070533" y="694331"/>
                </a:lnTo>
                <a:lnTo>
                  <a:pt x="1080522" y="720836"/>
                </a:lnTo>
                <a:lnTo>
                  <a:pt x="1077777" y="723038"/>
                </a:lnTo>
                <a:lnTo>
                  <a:pt x="1071365" y="726348"/>
                </a:lnTo>
                <a:lnTo>
                  <a:pt x="1043273" y="753694"/>
                </a:lnTo>
                <a:lnTo>
                  <a:pt x="1014913" y="781388"/>
                </a:lnTo>
                <a:lnTo>
                  <a:pt x="994226" y="801657"/>
                </a:lnTo>
                <a:lnTo>
                  <a:pt x="970741" y="824738"/>
                </a:lnTo>
                <a:lnTo>
                  <a:pt x="944460" y="850624"/>
                </a:lnTo>
                <a:lnTo>
                  <a:pt x="922049" y="872762"/>
                </a:lnTo>
                <a:lnTo>
                  <a:pt x="900079" y="888164"/>
                </a:lnTo>
                <a:lnTo>
                  <a:pt x="887026" y="87824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69760" y="2181074"/>
            <a:ext cx="803294" cy="170060"/>
          </a:xfrm>
          <a:custGeom>
            <a:avLst/>
            <a:gdLst/>
            <a:ahLst/>
            <a:cxnLst/>
            <a:rect l="l" t="t" r="r" b="b"/>
            <a:pathLst>
              <a:path w="803294" h="170060">
                <a:moveTo>
                  <a:pt x="793069" y="16516"/>
                </a:moveTo>
                <a:lnTo>
                  <a:pt x="773809" y="48320"/>
                </a:lnTo>
                <a:lnTo>
                  <a:pt x="742219" y="87531"/>
                </a:lnTo>
                <a:lnTo>
                  <a:pt x="710306" y="121433"/>
                </a:lnTo>
                <a:lnTo>
                  <a:pt x="676457" y="157531"/>
                </a:lnTo>
                <a:lnTo>
                  <a:pt x="639098" y="170060"/>
                </a:lnTo>
                <a:lnTo>
                  <a:pt x="607971" y="166418"/>
                </a:lnTo>
                <a:lnTo>
                  <a:pt x="570561" y="150807"/>
                </a:lnTo>
                <a:lnTo>
                  <a:pt x="540707" y="147505"/>
                </a:lnTo>
                <a:lnTo>
                  <a:pt x="518441" y="156479"/>
                </a:lnTo>
                <a:lnTo>
                  <a:pt x="498028" y="153330"/>
                </a:lnTo>
                <a:lnTo>
                  <a:pt x="479425" y="138068"/>
                </a:lnTo>
                <a:lnTo>
                  <a:pt x="463749" y="132417"/>
                </a:lnTo>
                <a:lnTo>
                  <a:pt x="450977" y="136335"/>
                </a:lnTo>
                <a:lnTo>
                  <a:pt x="434725" y="135454"/>
                </a:lnTo>
                <a:lnTo>
                  <a:pt x="405012" y="126903"/>
                </a:lnTo>
                <a:lnTo>
                  <a:pt x="379463" y="101192"/>
                </a:lnTo>
                <a:lnTo>
                  <a:pt x="365554" y="90547"/>
                </a:lnTo>
                <a:lnTo>
                  <a:pt x="354858" y="86453"/>
                </a:lnTo>
                <a:lnTo>
                  <a:pt x="324031" y="82155"/>
                </a:lnTo>
                <a:lnTo>
                  <a:pt x="253218" y="76017"/>
                </a:lnTo>
                <a:lnTo>
                  <a:pt x="245830" y="77364"/>
                </a:lnTo>
                <a:lnTo>
                  <a:pt x="216408" y="82355"/>
                </a:lnTo>
                <a:lnTo>
                  <a:pt x="179660" y="88663"/>
                </a:lnTo>
                <a:lnTo>
                  <a:pt x="148093" y="95018"/>
                </a:lnTo>
                <a:lnTo>
                  <a:pt x="115003" y="101740"/>
                </a:lnTo>
                <a:lnTo>
                  <a:pt x="84121" y="75287"/>
                </a:lnTo>
                <a:lnTo>
                  <a:pt x="49013" y="45316"/>
                </a:lnTo>
                <a:lnTo>
                  <a:pt x="12543" y="11933"/>
                </a:lnTo>
                <a:lnTo>
                  <a:pt x="0" y="0"/>
                </a:lnTo>
                <a:lnTo>
                  <a:pt x="803294" y="7128"/>
                </a:lnTo>
                <a:lnTo>
                  <a:pt x="793069" y="1651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660380" y="3614161"/>
            <a:ext cx="191199" cy="256347"/>
          </a:xfrm>
          <a:custGeom>
            <a:avLst/>
            <a:gdLst/>
            <a:ahLst/>
            <a:cxnLst/>
            <a:rect l="l" t="t" r="r" b="b"/>
            <a:pathLst>
              <a:path w="191199" h="256347">
                <a:moveTo>
                  <a:pt x="176833" y="41980"/>
                </a:moveTo>
                <a:lnTo>
                  <a:pt x="189706" y="50230"/>
                </a:lnTo>
                <a:lnTo>
                  <a:pt x="189987" y="65068"/>
                </a:lnTo>
                <a:lnTo>
                  <a:pt x="187649" y="81852"/>
                </a:lnTo>
                <a:lnTo>
                  <a:pt x="184304" y="92330"/>
                </a:lnTo>
                <a:lnTo>
                  <a:pt x="184642" y="102993"/>
                </a:lnTo>
                <a:lnTo>
                  <a:pt x="187873" y="119770"/>
                </a:lnTo>
                <a:lnTo>
                  <a:pt x="191199" y="131319"/>
                </a:lnTo>
                <a:lnTo>
                  <a:pt x="188927" y="182752"/>
                </a:lnTo>
                <a:lnTo>
                  <a:pt x="184586" y="180108"/>
                </a:lnTo>
                <a:lnTo>
                  <a:pt x="176557" y="177390"/>
                </a:lnTo>
                <a:lnTo>
                  <a:pt x="172170" y="178137"/>
                </a:lnTo>
                <a:lnTo>
                  <a:pt x="166764" y="200910"/>
                </a:lnTo>
                <a:lnTo>
                  <a:pt x="161578" y="234971"/>
                </a:lnTo>
                <a:lnTo>
                  <a:pt x="161993" y="256347"/>
                </a:lnTo>
                <a:lnTo>
                  <a:pt x="131063" y="255082"/>
                </a:lnTo>
                <a:lnTo>
                  <a:pt x="92114" y="250398"/>
                </a:lnTo>
                <a:lnTo>
                  <a:pt x="64649" y="239574"/>
                </a:lnTo>
                <a:lnTo>
                  <a:pt x="35601" y="217583"/>
                </a:lnTo>
                <a:lnTo>
                  <a:pt x="19359" y="184988"/>
                </a:lnTo>
                <a:lnTo>
                  <a:pt x="12561" y="164708"/>
                </a:lnTo>
                <a:lnTo>
                  <a:pt x="1604" y="162966"/>
                </a:lnTo>
                <a:lnTo>
                  <a:pt x="0" y="159493"/>
                </a:lnTo>
                <a:lnTo>
                  <a:pt x="306" y="135224"/>
                </a:lnTo>
                <a:lnTo>
                  <a:pt x="1882" y="109795"/>
                </a:lnTo>
                <a:lnTo>
                  <a:pt x="4298" y="103153"/>
                </a:lnTo>
                <a:lnTo>
                  <a:pt x="26476" y="72947"/>
                </a:lnTo>
                <a:lnTo>
                  <a:pt x="40274" y="54189"/>
                </a:lnTo>
                <a:lnTo>
                  <a:pt x="49235" y="35800"/>
                </a:lnTo>
                <a:lnTo>
                  <a:pt x="67736" y="14690"/>
                </a:lnTo>
                <a:lnTo>
                  <a:pt x="87071" y="1629"/>
                </a:lnTo>
                <a:lnTo>
                  <a:pt x="94075" y="0"/>
                </a:lnTo>
                <a:lnTo>
                  <a:pt x="98762" y="854"/>
                </a:lnTo>
                <a:lnTo>
                  <a:pt x="130322" y="22190"/>
                </a:lnTo>
                <a:lnTo>
                  <a:pt x="162700" y="42615"/>
                </a:lnTo>
                <a:lnTo>
                  <a:pt x="170094" y="40992"/>
                </a:lnTo>
                <a:lnTo>
                  <a:pt x="174050" y="39442"/>
                </a:lnTo>
                <a:lnTo>
                  <a:pt x="176833" y="419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609575" y="3023365"/>
            <a:ext cx="2350679" cy="2022693"/>
          </a:xfrm>
          <a:custGeom>
            <a:avLst/>
            <a:gdLst/>
            <a:ahLst/>
            <a:cxnLst/>
            <a:rect l="l" t="t" r="r" b="b"/>
            <a:pathLst>
              <a:path w="2350679" h="2022693">
                <a:moveTo>
                  <a:pt x="1875958" y="5681"/>
                </a:moveTo>
                <a:lnTo>
                  <a:pt x="1918964" y="0"/>
                </a:lnTo>
                <a:lnTo>
                  <a:pt x="1954499" y="7653"/>
                </a:lnTo>
                <a:lnTo>
                  <a:pt x="1996827" y="26802"/>
                </a:lnTo>
                <a:lnTo>
                  <a:pt x="2036834" y="34821"/>
                </a:lnTo>
                <a:lnTo>
                  <a:pt x="2074604" y="31693"/>
                </a:lnTo>
                <a:lnTo>
                  <a:pt x="2105185" y="32126"/>
                </a:lnTo>
                <a:lnTo>
                  <a:pt x="2128533" y="36117"/>
                </a:lnTo>
                <a:lnTo>
                  <a:pt x="2146712" y="43080"/>
                </a:lnTo>
                <a:lnTo>
                  <a:pt x="2159765" y="53001"/>
                </a:lnTo>
                <a:lnTo>
                  <a:pt x="2160121" y="61501"/>
                </a:lnTo>
                <a:lnTo>
                  <a:pt x="2160972" y="65403"/>
                </a:lnTo>
                <a:lnTo>
                  <a:pt x="2166954" y="88126"/>
                </a:lnTo>
                <a:lnTo>
                  <a:pt x="2175823" y="122066"/>
                </a:lnTo>
                <a:lnTo>
                  <a:pt x="2181233" y="153253"/>
                </a:lnTo>
                <a:lnTo>
                  <a:pt x="2188616" y="196037"/>
                </a:lnTo>
                <a:lnTo>
                  <a:pt x="2187043" y="219529"/>
                </a:lnTo>
                <a:lnTo>
                  <a:pt x="2188905" y="228753"/>
                </a:lnTo>
                <a:lnTo>
                  <a:pt x="2196931" y="240603"/>
                </a:lnTo>
                <a:lnTo>
                  <a:pt x="2206411" y="260717"/>
                </a:lnTo>
                <a:lnTo>
                  <a:pt x="2209397" y="271995"/>
                </a:lnTo>
                <a:lnTo>
                  <a:pt x="2212478" y="280478"/>
                </a:lnTo>
                <a:lnTo>
                  <a:pt x="2222732" y="296840"/>
                </a:lnTo>
                <a:lnTo>
                  <a:pt x="2230014" y="321159"/>
                </a:lnTo>
                <a:lnTo>
                  <a:pt x="2235502" y="353110"/>
                </a:lnTo>
                <a:lnTo>
                  <a:pt x="2240872" y="368611"/>
                </a:lnTo>
                <a:lnTo>
                  <a:pt x="2242787" y="376181"/>
                </a:lnTo>
                <a:lnTo>
                  <a:pt x="2244811" y="389888"/>
                </a:lnTo>
                <a:lnTo>
                  <a:pt x="2242734" y="418422"/>
                </a:lnTo>
                <a:lnTo>
                  <a:pt x="2240936" y="451513"/>
                </a:lnTo>
                <a:lnTo>
                  <a:pt x="2238924" y="488470"/>
                </a:lnTo>
                <a:lnTo>
                  <a:pt x="2237273" y="518974"/>
                </a:lnTo>
                <a:lnTo>
                  <a:pt x="2235231" y="534340"/>
                </a:lnTo>
                <a:lnTo>
                  <a:pt x="2233323" y="578197"/>
                </a:lnTo>
                <a:lnTo>
                  <a:pt x="2222608" y="600448"/>
                </a:lnTo>
                <a:lnTo>
                  <a:pt x="2222679" y="618438"/>
                </a:lnTo>
                <a:lnTo>
                  <a:pt x="2224855" y="630238"/>
                </a:lnTo>
                <a:lnTo>
                  <a:pt x="2220899" y="631788"/>
                </a:lnTo>
                <a:lnTo>
                  <a:pt x="2213505" y="633411"/>
                </a:lnTo>
                <a:lnTo>
                  <a:pt x="2181127" y="612986"/>
                </a:lnTo>
                <a:lnTo>
                  <a:pt x="2149567" y="591650"/>
                </a:lnTo>
                <a:lnTo>
                  <a:pt x="2144880" y="590796"/>
                </a:lnTo>
                <a:lnTo>
                  <a:pt x="2137876" y="592425"/>
                </a:lnTo>
                <a:lnTo>
                  <a:pt x="2118541" y="605486"/>
                </a:lnTo>
                <a:lnTo>
                  <a:pt x="2100040" y="626596"/>
                </a:lnTo>
                <a:lnTo>
                  <a:pt x="2091079" y="644985"/>
                </a:lnTo>
                <a:lnTo>
                  <a:pt x="2077281" y="663743"/>
                </a:lnTo>
                <a:lnTo>
                  <a:pt x="2055103" y="693949"/>
                </a:lnTo>
                <a:lnTo>
                  <a:pt x="2052687" y="700591"/>
                </a:lnTo>
                <a:lnTo>
                  <a:pt x="2051111" y="726020"/>
                </a:lnTo>
                <a:lnTo>
                  <a:pt x="2050805" y="750289"/>
                </a:lnTo>
                <a:lnTo>
                  <a:pt x="2052409" y="753762"/>
                </a:lnTo>
                <a:lnTo>
                  <a:pt x="2063366" y="755504"/>
                </a:lnTo>
                <a:lnTo>
                  <a:pt x="2070164" y="775784"/>
                </a:lnTo>
                <a:lnTo>
                  <a:pt x="2086406" y="808379"/>
                </a:lnTo>
                <a:lnTo>
                  <a:pt x="2115454" y="830370"/>
                </a:lnTo>
                <a:lnTo>
                  <a:pt x="2142919" y="841194"/>
                </a:lnTo>
                <a:lnTo>
                  <a:pt x="2181868" y="845878"/>
                </a:lnTo>
                <a:lnTo>
                  <a:pt x="2212798" y="847143"/>
                </a:lnTo>
                <a:lnTo>
                  <a:pt x="2212383" y="825767"/>
                </a:lnTo>
                <a:lnTo>
                  <a:pt x="2217569" y="791706"/>
                </a:lnTo>
                <a:lnTo>
                  <a:pt x="2222975" y="768933"/>
                </a:lnTo>
                <a:lnTo>
                  <a:pt x="2227362" y="768186"/>
                </a:lnTo>
                <a:lnTo>
                  <a:pt x="2235391" y="770904"/>
                </a:lnTo>
                <a:lnTo>
                  <a:pt x="2239732" y="773548"/>
                </a:lnTo>
                <a:lnTo>
                  <a:pt x="2252253" y="773393"/>
                </a:lnTo>
                <a:lnTo>
                  <a:pt x="2274067" y="779363"/>
                </a:lnTo>
                <a:lnTo>
                  <a:pt x="2291939" y="780049"/>
                </a:lnTo>
                <a:lnTo>
                  <a:pt x="2307914" y="780686"/>
                </a:lnTo>
                <a:lnTo>
                  <a:pt x="2334930" y="781769"/>
                </a:lnTo>
                <a:lnTo>
                  <a:pt x="2350679" y="782601"/>
                </a:lnTo>
                <a:lnTo>
                  <a:pt x="2342767" y="819354"/>
                </a:lnTo>
                <a:lnTo>
                  <a:pt x="2318208" y="876048"/>
                </a:lnTo>
                <a:lnTo>
                  <a:pt x="2309383" y="902217"/>
                </a:lnTo>
                <a:lnTo>
                  <a:pt x="2285359" y="996286"/>
                </a:lnTo>
                <a:lnTo>
                  <a:pt x="2259426" y="1042762"/>
                </a:lnTo>
                <a:lnTo>
                  <a:pt x="2245416" y="1061735"/>
                </a:lnTo>
                <a:lnTo>
                  <a:pt x="2206547" y="1094408"/>
                </a:lnTo>
                <a:lnTo>
                  <a:pt x="2195936" y="1100870"/>
                </a:lnTo>
                <a:lnTo>
                  <a:pt x="2186630" y="1104850"/>
                </a:lnTo>
                <a:lnTo>
                  <a:pt x="2170395" y="1107863"/>
                </a:lnTo>
                <a:lnTo>
                  <a:pt x="2103564" y="1174984"/>
                </a:lnTo>
                <a:lnTo>
                  <a:pt x="2078288" y="1207827"/>
                </a:lnTo>
                <a:lnTo>
                  <a:pt x="2054769" y="1256505"/>
                </a:lnTo>
                <a:lnTo>
                  <a:pt x="2032795" y="1282727"/>
                </a:lnTo>
                <a:lnTo>
                  <a:pt x="1999577" y="1339466"/>
                </a:lnTo>
                <a:lnTo>
                  <a:pt x="1970442" y="1383123"/>
                </a:lnTo>
                <a:lnTo>
                  <a:pt x="1942721" y="1422887"/>
                </a:lnTo>
                <a:lnTo>
                  <a:pt x="1895817" y="1477269"/>
                </a:lnTo>
                <a:lnTo>
                  <a:pt x="1875539" y="1492688"/>
                </a:lnTo>
                <a:lnTo>
                  <a:pt x="1862051" y="1499555"/>
                </a:lnTo>
                <a:lnTo>
                  <a:pt x="1825708" y="1530799"/>
                </a:lnTo>
                <a:lnTo>
                  <a:pt x="1774473" y="1581466"/>
                </a:lnTo>
                <a:lnTo>
                  <a:pt x="1735173" y="1626729"/>
                </a:lnTo>
                <a:lnTo>
                  <a:pt x="1677476" y="1677697"/>
                </a:lnTo>
                <a:lnTo>
                  <a:pt x="1644528" y="1699794"/>
                </a:lnTo>
                <a:lnTo>
                  <a:pt x="1594841" y="1743938"/>
                </a:lnTo>
                <a:lnTo>
                  <a:pt x="1581244" y="1750279"/>
                </a:lnTo>
                <a:lnTo>
                  <a:pt x="1525921" y="1791197"/>
                </a:lnTo>
                <a:lnTo>
                  <a:pt x="1486472" y="1815975"/>
                </a:lnTo>
                <a:lnTo>
                  <a:pt x="1423140" y="1844417"/>
                </a:lnTo>
                <a:lnTo>
                  <a:pt x="1398135" y="1852275"/>
                </a:lnTo>
                <a:lnTo>
                  <a:pt x="1339030" y="1843430"/>
                </a:lnTo>
                <a:lnTo>
                  <a:pt x="1314207" y="1847182"/>
                </a:lnTo>
                <a:lnTo>
                  <a:pt x="1293260" y="1864961"/>
                </a:lnTo>
                <a:lnTo>
                  <a:pt x="1290946" y="1890888"/>
                </a:lnTo>
                <a:lnTo>
                  <a:pt x="1282297" y="1894664"/>
                </a:lnTo>
                <a:lnTo>
                  <a:pt x="1269291" y="1893337"/>
                </a:lnTo>
                <a:lnTo>
                  <a:pt x="1228110" y="1882053"/>
                </a:lnTo>
                <a:lnTo>
                  <a:pt x="1205672" y="1883921"/>
                </a:lnTo>
                <a:lnTo>
                  <a:pt x="1192470" y="1897656"/>
                </a:lnTo>
                <a:lnTo>
                  <a:pt x="1181806" y="1915122"/>
                </a:lnTo>
                <a:lnTo>
                  <a:pt x="1150738" y="1915832"/>
                </a:lnTo>
                <a:lnTo>
                  <a:pt x="1095456" y="1897497"/>
                </a:lnTo>
                <a:lnTo>
                  <a:pt x="1030286" y="1886483"/>
                </a:lnTo>
                <a:lnTo>
                  <a:pt x="1015191" y="1885304"/>
                </a:lnTo>
                <a:lnTo>
                  <a:pt x="983673" y="1898908"/>
                </a:lnTo>
                <a:lnTo>
                  <a:pt x="972648" y="1900933"/>
                </a:lnTo>
                <a:lnTo>
                  <a:pt x="926635" y="1898393"/>
                </a:lnTo>
                <a:lnTo>
                  <a:pt x="901022" y="1890138"/>
                </a:lnTo>
                <a:lnTo>
                  <a:pt x="876609" y="1890383"/>
                </a:lnTo>
                <a:lnTo>
                  <a:pt x="857995" y="1897650"/>
                </a:lnTo>
                <a:lnTo>
                  <a:pt x="835355" y="1900430"/>
                </a:lnTo>
                <a:lnTo>
                  <a:pt x="775090" y="1950208"/>
                </a:lnTo>
                <a:lnTo>
                  <a:pt x="743562" y="1950886"/>
                </a:lnTo>
                <a:lnTo>
                  <a:pt x="716499" y="1957115"/>
                </a:lnTo>
                <a:lnTo>
                  <a:pt x="703009" y="1957232"/>
                </a:lnTo>
                <a:lnTo>
                  <a:pt x="677587" y="1951026"/>
                </a:lnTo>
                <a:lnTo>
                  <a:pt x="668198" y="1951716"/>
                </a:lnTo>
                <a:lnTo>
                  <a:pt x="653923" y="1955144"/>
                </a:lnTo>
                <a:lnTo>
                  <a:pt x="639797" y="1964107"/>
                </a:lnTo>
                <a:lnTo>
                  <a:pt x="607199" y="1968744"/>
                </a:lnTo>
                <a:lnTo>
                  <a:pt x="594730" y="1976430"/>
                </a:lnTo>
                <a:lnTo>
                  <a:pt x="541147" y="2022693"/>
                </a:lnTo>
                <a:lnTo>
                  <a:pt x="528530" y="2021346"/>
                </a:lnTo>
                <a:lnTo>
                  <a:pt x="518269" y="2018796"/>
                </a:lnTo>
                <a:lnTo>
                  <a:pt x="489636" y="2019288"/>
                </a:lnTo>
                <a:lnTo>
                  <a:pt x="456212" y="1996799"/>
                </a:lnTo>
                <a:lnTo>
                  <a:pt x="443852" y="1998791"/>
                </a:lnTo>
                <a:lnTo>
                  <a:pt x="446869" y="1991555"/>
                </a:lnTo>
                <a:lnTo>
                  <a:pt x="447315" y="1978921"/>
                </a:lnTo>
                <a:lnTo>
                  <a:pt x="440066" y="1970298"/>
                </a:lnTo>
                <a:lnTo>
                  <a:pt x="435247" y="1966515"/>
                </a:lnTo>
                <a:lnTo>
                  <a:pt x="422528" y="1967766"/>
                </a:lnTo>
                <a:lnTo>
                  <a:pt x="415252" y="1957316"/>
                </a:lnTo>
                <a:lnTo>
                  <a:pt x="395672" y="1957112"/>
                </a:lnTo>
                <a:lnTo>
                  <a:pt x="389044" y="1960113"/>
                </a:lnTo>
                <a:lnTo>
                  <a:pt x="379691" y="1961066"/>
                </a:lnTo>
                <a:lnTo>
                  <a:pt x="378328" y="1950249"/>
                </a:lnTo>
                <a:lnTo>
                  <a:pt x="378740" y="1943378"/>
                </a:lnTo>
                <a:lnTo>
                  <a:pt x="377655" y="1932894"/>
                </a:lnTo>
                <a:lnTo>
                  <a:pt x="374675" y="1920102"/>
                </a:lnTo>
                <a:lnTo>
                  <a:pt x="366886" y="1916324"/>
                </a:lnTo>
                <a:lnTo>
                  <a:pt x="360978" y="1914856"/>
                </a:lnTo>
                <a:lnTo>
                  <a:pt x="347152" y="1916355"/>
                </a:lnTo>
                <a:lnTo>
                  <a:pt x="337672" y="1918170"/>
                </a:lnTo>
                <a:lnTo>
                  <a:pt x="333378" y="1922125"/>
                </a:lnTo>
                <a:lnTo>
                  <a:pt x="328742" y="1931805"/>
                </a:lnTo>
                <a:lnTo>
                  <a:pt x="330171" y="1960526"/>
                </a:lnTo>
                <a:lnTo>
                  <a:pt x="322891" y="1952612"/>
                </a:lnTo>
                <a:lnTo>
                  <a:pt x="314187" y="1935774"/>
                </a:lnTo>
                <a:lnTo>
                  <a:pt x="310717" y="1917540"/>
                </a:lnTo>
                <a:lnTo>
                  <a:pt x="312385" y="1895698"/>
                </a:lnTo>
                <a:lnTo>
                  <a:pt x="326804" y="1886767"/>
                </a:lnTo>
                <a:lnTo>
                  <a:pt x="324894" y="1872153"/>
                </a:lnTo>
                <a:lnTo>
                  <a:pt x="321086" y="1859577"/>
                </a:lnTo>
                <a:lnTo>
                  <a:pt x="302753" y="1827773"/>
                </a:lnTo>
                <a:lnTo>
                  <a:pt x="295461" y="1813178"/>
                </a:lnTo>
                <a:lnTo>
                  <a:pt x="280766" y="1803757"/>
                </a:lnTo>
                <a:lnTo>
                  <a:pt x="268432" y="1779962"/>
                </a:lnTo>
                <a:lnTo>
                  <a:pt x="256827" y="1771680"/>
                </a:lnTo>
                <a:lnTo>
                  <a:pt x="251261" y="1754887"/>
                </a:lnTo>
                <a:lnTo>
                  <a:pt x="239639" y="1741800"/>
                </a:lnTo>
                <a:lnTo>
                  <a:pt x="234751" y="1720443"/>
                </a:lnTo>
                <a:lnTo>
                  <a:pt x="240070" y="1707771"/>
                </a:lnTo>
                <a:lnTo>
                  <a:pt x="249201" y="1700561"/>
                </a:lnTo>
                <a:lnTo>
                  <a:pt x="259472" y="1710766"/>
                </a:lnTo>
                <a:lnTo>
                  <a:pt x="271269" y="1706001"/>
                </a:lnTo>
                <a:lnTo>
                  <a:pt x="287563" y="1689593"/>
                </a:lnTo>
                <a:lnTo>
                  <a:pt x="296473" y="1665462"/>
                </a:lnTo>
                <a:lnTo>
                  <a:pt x="295164" y="1627591"/>
                </a:lnTo>
                <a:lnTo>
                  <a:pt x="291343" y="1604075"/>
                </a:lnTo>
                <a:lnTo>
                  <a:pt x="274520" y="1543643"/>
                </a:lnTo>
                <a:lnTo>
                  <a:pt x="267315" y="1529919"/>
                </a:lnTo>
                <a:lnTo>
                  <a:pt x="234030" y="1487711"/>
                </a:lnTo>
                <a:lnTo>
                  <a:pt x="194792" y="1430994"/>
                </a:lnTo>
                <a:lnTo>
                  <a:pt x="143771" y="1341098"/>
                </a:lnTo>
                <a:lnTo>
                  <a:pt x="118553" y="1286827"/>
                </a:lnTo>
                <a:lnTo>
                  <a:pt x="78505" y="1176725"/>
                </a:lnTo>
                <a:lnTo>
                  <a:pt x="45085" y="1115068"/>
                </a:lnTo>
                <a:lnTo>
                  <a:pt x="4936" y="1058079"/>
                </a:lnTo>
                <a:lnTo>
                  <a:pt x="0" y="1054515"/>
                </a:lnTo>
                <a:lnTo>
                  <a:pt x="5150" y="1046984"/>
                </a:lnTo>
                <a:lnTo>
                  <a:pt x="24002" y="1032146"/>
                </a:lnTo>
                <a:lnTo>
                  <a:pt x="32745" y="1027928"/>
                </a:lnTo>
                <a:lnTo>
                  <a:pt x="37606" y="1029346"/>
                </a:lnTo>
                <a:lnTo>
                  <a:pt x="42018" y="1025323"/>
                </a:lnTo>
                <a:lnTo>
                  <a:pt x="45969" y="1015828"/>
                </a:lnTo>
                <a:lnTo>
                  <a:pt x="46454" y="1007101"/>
                </a:lnTo>
                <a:lnTo>
                  <a:pt x="47950" y="994708"/>
                </a:lnTo>
                <a:lnTo>
                  <a:pt x="51930" y="987121"/>
                </a:lnTo>
                <a:lnTo>
                  <a:pt x="55920" y="972207"/>
                </a:lnTo>
                <a:lnTo>
                  <a:pt x="63627" y="962364"/>
                </a:lnTo>
                <a:lnTo>
                  <a:pt x="80766" y="955182"/>
                </a:lnTo>
                <a:lnTo>
                  <a:pt x="94483" y="962683"/>
                </a:lnTo>
                <a:lnTo>
                  <a:pt x="100488" y="970468"/>
                </a:lnTo>
                <a:lnTo>
                  <a:pt x="103370" y="981007"/>
                </a:lnTo>
                <a:lnTo>
                  <a:pt x="109510" y="985842"/>
                </a:lnTo>
                <a:lnTo>
                  <a:pt x="118897" y="984975"/>
                </a:lnTo>
                <a:lnTo>
                  <a:pt x="125885" y="991187"/>
                </a:lnTo>
                <a:lnTo>
                  <a:pt x="130457" y="1004459"/>
                </a:lnTo>
                <a:lnTo>
                  <a:pt x="130210" y="1014268"/>
                </a:lnTo>
                <a:lnTo>
                  <a:pt x="125195" y="1020615"/>
                </a:lnTo>
                <a:lnTo>
                  <a:pt x="126378" y="1028537"/>
                </a:lnTo>
                <a:lnTo>
                  <a:pt x="133725" y="1038070"/>
                </a:lnTo>
                <a:lnTo>
                  <a:pt x="137042" y="1047314"/>
                </a:lnTo>
                <a:lnTo>
                  <a:pt x="142275" y="1059465"/>
                </a:lnTo>
                <a:lnTo>
                  <a:pt x="166545" y="1065450"/>
                </a:lnTo>
                <a:lnTo>
                  <a:pt x="178428" y="1068924"/>
                </a:lnTo>
                <a:lnTo>
                  <a:pt x="198620" y="1069300"/>
                </a:lnTo>
                <a:lnTo>
                  <a:pt x="217913" y="1073899"/>
                </a:lnTo>
                <a:lnTo>
                  <a:pt x="236295" y="1082749"/>
                </a:lnTo>
                <a:lnTo>
                  <a:pt x="265816" y="1083721"/>
                </a:lnTo>
                <a:lnTo>
                  <a:pt x="306516" y="1076921"/>
                </a:lnTo>
                <a:lnTo>
                  <a:pt x="340318" y="1077723"/>
                </a:lnTo>
                <a:lnTo>
                  <a:pt x="367193" y="1086102"/>
                </a:lnTo>
                <a:lnTo>
                  <a:pt x="386434" y="1087090"/>
                </a:lnTo>
                <a:lnTo>
                  <a:pt x="398082" y="1080664"/>
                </a:lnTo>
                <a:lnTo>
                  <a:pt x="402894" y="1071830"/>
                </a:lnTo>
                <a:lnTo>
                  <a:pt x="400863" y="1060598"/>
                </a:lnTo>
                <a:lnTo>
                  <a:pt x="406488" y="1053229"/>
                </a:lnTo>
                <a:lnTo>
                  <a:pt x="419761" y="1049700"/>
                </a:lnTo>
                <a:lnTo>
                  <a:pt x="430164" y="1040811"/>
                </a:lnTo>
                <a:lnTo>
                  <a:pt x="437719" y="1026527"/>
                </a:lnTo>
                <a:lnTo>
                  <a:pt x="455987" y="1014499"/>
                </a:lnTo>
                <a:lnTo>
                  <a:pt x="484982" y="1004746"/>
                </a:lnTo>
                <a:lnTo>
                  <a:pt x="499570" y="1004570"/>
                </a:lnTo>
                <a:lnTo>
                  <a:pt x="498824" y="981906"/>
                </a:lnTo>
                <a:lnTo>
                  <a:pt x="496485" y="910362"/>
                </a:lnTo>
                <a:lnTo>
                  <a:pt x="494173" y="838821"/>
                </a:lnTo>
                <a:lnTo>
                  <a:pt x="491887" y="767297"/>
                </a:lnTo>
                <a:lnTo>
                  <a:pt x="489626" y="695761"/>
                </a:lnTo>
                <a:lnTo>
                  <a:pt x="487392" y="624230"/>
                </a:lnTo>
                <a:lnTo>
                  <a:pt x="485185" y="552719"/>
                </a:lnTo>
                <a:lnTo>
                  <a:pt x="483003" y="481199"/>
                </a:lnTo>
                <a:lnTo>
                  <a:pt x="480968" y="413675"/>
                </a:lnTo>
                <a:lnTo>
                  <a:pt x="488173" y="418323"/>
                </a:lnTo>
                <a:lnTo>
                  <a:pt x="535582" y="452779"/>
                </a:lnTo>
                <a:lnTo>
                  <a:pt x="548596" y="471268"/>
                </a:lnTo>
                <a:lnTo>
                  <a:pt x="555127" y="483030"/>
                </a:lnTo>
                <a:lnTo>
                  <a:pt x="576140" y="525893"/>
                </a:lnTo>
                <a:lnTo>
                  <a:pt x="591914" y="564417"/>
                </a:lnTo>
                <a:lnTo>
                  <a:pt x="604633" y="593446"/>
                </a:lnTo>
                <a:lnTo>
                  <a:pt x="605872" y="606833"/>
                </a:lnTo>
                <a:lnTo>
                  <a:pt x="607882" y="619903"/>
                </a:lnTo>
                <a:lnTo>
                  <a:pt x="609727" y="626300"/>
                </a:lnTo>
                <a:lnTo>
                  <a:pt x="608797" y="633457"/>
                </a:lnTo>
                <a:lnTo>
                  <a:pt x="600786" y="649623"/>
                </a:lnTo>
                <a:lnTo>
                  <a:pt x="592524" y="662061"/>
                </a:lnTo>
                <a:lnTo>
                  <a:pt x="582668" y="679008"/>
                </a:lnTo>
                <a:lnTo>
                  <a:pt x="582261" y="701068"/>
                </a:lnTo>
                <a:lnTo>
                  <a:pt x="586049" y="726930"/>
                </a:lnTo>
                <a:lnTo>
                  <a:pt x="592684" y="739674"/>
                </a:lnTo>
                <a:lnTo>
                  <a:pt x="600692" y="743710"/>
                </a:lnTo>
                <a:lnTo>
                  <a:pt x="619427" y="736795"/>
                </a:lnTo>
                <a:lnTo>
                  <a:pt x="631446" y="738483"/>
                </a:lnTo>
                <a:lnTo>
                  <a:pt x="648446" y="743018"/>
                </a:lnTo>
                <a:lnTo>
                  <a:pt x="703749" y="738777"/>
                </a:lnTo>
                <a:lnTo>
                  <a:pt x="710470" y="740231"/>
                </a:lnTo>
                <a:lnTo>
                  <a:pt x="731404" y="741685"/>
                </a:lnTo>
                <a:lnTo>
                  <a:pt x="738350" y="739421"/>
                </a:lnTo>
                <a:lnTo>
                  <a:pt x="744506" y="733827"/>
                </a:lnTo>
                <a:lnTo>
                  <a:pt x="751476" y="718136"/>
                </a:lnTo>
                <a:lnTo>
                  <a:pt x="757876" y="712920"/>
                </a:lnTo>
                <a:lnTo>
                  <a:pt x="769582" y="710085"/>
                </a:lnTo>
                <a:lnTo>
                  <a:pt x="783440" y="705669"/>
                </a:lnTo>
                <a:lnTo>
                  <a:pt x="794862" y="696540"/>
                </a:lnTo>
                <a:lnTo>
                  <a:pt x="812745" y="665510"/>
                </a:lnTo>
                <a:lnTo>
                  <a:pt x="849104" y="637724"/>
                </a:lnTo>
                <a:lnTo>
                  <a:pt x="860304" y="631060"/>
                </a:lnTo>
                <a:lnTo>
                  <a:pt x="867337" y="623631"/>
                </a:lnTo>
                <a:lnTo>
                  <a:pt x="873412" y="613671"/>
                </a:lnTo>
                <a:lnTo>
                  <a:pt x="885967" y="579149"/>
                </a:lnTo>
                <a:lnTo>
                  <a:pt x="895463" y="550399"/>
                </a:lnTo>
                <a:lnTo>
                  <a:pt x="898670" y="536864"/>
                </a:lnTo>
                <a:lnTo>
                  <a:pt x="907211" y="514725"/>
                </a:lnTo>
                <a:lnTo>
                  <a:pt x="917676" y="500552"/>
                </a:lnTo>
                <a:lnTo>
                  <a:pt x="927964" y="493044"/>
                </a:lnTo>
                <a:lnTo>
                  <a:pt x="933131" y="491106"/>
                </a:lnTo>
                <a:lnTo>
                  <a:pt x="946438" y="487213"/>
                </a:lnTo>
                <a:lnTo>
                  <a:pt x="963563" y="483559"/>
                </a:lnTo>
                <a:lnTo>
                  <a:pt x="981602" y="487453"/>
                </a:lnTo>
                <a:lnTo>
                  <a:pt x="1000962" y="495897"/>
                </a:lnTo>
                <a:lnTo>
                  <a:pt x="1022802" y="510226"/>
                </a:lnTo>
                <a:lnTo>
                  <a:pt x="1045128" y="527972"/>
                </a:lnTo>
                <a:lnTo>
                  <a:pt x="1055392" y="537005"/>
                </a:lnTo>
                <a:lnTo>
                  <a:pt x="1066443" y="541050"/>
                </a:lnTo>
                <a:lnTo>
                  <a:pt x="1086116" y="542469"/>
                </a:lnTo>
                <a:lnTo>
                  <a:pt x="1099014" y="542170"/>
                </a:lnTo>
                <a:lnTo>
                  <a:pt x="1119027" y="559891"/>
                </a:lnTo>
                <a:lnTo>
                  <a:pt x="1129164" y="561035"/>
                </a:lnTo>
                <a:lnTo>
                  <a:pt x="1151810" y="566474"/>
                </a:lnTo>
                <a:lnTo>
                  <a:pt x="1179772" y="572128"/>
                </a:lnTo>
                <a:lnTo>
                  <a:pt x="1197400" y="571611"/>
                </a:lnTo>
                <a:lnTo>
                  <a:pt x="1216348" y="562186"/>
                </a:lnTo>
                <a:lnTo>
                  <a:pt x="1229974" y="561889"/>
                </a:lnTo>
                <a:lnTo>
                  <a:pt x="1247571" y="562816"/>
                </a:lnTo>
                <a:lnTo>
                  <a:pt x="1266937" y="560387"/>
                </a:lnTo>
                <a:lnTo>
                  <a:pt x="1281174" y="556443"/>
                </a:lnTo>
                <a:lnTo>
                  <a:pt x="1292124" y="548262"/>
                </a:lnTo>
                <a:lnTo>
                  <a:pt x="1301796" y="539286"/>
                </a:lnTo>
                <a:lnTo>
                  <a:pt x="1313128" y="512356"/>
                </a:lnTo>
                <a:lnTo>
                  <a:pt x="1319753" y="490646"/>
                </a:lnTo>
                <a:lnTo>
                  <a:pt x="1329922" y="465720"/>
                </a:lnTo>
                <a:lnTo>
                  <a:pt x="1342470" y="431932"/>
                </a:lnTo>
                <a:lnTo>
                  <a:pt x="1347112" y="408320"/>
                </a:lnTo>
                <a:lnTo>
                  <a:pt x="1351648" y="401871"/>
                </a:lnTo>
                <a:lnTo>
                  <a:pt x="1369334" y="394901"/>
                </a:lnTo>
                <a:lnTo>
                  <a:pt x="1383956" y="390159"/>
                </a:lnTo>
                <a:lnTo>
                  <a:pt x="1423240" y="381535"/>
                </a:lnTo>
                <a:lnTo>
                  <a:pt x="1431352" y="376724"/>
                </a:lnTo>
                <a:lnTo>
                  <a:pt x="1438880" y="365703"/>
                </a:lnTo>
                <a:lnTo>
                  <a:pt x="1456337" y="347110"/>
                </a:lnTo>
                <a:lnTo>
                  <a:pt x="1477761" y="331741"/>
                </a:lnTo>
                <a:lnTo>
                  <a:pt x="1488841" y="322919"/>
                </a:lnTo>
                <a:lnTo>
                  <a:pt x="1510480" y="246649"/>
                </a:lnTo>
                <a:lnTo>
                  <a:pt x="1513112" y="237241"/>
                </a:lnTo>
                <a:lnTo>
                  <a:pt x="1528148" y="217226"/>
                </a:lnTo>
                <a:lnTo>
                  <a:pt x="1537356" y="208842"/>
                </a:lnTo>
                <a:lnTo>
                  <a:pt x="1543163" y="208825"/>
                </a:lnTo>
                <a:lnTo>
                  <a:pt x="1551538" y="203661"/>
                </a:lnTo>
                <a:lnTo>
                  <a:pt x="1562487" y="193353"/>
                </a:lnTo>
                <a:lnTo>
                  <a:pt x="1575377" y="187152"/>
                </a:lnTo>
                <a:lnTo>
                  <a:pt x="1590200" y="185093"/>
                </a:lnTo>
                <a:lnTo>
                  <a:pt x="1599942" y="178321"/>
                </a:lnTo>
                <a:lnTo>
                  <a:pt x="1604616" y="166877"/>
                </a:lnTo>
                <a:lnTo>
                  <a:pt x="1612360" y="161469"/>
                </a:lnTo>
                <a:lnTo>
                  <a:pt x="1623186" y="162087"/>
                </a:lnTo>
                <a:lnTo>
                  <a:pt x="1629449" y="158591"/>
                </a:lnTo>
                <a:lnTo>
                  <a:pt x="1631178" y="150947"/>
                </a:lnTo>
                <a:lnTo>
                  <a:pt x="1637901" y="144562"/>
                </a:lnTo>
                <a:lnTo>
                  <a:pt x="1649636" y="139426"/>
                </a:lnTo>
                <a:lnTo>
                  <a:pt x="1655886" y="133127"/>
                </a:lnTo>
                <a:lnTo>
                  <a:pt x="1656647" y="125660"/>
                </a:lnTo>
                <a:lnTo>
                  <a:pt x="1670982" y="107879"/>
                </a:lnTo>
                <a:lnTo>
                  <a:pt x="1698971" y="79800"/>
                </a:lnTo>
                <a:lnTo>
                  <a:pt x="1725046" y="64524"/>
                </a:lnTo>
                <a:lnTo>
                  <a:pt x="1749187" y="62060"/>
                </a:lnTo>
                <a:lnTo>
                  <a:pt x="1772157" y="56835"/>
                </a:lnTo>
                <a:lnTo>
                  <a:pt x="1793991" y="48845"/>
                </a:lnTo>
                <a:lnTo>
                  <a:pt x="1810282" y="35659"/>
                </a:lnTo>
                <a:lnTo>
                  <a:pt x="1821044" y="17296"/>
                </a:lnTo>
                <a:lnTo>
                  <a:pt x="1838817" y="7502"/>
                </a:lnTo>
                <a:lnTo>
                  <a:pt x="1874067" y="5793"/>
                </a:lnTo>
                <a:lnTo>
                  <a:pt x="1875958" y="56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903080" y="2243473"/>
            <a:ext cx="1971692" cy="1866982"/>
          </a:xfrm>
          <a:custGeom>
            <a:avLst/>
            <a:gdLst/>
            <a:ahLst/>
            <a:cxnLst/>
            <a:rect l="l" t="t" r="r" b="b"/>
            <a:pathLst>
              <a:path w="1971692" h="1866982">
                <a:moveTo>
                  <a:pt x="1714773" y="32619"/>
                </a:moveTo>
                <a:lnTo>
                  <a:pt x="1746340" y="26264"/>
                </a:lnTo>
                <a:lnTo>
                  <a:pt x="1783088" y="19956"/>
                </a:lnTo>
                <a:lnTo>
                  <a:pt x="1812510" y="14965"/>
                </a:lnTo>
                <a:lnTo>
                  <a:pt x="1819898" y="13618"/>
                </a:lnTo>
                <a:lnTo>
                  <a:pt x="1890711" y="19756"/>
                </a:lnTo>
                <a:lnTo>
                  <a:pt x="1921538" y="24054"/>
                </a:lnTo>
                <a:lnTo>
                  <a:pt x="1932234" y="28148"/>
                </a:lnTo>
                <a:lnTo>
                  <a:pt x="1946143" y="38793"/>
                </a:lnTo>
                <a:lnTo>
                  <a:pt x="1971692" y="64504"/>
                </a:lnTo>
                <a:lnTo>
                  <a:pt x="1965096" y="63491"/>
                </a:lnTo>
                <a:lnTo>
                  <a:pt x="1917687" y="68537"/>
                </a:lnTo>
                <a:lnTo>
                  <a:pt x="1899613" y="75354"/>
                </a:lnTo>
                <a:lnTo>
                  <a:pt x="1859149" y="105285"/>
                </a:lnTo>
                <a:lnTo>
                  <a:pt x="1850581" y="101375"/>
                </a:lnTo>
                <a:lnTo>
                  <a:pt x="1840933" y="95087"/>
                </a:lnTo>
                <a:lnTo>
                  <a:pt x="1832731" y="93265"/>
                </a:lnTo>
                <a:lnTo>
                  <a:pt x="1814983" y="100468"/>
                </a:lnTo>
                <a:lnTo>
                  <a:pt x="1797303" y="109110"/>
                </a:lnTo>
                <a:lnTo>
                  <a:pt x="1777786" y="121365"/>
                </a:lnTo>
                <a:lnTo>
                  <a:pt x="1761729" y="133402"/>
                </a:lnTo>
                <a:lnTo>
                  <a:pt x="1756488" y="139867"/>
                </a:lnTo>
                <a:lnTo>
                  <a:pt x="1731329" y="164707"/>
                </a:lnTo>
                <a:lnTo>
                  <a:pt x="1723139" y="168748"/>
                </a:lnTo>
                <a:lnTo>
                  <a:pt x="1715847" y="170458"/>
                </a:lnTo>
                <a:lnTo>
                  <a:pt x="1712902" y="169340"/>
                </a:lnTo>
                <a:lnTo>
                  <a:pt x="1709736" y="158694"/>
                </a:lnTo>
                <a:lnTo>
                  <a:pt x="1694215" y="133857"/>
                </a:lnTo>
                <a:lnTo>
                  <a:pt x="1669270" y="101336"/>
                </a:lnTo>
                <a:lnTo>
                  <a:pt x="1662001" y="98199"/>
                </a:lnTo>
                <a:lnTo>
                  <a:pt x="1657027" y="96975"/>
                </a:lnTo>
                <a:lnTo>
                  <a:pt x="1638623" y="98668"/>
                </a:lnTo>
                <a:lnTo>
                  <a:pt x="1585177" y="108315"/>
                </a:lnTo>
                <a:lnTo>
                  <a:pt x="1540153" y="116547"/>
                </a:lnTo>
                <a:lnTo>
                  <a:pt x="1471211" y="130717"/>
                </a:lnTo>
                <a:lnTo>
                  <a:pt x="1397218" y="142655"/>
                </a:lnTo>
                <a:lnTo>
                  <a:pt x="1351610" y="150131"/>
                </a:lnTo>
                <a:lnTo>
                  <a:pt x="1311905" y="152896"/>
                </a:lnTo>
                <a:lnTo>
                  <a:pt x="1312537" y="185209"/>
                </a:lnTo>
                <a:lnTo>
                  <a:pt x="1313872" y="250601"/>
                </a:lnTo>
                <a:lnTo>
                  <a:pt x="1315209" y="315995"/>
                </a:lnTo>
                <a:lnTo>
                  <a:pt x="1316562" y="381407"/>
                </a:lnTo>
                <a:lnTo>
                  <a:pt x="1317946" y="446852"/>
                </a:lnTo>
                <a:lnTo>
                  <a:pt x="1319332" y="512298"/>
                </a:lnTo>
                <a:lnTo>
                  <a:pt x="1320749" y="577758"/>
                </a:lnTo>
                <a:lnTo>
                  <a:pt x="1322167" y="643234"/>
                </a:lnTo>
                <a:lnTo>
                  <a:pt x="1323602" y="708739"/>
                </a:lnTo>
                <a:lnTo>
                  <a:pt x="1324224" y="737294"/>
                </a:lnTo>
                <a:lnTo>
                  <a:pt x="1323078" y="743471"/>
                </a:lnTo>
                <a:lnTo>
                  <a:pt x="1300852" y="743991"/>
                </a:lnTo>
                <a:lnTo>
                  <a:pt x="1250593" y="745260"/>
                </a:lnTo>
                <a:lnTo>
                  <a:pt x="1208304" y="746427"/>
                </a:lnTo>
                <a:lnTo>
                  <a:pt x="1174127" y="747436"/>
                </a:lnTo>
                <a:lnTo>
                  <a:pt x="1175254" y="786362"/>
                </a:lnTo>
                <a:lnTo>
                  <a:pt x="1176589" y="832414"/>
                </a:lnTo>
                <a:lnTo>
                  <a:pt x="1177934" y="878455"/>
                </a:lnTo>
                <a:lnTo>
                  <a:pt x="1179291" y="924503"/>
                </a:lnTo>
                <a:lnTo>
                  <a:pt x="1180672" y="970554"/>
                </a:lnTo>
                <a:lnTo>
                  <a:pt x="1182064" y="1016611"/>
                </a:lnTo>
                <a:lnTo>
                  <a:pt x="1183452" y="1062673"/>
                </a:lnTo>
                <a:lnTo>
                  <a:pt x="1184851" y="1108739"/>
                </a:lnTo>
                <a:lnTo>
                  <a:pt x="1186262" y="1154824"/>
                </a:lnTo>
                <a:lnTo>
                  <a:pt x="1187343" y="1189579"/>
                </a:lnTo>
                <a:lnTo>
                  <a:pt x="1187463" y="1193567"/>
                </a:lnTo>
                <a:lnTo>
                  <a:pt x="1189498" y="1261091"/>
                </a:lnTo>
                <a:lnTo>
                  <a:pt x="1191680" y="1332611"/>
                </a:lnTo>
                <a:lnTo>
                  <a:pt x="1193887" y="1404122"/>
                </a:lnTo>
                <a:lnTo>
                  <a:pt x="1196121" y="1475653"/>
                </a:lnTo>
                <a:lnTo>
                  <a:pt x="1198382" y="1547189"/>
                </a:lnTo>
                <a:lnTo>
                  <a:pt x="1200668" y="1618713"/>
                </a:lnTo>
                <a:lnTo>
                  <a:pt x="1202980" y="1690254"/>
                </a:lnTo>
                <a:lnTo>
                  <a:pt x="1205319" y="1761798"/>
                </a:lnTo>
                <a:lnTo>
                  <a:pt x="1206065" y="1784462"/>
                </a:lnTo>
                <a:lnTo>
                  <a:pt x="1191477" y="1784638"/>
                </a:lnTo>
                <a:lnTo>
                  <a:pt x="1162482" y="1794391"/>
                </a:lnTo>
                <a:lnTo>
                  <a:pt x="1144214" y="1806419"/>
                </a:lnTo>
                <a:lnTo>
                  <a:pt x="1136659" y="1820703"/>
                </a:lnTo>
                <a:lnTo>
                  <a:pt x="1126256" y="1829592"/>
                </a:lnTo>
                <a:lnTo>
                  <a:pt x="1112983" y="1833121"/>
                </a:lnTo>
                <a:lnTo>
                  <a:pt x="1107358" y="1840490"/>
                </a:lnTo>
                <a:lnTo>
                  <a:pt x="1109389" y="1851722"/>
                </a:lnTo>
                <a:lnTo>
                  <a:pt x="1104577" y="1860556"/>
                </a:lnTo>
                <a:lnTo>
                  <a:pt x="1092929" y="1866982"/>
                </a:lnTo>
                <a:lnTo>
                  <a:pt x="1073688" y="1865994"/>
                </a:lnTo>
                <a:lnTo>
                  <a:pt x="1046813" y="1857615"/>
                </a:lnTo>
                <a:lnTo>
                  <a:pt x="1013011" y="1856813"/>
                </a:lnTo>
                <a:lnTo>
                  <a:pt x="972311" y="1863613"/>
                </a:lnTo>
                <a:lnTo>
                  <a:pt x="942790" y="1862641"/>
                </a:lnTo>
                <a:lnTo>
                  <a:pt x="924408" y="1853791"/>
                </a:lnTo>
                <a:lnTo>
                  <a:pt x="905115" y="1849192"/>
                </a:lnTo>
                <a:lnTo>
                  <a:pt x="884923" y="1848816"/>
                </a:lnTo>
                <a:lnTo>
                  <a:pt x="873040" y="1845342"/>
                </a:lnTo>
                <a:lnTo>
                  <a:pt x="848770" y="1839357"/>
                </a:lnTo>
                <a:lnTo>
                  <a:pt x="843537" y="1827206"/>
                </a:lnTo>
                <a:lnTo>
                  <a:pt x="840220" y="1817962"/>
                </a:lnTo>
                <a:lnTo>
                  <a:pt x="832873" y="1808429"/>
                </a:lnTo>
                <a:lnTo>
                  <a:pt x="831690" y="1800507"/>
                </a:lnTo>
                <a:lnTo>
                  <a:pt x="836705" y="1794160"/>
                </a:lnTo>
                <a:lnTo>
                  <a:pt x="836952" y="1784351"/>
                </a:lnTo>
                <a:lnTo>
                  <a:pt x="832380" y="1771079"/>
                </a:lnTo>
                <a:lnTo>
                  <a:pt x="825392" y="1764867"/>
                </a:lnTo>
                <a:lnTo>
                  <a:pt x="816005" y="1765734"/>
                </a:lnTo>
                <a:lnTo>
                  <a:pt x="809865" y="1760899"/>
                </a:lnTo>
                <a:lnTo>
                  <a:pt x="806983" y="1750360"/>
                </a:lnTo>
                <a:lnTo>
                  <a:pt x="800978" y="1742575"/>
                </a:lnTo>
                <a:lnTo>
                  <a:pt x="787261" y="1735074"/>
                </a:lnTo>
                <a:lnTo>
                  <a:pt x="770122" y="1742256"/>
                </a:lnTo>
                <a:lnTo>
                  <a:pt x="762415" y="1752099"/>
                </a:lnTo>
                <a:lnTo>
                  <a:pt x="758425" y="1767013"/>
                </a:lnTo>
                <a:lnTo>
                  <a:pt x="754445" y="1774600"/>
                </a:lnTo>
                <a:lnTo>
                  <a:pt x="752949" y="1786993"/>
                </a:lnTo>
                <a:lnTo>
                  <a:pt x="752464" y="1795720"/>
                </a:lnTo>
                <a:lnTo>
                  <a:pt x="748513" y="1805215"/>
                </a:lnTo>
                <a:lnTo>
                  <a:pt x="744101" y="1809238"/>
                </a:lnTo>
                <a:lnTo>
                  <a:pt x="739240" y="1807820"/>
                </a:lnTo>
                <a:lnTo>
                  <a:pt x="730497" y="1812038"/>
                </a:lnTo>
                <a:lnTo>
                  <a:pt x="711645" y="1826876"/>
                </a:lnTo>
                <a:lnTo>
                  <a:pt x="706495" y="1834407"/>
                </a:lnTo>
                <a:lnTo>
                  <a:pt x="689760" y="1822344"/>
                </a:lnTo>
                <a:lnTo>
                  <a:pt x="640139" y="1776244"/>
                </a:lnTo>
                <a:lnTo>
                  <a:pt x="622806" y="1764570"/>
                </a:lnTo>
                <a:lnTo>
                  <a:pt x="596382" y="1736143"/>
                </a:lnTo>
                <a:lnTo>
                  <a:pt x="536207" y="1646615"/>
                </a:lnTo>
                <a:lnTo>
                  <a:pt x="527256" y="1629212"/>
                </a:lnTo>
                <a:lnTo>
                  <a:pt x="513835" y="1584918"/>
                </a:lnTo>
                <a:lnTo>
                  <a:pt x="499611" y="1552377"/>
                </a:lnTo>
                <a:lnTo>
                  <a:pt x="496964" y="1533215"/>
                </a:lnTo>
                <a:lnTo>
                  <a:pt x="501896" y="1521934"/>
                </a:lnTo>
                <a:lnTo>
                  <a:pt x="497384" y="1507353"/>
                </a:lnTo>
                <a:lnTo>
                  <a:pt x="490348" y="1494559"/>
                </a:lnTo>
                <a:lnTo>
                  <a:pt x="470571" y="1478550"/>
                </a:lnTo>
                <a:lnTo>
                  <a:pt x="461242" y="1421057"/>
                </a:lnTo>
                <a:lnTo>
                  <a:pt x="446170" y="1384559"/>
                </a:lnTo>
                <a:lnTo>
                  <a:pt x="446689" y="1353479"/>
                </a:lnTo>
                <a:lnTo>
                  <a:pt x="438759" y="1325768"/>
                </a:lnTo>
                <a:lnTo>
                  <a:pt x="436923" y="1307767"/>
                </a:lnTo>
                <a:lnTo>
                  <a:pt x="437255" y="1273296"/>
                </a:lnTo>
                <a:lnTo>
                  <a:pt x="424451" y="1234593"/>
                </a:lnTo>
                <a:lnTo>
                  <a:pt x="401310" y="1197495"/>
                </a:lnTo>
                <a:lnTo>
                  <a:pt x="378921" y="1143209"/>
                </a:lnTo>
                <a:lnTo>
                  <a:pt x="374557" y="1119040"/>
                </a:lnTo>
                <a:lnTo>
                  <a:pt x="372008" y="1053385"/>
                </a:lnTo>
                <a:lnTo>
                  <a:pt x="366574" y="1026932"/>
                </a:lnTo>
                <a:lnTo>
                  <a:pt x="364627" y="995493"/>
                </a:lnTo>
                <a:lnTo>
                  <a:pt x="355014" y="963482"/>
                </a:lnTo>
                <a:lnTo>
                  <a:pt x="350767" y="945938"/>
                </a:lnTo>
                <a:lnTo>
                  <a:pt x="355022" y="931494"/>
                </a:lnTo>
                <a:lnTo>
                  <a:pt x="358405" y="935710"/>
                </a:lnTo>
                <a:lnTo>
                  <a:pt x="363946" y="937436"/>
                </a:lnTo>
                <a:lnTo>
                  <a:pt x="366283" y="918499"/>
                </a:lnTo>
                <a:lnTo>
                  <a:pt x="366080" y="901940"/>
                </a:lnTo>
                <a:lnTo>
                  <a:pt x="353977" y="861899"/>
                </a:lnTo>
                <a:lnTo>
                  <a:pt x="330215" y="821788"/>
                </a:lnTo>
                <a:lnTo>
                  <a:pt x="273593" y="757820"/>
                </a:lnTo>
                <a:lnTo>
                  <a:pt x="259086" y="732936"/>
                </a:lnTo>
                <a:lnTo>
                  <a:pt x="250316" y="712065"/>
                </a:lnTo>
                <a:lnTo>
                  <a:pt x="185783" y="627224"/>
                </a:lnTo>
                <a:lnTo>
                  <a:pt x="156330" y="566142"/>
                </a:lnTo>
                <a:lnTo>
                  <a:pt x="134986" y="513077"/>
                </a:lnTo>
                <a:lnTo>
                  <a:pt x="114134" y="489511"/>
                </a:lnTo>
                <a:lnTo>
                  <a:pt x="20191" y="332217"/>
                </a:lnTo>
                <a:lnTo>
                  <a:pt x="0" y="44340"/>
                </a:lnTo>
                <a:lnTo>
                  <a:pt x="7424" y="44000"/>
                </a:lnTo>
                <a:lnTo>
                  <a:pt x="23539" y="34257"/>
                </a:lnTo>
                <a:lnTo>
                  <a:pt x="42778" y="24242"/>
                </a:lnTo>
                <a:lnTo>
                  <a:pt x="53711" y="16004"/>
                </a:lnTo>
                <a:lnTo>
                  <a:pt x="69226" y="7154"/>
                </a:lnTo>
                <a:lnTo>
                  <a:pt x="75936" y="4132"/>
                </a:lnTo>
                <a:lnTo>
                  <a:pt x="128524" y="0"/>
                </a:lnTo>
                <a:lnTo>
                  <a:pt x="137046" y="601"/>
                </a:lnTo>
                <a:lnTo>
                  <a:pt x="148508" y="4912"/>
                </a:lnTo>
                <a:lnTo>
                  <a:pt x="162722" y="20120"/>
                </a:lnTo>
                <a:lnTo>
                  <a:pt x="184057" y="33370"/>
                </a:lnTo>
                <a:lnTo>
                  <a:pt x="199630" y="41045"/>
                </a:lnTo>
                <a:lnTo>
                  <a:pt x="217603" y="51367"/>
                </a:lnTo>
                <a:lnTo>
                  <a:pt x="223073" y="55478"/>
                </a:lnTo>
                <a:lnTo>
                  <a:pt x="230826" y="57395"/>
                </a:lnTo>
                <a:lnTo>
                  <a:pt x="235499" y="57810"/>
                </a:lnTo>
                <a:lnTo>
                  <a:pt x="267471" y="53719"/>
                </a:lnTo>
                <a:lnTo>
                  <a:pt x="296457" y="50059"/>
                </a:lnTo>
                <a:lnTo>
                  <a:pt x="327756" y="47947"/>
                </a:lnTo>
                <a:lnTo>
                  <a:pt x="386702" y="44103"/>
                </a:lnTo>
                <a:lnTo>
                  <a:pt x="445670" y="40422"/>
                </a:lnTo>
                <a:lnTo>
                  <a:pt x="504657" y="36890"/>
                </a:lnTo>
                <a:lnTo>
                  <a:pt x="563666" y="33538"/>
                </a:lnTo>
                <a:lnTo>
                  <a:pt x="622693" y="30350"/>
                </a:lnTo>
                <a:lnTo>
                  <a:pt x="681738" y="27326"/>
                </a:lnTo>
                <a:lnTo>
                  <a:pt x="740800" y="24466"/>
                </a:lnTo>
                <a:lnTo>
                  <a:pt x="799863" y="21771"/>
                </a:lnTo>
                <a:lnTo>
                  <a:pt x="824039" y="20709"/>
                </a:lnTo>
                <a:lnTo>
                  <a:pt x="866288" y="19380"/>
                </a:lnTo>
                <a:lnTo>
                  <a:pt x="910732" y="18077"/>
                </a:lnTo>
                <a:lnTo>
                  <a:pt x="915681" y="18800"/>
                </a:lnTo>
                <a:lnTo>
                  <a:pt x="920747" y="21713"/>
                </a:lnTo>
                <a:lnTo>
                  <a:pt x="924900" y="24459"/>
                </a:lnTo>
                <a:lnTo>
                  <a:pt x="941246" y="44219"/>
                </a:lnTo>
                <a:lnTo>
                  <a:pt x="961968" y="64777"/>
                </a:lnTo>
                <a:lnTo>
                  <a:pt x="978925" y="74251"/>
                </a:lnTo>
                <a:lnTo>
                  <a:pt x="999040" y="79471"/>
                </a:lnTo>
                <a:lnTo>
                  <a:pt x="1017790" y="81062"/>
                </a:lnTo>
                <a:lnTo>
                  <a:pt x="1035163" y="78975"/>
                </a:lnTo>
                <a:lnTo>
                  <a:pt x="1064176" y="80705"/>
                </a:lnTo>
                <a:lnTo>
                  <a:pt x="1104782" y="86299"/>
                </a:lnTo>
                <a:lnTo>
                  <a:pt x="1146831" y="87043"/>
                </a:lnTo>
                <a:lnTo>
                  <a:pt x="1190317" y="82961"/>
                </a:lnTo>
                <a:lnTo>
                  <a:pt x="1221026" y="85937"/>
                </a:lnTo>
                <a:lnTo>
                  <a:pt x="1238922" y="95915"/>
                </a:lnTo>
                <a:lnTo>
                  <a:pt x="1257172" y="102534"/>
                </a:lnTo>
                <a:lnTo>
                  <a:pt x="1275798" y="105778"/>
                </a:lnTo>
                <a:lnTo>
                  <a:pt x="1300837" y="103009"/>
                </a:lnTo>
                <a:lnTo>
                  <a:pt x="1332311" y="94265"/>
                </a:lnTo>
                <a:lnTo>
                  <a:pt x="1359216" y="94875"/>
                </a:lnTo>
                <a:lnTo>
                  <a:pt x="1371773" y="100484"/>
                </a:lnTo>
                <a:lnTo>
                  <a:pt x="1379196" y="100531"/>
                </a:lnTo>
                <a:lnTo>
                  <a:pt x="1425554" y="91230"/>
                </a:lnTo>
                <a:lnTo>
                  <a:pt x="1462841" y="83823"/>
                </a:lnTo>
                <a:lnTo>
                  <a:pt x="1518776" y="72227"/>
                </a:lnTo>
                <a:lnTo>
                  <a:pt x="1564963" y="62769"/>
                </a:lnTo>
                <a:lnTo>
                  <a:pt x="1633465" y="48933"/>
                </a:lnTo>
                <a:lnTo>
                  <a:pt x="1681683" y="39341"/>
                </a:lnTo>
                <a:lnTo>
                  <a:pt x="1714773" y="3261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769340" y="2224147"/>
            <a:ext cx="690790" cy="1581819"/>
          </a:xfrm>
          <a:custGeom>
            <a:avLst/>
            <a:gdLst/>
            <a:ahLst/>
            <a:cxnLst/>
            <a:rect l="l" t="t" r="r" b="b"/>
            <a:pathLst>
              <a:path w="690790" h="1581819">
                <a:moveTo>
                  <a:pt x="21970" y="836817"/>
                </a:moveTo>
                <a:lnTo>
                  <a:pt x="44381" y="814679"/>
                </a:lnTo>
                <a:lnTo>
                  <a:pt x="70662" y="788793"/>
                </a:lnTo>
                <a:lnTo>
                  <a:pt x="94147" y="765712"/>
                </a:lnTo>
                <a:lnTo>
                  <a:pt x="114834" y="745443"/>
                </a:lnTo>
                <a:lnTo>
                  <a:pt x="143194" y="717749"/>
                </a:lnTo>
                <a:lnTo>
                  <a:pt x="171286" y="690403"/>
                </a:lnTo>
                <a:lnTo>
                  <a:pt x="177698" y="687093"/>
                </a:lnTo>
                <a:lnTo>
                  <a:pt x="180443" y="684891"/>
                </a:lnTo>
                <a:lnTo>
                  <a:pt x="170454" y="658386"/>
                </a:lnTo>
                <a:lnTo>
                  <a:pt x="190580" y="629616"/>
                </a:lnTo>
                <a:lnTo>
                  <a:pt x="192680" y="610221"/>
                </a:lnTo>
                <a:lnTo>
                  <a:pt x="192949" y="591560"/>
                </a:lnTo>
                <a:lnTo>
                  <a:pt x="195653" y="583156"/>
                </a:lnTo>
                <a:lnTo>
                  <a:pt x="201644" y="576017"/>
                </a:lnTo>
                <a:lnTo>
                  <a:pt x="224151" y="561840"/>
                </a:lnTo>
                <a:lnTo>
                  <a:pt x="241933" y="538090"/>
                </a:lnTo>
                <a:lnTo>
                  <a:pt x="256692" y="515805"/>
                </a:lnTo>
                <a:lnTo>
                  <a:pt x="277499" y="479755"/>
                </a:lnTo>
                <a:lnTo>
                  <a:pt x="279845" y="471101"/>
                </a:lnTo>
                <a:lnTo>
                  <a:pt x="280653" y="462076"/>
                </a:lnTo>
                <a:lnTo>
                  <a:pt x="276215" y="449145"/>
                </a:lnTo>
                <a:lnTo>
                  <a:pt x="264910" y="427881"/>
                </a:lnTo>
                <a:lnTo>
                  <a:pt x="256848" y="409655"/>
                </a:lnTo>
                <a:lnTo>
                  <a:pt x="250298" y="381942"/>
                </a:lnTo>
                <a:lnTo>
                  <a:pt x="259734" y="358828"/>
                </a:lnTo>
                <a:lnTo>
                  <a:pt x="263432" y="344745"/>
                </a:lnTo>
                <a:lnTo>
                  <a:pt x="263832" y="337035"/>
                </a:lnTo>
                <a:lnTo>
                  <a:pt x="260637" y="329484"/>
                </a:lnTo>
                <a:lnTo>
                  <a:pt x="251800" y="323361"/>
                </a:lnTo>
                <a:lnTo>
                  <a:pt x="244417" y="319269"/>
                </a:lnTo>
                <a:lnTo>
                  <a:pt x="242388" y="309330"/>
                </a:lnTo>
                <a:lnTo>
                  <a:pt x="242947" y="297702"/>
                </a:lnTo>
                <a:lnTo>
                  <a:pt x="246771" y="291503"/>
                </a:lnTo>
                <a:lnTo>
                  <a:pt x="267579" y="282429"/>
                </a:lnTo>
                <a:lnTo>
                  <a:pt x="272486" y="277090"/>
                </a:lnTo>
                <a:lnTo>
                  <a:pt x="275238" y="270920"/>
                </a:lnTo>
                <a:lnTo>
                  <a:pt x="275945" y="261928"/>
                </a:lnTo>
                <a:lnTo>
                  <a:pt x="283430" y="239848"/>
                </a:lnTo>
                <a:lnTo>
                  <a:pt x="292353" y="219013"/>
                </a:lnTo>
                <a:lnTo>
                  <a:pt x="293277" y="211515"/>
                </a:lnTo>
                <a:lnTo>
                  <a:pt x="290903" y="204742"/>
                </a:lnTo>
                <a:lnTo>
                  <a:pt x="289440" y="192546"/>
                </a:lnTo>
                <a:lnTo>
                  <a:pt x="289041" y="174277"/>
                </a:lnTo>
                <a:lnTo>
                  <a:pt x="291668" y="123375"/>
                </a:lnTo>
                <a:lnTo>
                  <a:pt x="298504" y="71081"/>
                </a:lnTo>
                <a:lnTo>
                  <a:pt x="298331" y="41172"/>
                </a:lnTo>
                <a:lnTo>
                  <a:pt x="287023" y="6074"/>
                </a:lnTo>
                <a:lnTo>
                  <a:pt x="287032" y="0"/>
                </a:lnTo>
                <a:lnTo>
                  <a:pt x="623573" y="24339"/>
                </a:lnTo>
                <a:lnTo>
                  <a:pt x="620357" y="26803"/>
                </a:lnTo>
                <a:lnTo>
                  <a:pt x="622903" y="36952"/>
                </a:lnTo>
                <a:lnTo>
                  <a:pt x="626941" y="42485"/>
                </a:lnTo>
                <a:lnTo>
                  <a:pt x="631627" y="45492"/>
                </a:lnTo>
                <a:lnTo>
                  <a:pt x="643404" y="47062"/>
                </a:lnTo>
                <a:lnTo>
                  <a:pt x="654498" y="45938"/>
                </a:lnTo>
                <a:lnTo>
                  <a:pt x="657478" y="42720"/>
                </a:lnTo>
                <a:lnTo>
                  <a:pt x="658030" y="27136"/>
                </a:lnTo>
                <a:lnTo>
                  <a:pt x="690790" y="29849"/>
                </a:lnTo>
                <a:lnTo>
                  <a:pt x="664426" y="404973"/>
                </a:lnTo>
                <a:lnTo>
                  <a:pt x="642188" y="428192"/>
                </a:lnTo>
                <a:lnTo>
                  <a:pt x="575297" y="474109"/>
                </a:lnTo>
                <a:lnTo>
                  <a:pt x="566564" y="474865"/>
                </a:lnTo>
                <a:lnTo>
                  <a:pt x="560755" y="474189"/>
                </a:lnTo>
                <a:lnTo>
                  <a:pt x="542105" y="454782"/>
                </a:lnTo>
                <a:lnTo>
                  <a:pt x="531352" y="452602"/>
                </a:lnTo>
                <a:lnTo>
                  <a:pt x="540329" y="463940"/>
                </a:lnTo>
                <a:lnTo>
                  <a:pt x="546122" y="473247"/>
                </a:lnTo>
                <a:lnTo>
                  <a:pt x="543297" y="490378"/>
                </a:lnTo>
                <a:lnTo>
                  <a:pt x="542244" y="516340"/>
                </a:lnTo>
                <a:lnTo>
                  <a:pt x="530888" y="566062"/>
                </a:lnTo>
                <a:lnTo>
                  <a:pt x="531157" y="577170"/>
                </a:lnTo>
                <a:lnTo>
                  <a:pt x="539134" y="592165"/>
                </a:lnTo>
                <a:lnTo>
                  <a:pt x="554785" y="611025"/>
                </a:lnTo>
                <a:lnTo>
                  <a:pt x="569034" y="634080"/>
                </a:lnTo>
                <a:lnTo>
                  <a:pt x="584708" y="698250"/>
                </a:lnTo>
                <a:lnTo>
                  <a:pt x="583858" y="730527"/>
                </a:lnTo>
                <a:lnTo>
                  <a:pt x="601601" y="773374"/>
                </a:lnTo>
                <a:lnTo>
                  <a:pt x="601016" y="791235"/>
                </a:lnTo>
                <a:lnTo>
                  <a:pt x="605970" y="836256"/>
                </a:lnTo>
                <a:lnTo>
                  <a:pt x="602606" y="872037"/>
                </a:lnTo>
                <a:lnTo>
                  <a:pt x="599411" y="893851"/>
                </a:lnTo>
                <a:lnTo>
                  <a:pt x="608662" y="903992"/>
                </a:lnTo>
                <a:lnTo>
                  <a:pt x="613009" y="895947"/>
                </a:lnTo>
                <a:lnTo>
                  <a:pt x="613083" y="881984"/>
                </a:lnTo>
                <a:lnTo>
                  <a:pt x="617519" y="859946"/>
                </a:lnTo>
                <a:lnTo>
                  <a:pt x="623882" y="850514"/>
                </a:lnTo>
                <a:lnTo>
                  <a:pt x="629332" y="852412"/>
                </a:lnTo>
                <a:lnTo>
                  <a:pt x="629792" y="858397"/>
                </a:lnTo>
                <a:lnTo>
                  <a:pt x="624076" y="929631"/>
                </a:lnTo>
                <a:lnTo>
                  <a:pt x="621941" y="938030"/>
                </a:lnTo>
                <a:lnTo>
                  <a:pt x="622451" y="949717"/>
                </a:lnTo>
                <a:lnTo>
                  <a:pt x="616679" y="1020484"/>
                </a:lnTo>
                <a:lnTo>
                  <a:pt x="615656" y="1022865"/>
                </a:lnTo>
                <a:lnTo>
                  <a:pt x="591447" y="1105361"/>
                </a:lnTo>
                <a:lnTo>
                  <a:pt x="589286" y="1119815"/>
                </a:lnTo>
                <a:lnTo>
                  <a:pt x="592933" y="1126525"/>
                </a:lnTo>
                <a:lnTo>
                  <a:pt x="602042" y="1129498"/>
                </a:lnTo>
                <a:lnTo>
                  <a:pt x="606347" y="1119093"/>
                </a:lnTo>
                <a:lnTo>
                  <a:pt x="608495" y="1119315"/>
                </a:lnTo>
                <a:lnTo>
                  <a:pt x="605353" y="1156804"/>
                </a:lnTo>
                <a:lnTo>
                  <a:pt x="603192" y="1164335"/>
                </a:lnTo>
                <a:lnTo>
                  <a:pt x="594213" y="1180652"/>
                </a:lnTo>
                <a:lnTo>
                  <a:pt x="563937" y="1219947"/>
                </a:lnTo>
                <a:lnTo>
                  <a:pt x="548005" y="1236556"/>
                </a:lnTo>
                <a:lnTo>
                  <a:pt x="522645" y="1252048"/>
                </a:lnTo>
                <a:lnTo>
                  <a:pt x="464322" y="1274773"/>
                </a:lnTo>
                <a:lnTo>
                  <a:pt x="348913" y="1305478"/>
                </a:lnTo>
                <a:lnTo>
                  <a:pt x="302959" y="1321551"/>
                </a:lnTo>
                <a:lnTo>
                  <a:pt x="275564" y="1331181"/>
                </a:lnTo>
                <a:lnTo>
                  <a:pt x="216850" y="1364063"/>
                </a:lnTo>
                <a:lnTo>
                  <a:pt x="190651" y="1387106"/>
                </a:lnTo>
                <a:lnTo>
                  <a:pt x="178653" y="1414805"/>
                </a:lnTo>
                <a:lnTo>
                  <a:pt x="168125" y="1427149"/>
                </a:lnTo>
                <a:lnTo>
                  <a:pt x="157563" y="1442965"/>
                </a:lnTo>
                <a:lnTo>
                  <a:pt x="164870" y="1457656"/>
                </a:lnTo>
                <a:lnTo>
                  <a:pt x="172252" y="1468903"/>
                </a:lnTo>
                <a:lnTo>
                  <a:pt x="181315" y="1476721"/>
                </a:lnTo>
                <a:lnTo>
                  <a:pt x="185842" y="1483234"/>
                </a:lnTo>
                <a:lnTo>
                  <a:pt x="192031" y="1487972"/>
                </a:lnTo>
                <a:lnTo>
                  <a:pt x="200088" y="1466207"/>
                </a:lnTo>
                <a:lnTo>
                  <a:pt x="203795" y="1459524"/>
                </a:lnTo>
                <a:lnTo>
                  <a:pt x="209392" y="1459381"/>
                </a:lnTo>
                <a:lnTo>
                  <a:pt x="204438" y="1486300"/>
                </a:lnTo>
                <a:lnTo>
                  <a:pt x="191561" y="1578819"/>
                </a:lnTo>
                <a:lnTo>
                  <a:pt x="190914" y="1581819"/>
                </a:lnTo>
                <a:lnTo>
                  <a:pt x="175165" y="1580987"/>
                </a:lnTo>
                <a:lnTo>
                  <a:pt x="148149" y="1579904"/>
                </a:lnTo>
                <a:lnTo>
                  <a:pt x="132174" y="1579267"/>
                </a:lnTo>
                <a:lnTo>
                  <a:pt x="114302" y="1578581"/>
                </a:lnTo>
                <a:lnTo>
                  <a:pt x="92488" y="1572611"/>
                </a:lnTo>
                <a:lnTo>
                  <a:pt x="79967" y="1572766"/>
                </a:lnTo>
                <a:lnTo>
                  <a:pt x="82239" y="1521333"/>
                </a:lnTo>
                <a:lnTo>
                  <a:pt x="78913" y="1509784"/>
                </a:lnTo>
                <a:lnTo>
                  <a:pt x="75682" y="1493007"/>
                </a:lnTo>
                <a:lnTo>
                  <a:pt x="75344" y="1482344"/>
                </a:lnTo>
                <a:lnTo>
                  <a:pt x="78689" y="1471866"/>
                </a:lnTo>
                <a:lnTo>
                  <a:pt x="81027" y="1455082"/>
                </a:lnTo>
                <a:lnTo>
                  <a:pt x="80746" y="1440244"/>
                </a:lnTo>
                <a:lnTo>
                  <a:pt x="67873" y="1431994"/>
                </a:lnTo>
                <a:lnTo>
                  <a:pt x="65090" y="1429456"/>
                </a:lnTo>
                <a:lnTo>
                  <a:pt x="62914" y="1417656"/>
                </a:lnTo>
                <a:lnTo>
                  <a:pt x="62843" y="1399666"/>
                </a:lnTo>
                <a:lnTo>
                  <a:pt x="73558" y="1377415"/>
                </a:lnTo>
                <a:lnTo>
                  <a:pt x="75466" y="1333558"/>
                </a:lnTo>
                <a:lnTo>
                  <a:pt x="77508" y="1318192"/>
                </a:lnTo>
                <a:lnTo>
                  <a:pt x="79159" y="1287688"/>
                </a:lnTo>
                <a:lnTo>
                  <a:pt x="81171" y="1250731"/>
                </a:lnTo>
                <a:lnTo>
                  <a:pt x="82969" y="1217640"/>
                </a:lnTo>
                <a:lnTo>
                  <a:pt x="85046" y="1189106"/>
                </a:lnTo>
                <a:lnTo>
                  <a:pt x="83022" y="1175399"/>
                </a:lnTo>
                <a:lnTo>
                  <a:pt x="81107" y="1167829"/>
                </a:lnTo>
                <a:lnTo>
                  <a:pt x="75737" y="1152328"/>
                </a:lnTo>
                <a:lnTo>
                  <a:pt x="70249" y="1120377"/>
                </a:lnTo>
                <a:lnTo>
                  <a:pt x="62967" y="1096058"/>
                </a:lnTo>
                <a:lnTo>
                  <a:pt x="52713" y="1079696"/>
                </a:lnTo>
                <a:lnTo>
                  <a:pt x="49632" y="1071213"/>
                </a:lnTo>
                <a:lnTo>
                  <a:pt x="46646" y="1059935"/>
                </a:lnTo>
                <a:lnTo>
                  <a:pt x="37166" y="1039821"/>
                </a:lnTo>
                <a:lnTo>
                  <a:pt x="29140" y="1027971"/>
                </a:lnTo>
                <a:lnTo>
                  <a:pt x="27278" y="1018747"/>
                </a:lnTo>
                <a:lnTo>
                  <a:pt x="28851" y="995255"/>
                </a:lnTo>
                <a:lnTo>
                  <a:pt x="21468" y="952471"/>
                </a:lnTo>
                <a:lnTo>
                  <a:pt x="16058" y="921284"/>
                </a:lnTo>
                <a:lnTo>
                  <a:pt x="7189" y="887344"/>
                </a:lnTo>
                <a:lnTo>
                  <a:pt x="1207" y="864621"/>
                </a:lnTo>
                <a:lnTo>
                  <a:pt x="356" y="860719"/>
                </a:lnTo>
                <a:lnTo>
                  <a:pt x="0" y="852219"/>
                </a:lnTo>
                <a:lnTo>
                  <a:pt x="21970" y="836817"/>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389697" y="2248486"/>
            <a:ext cx="37673" cy="22723"/>
          </a:xfrm>
          <a:custGeom>
            <a:avLst/>
            <a:gdLst/>
            <a:ahLst/>
            <a:cxnLst/>
            <a:rect l="l" t="t" r="r" b="b"/>
            <a:pathLst>
              <a:path w="37673" h="22723">
                <a:moveTo>
                  <a:pt x="37121" y="18381"/>
                </a:moveTo>
                <a:lnTo>
                  <a:pt x="34141" y="21599"/>
                </a:lnTo>
                <a:lnTo>
                  <a:pt x="23047" y="22723"/>
                </a:lnTo>
                <a:lnTo>
                  <a:pt x="11270" y="21153"/>
                </a:lnTo>
                <a:lnTo>
                  <a:pt x="6584" y="18146"/>
                </a:lnTo>
                <a:lnTo>
                  <a:pt x="2546" y="12613"/>
                </a:lnTo>
                <a:lnTo>
                  <a:pt x="0" y="2464"/>
                </a:lnTo>
                <a:lnTo>
                  <a:pt x="3216" y="0"/>
                </a:lnTo>
                <a:lnTo>
                  <a:pt x="37673" y="2797"/>
                </a:lnTo>
                <a:lnTo>
                  <a:pt x="37121" y="183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09323" y="4051892"/>
            <a:ext cx="331255" cy="328408"/>
          </a:xfrm>
          <a:custGeom>
            <a:avLst/>
            <a:gdLst/>
            <a:ahLst/>
            <a:cxnLst/>
            <a:rect l="l" t="t" r="r" b="b"/>
            <a:pathLst>
              <a:path w="331255" h="328408">
                <a:moveTo>
                  <a:pt x="221054" y="248559"/>
                </a:moveTo>
                <a:lnTo>
                  <a:pt x="219294" y="248838"/>
                </a:lnTo>
                <a:lnTo>
                  <a:pt x="211264" y="247626"/>
                </a:lnTo>
                <a:lnTo>
                  <a:pt x="200461" y="248173"/>
                </a:lnTo>
                <a:lnTo>
                  <a:pt x="191917" y="250049"/>
                </a:lnTo>
                <a:lnTo>
                  <a:pt x="185323" y="250631"/>
                </a:lnTo>
                <a:lnTo>
                  <a:pt x="174190" y="261654"/>
                </a:lnTo>
                <a:lnTo>
                  <a:pt x="153641" y="291765"/>
                </a:lnTo>
                <a:lnTo>
                  <a:pt x="148239" y="298030"/>
                </a:lnTo>
                <a:lnTo>
                  <a:pt x="146366" y="310073"/>
                </a:lnTo>
                <a:lnTo>
                  <a:pt x="141528" y="319486"/>
                </a:lnTo>
                <a:lnTo>
                  <a:pt x="135762" y="326779"/>
                </a:lnTo>
                <a:lnTo>
                  <a:pt x="130321" y="328408"/>
                </a:lnTo>
                <a:lnTo>
                  <a:pt x="114246" y="324919"/>
                </a:lnTo>
                <a:lnTo>
                  <a:pt x="93681" y="320443"/>
                </a:lnTo>
                <a:lnTo>
                  <a:pt x="81935" y="310799"/>
                </a:lnTo>
                <a:lnTo>
                  <a:pt x="71598" y="298280"/>
                </a:lnTo>
                <a:lnTo>
                  <a:pt x="66209" y="289243"/>
                </a:lnTo>
                <a:lnTo>
                  <a:pt x="60433" y="284205"/>
                </a:lnTo>
                <a:lnTo>
                  <a:pt x="58486" y="281415"/>
                </a:lnTo>
                <a:lnTo>
                  <a:pt x="50161" y="277078"/>
                </a:lnTo>
                <a:lnTo>
                  <a:pt x="47035" y="274870"/>
                </a:lnTo>
                <a:lnTo>
                  <a:pt x="44271" y="273285"/>
                </a:lnTo>
                <a:lnTo>
                  <a:pt x="41034" y="267286"/>
                </a:lnTo>
                <a:lnTo>
                  <a:pt x="39177" y="262112"/>
                </a:lnTo>
                <a:lnTo>
                  <a:pt x="40378" y="247857"/>
                </a:lnTo>
                <a:lnTo>
                  <a:pt x="34654" y="239184"/>
                </a:lnTo>
                <a:lnTo>
                  <a:pt x="24853" y="224386"/>
                </a:lnTo>
                <a:lnTo>
                  <a:pt x="18711" y="212313"/>
                </a:lnTo>
                <a:lnTo>
                  <a:pt x="10306" y="195831"/>
                </a:lnTo>
                <a:lnTo>
                  <a:pt x="5248" y="181779"/>
                </a:lnTo>
                <a:lnTo>
                  <a:pt x="0" y="167222"/>
                </a:lnTo>
                <a:lnTo>
                  <a:pt x="887" y="161051"/>
                </a:lnTo>
                <a:lnTo>
                  <a:pt x="6377" y="156960"/>
                </a:lnTo>
                <a:lnTo>
                  <a:pt x="22345" y="150104"/>
                </a:lnTo>
                <a:lnTo>
                  <a:pt x="34749" y="144818"/>
                </a:lnTo>
                <a:lnTo>
                  <a:pt x="43804" y="134750"/>
                </a:lnTo>
                <a:lnTo>
                  <a:pt x="53824" y="119698"/>
                </a:lnTo>
                <a:lnTo>
                  <a:pt x="58755" y="110607"/>
                </a:lnTo>
                <a:lnTo>
                  <a:pt x="63530" y="106528"/>
                </a:lnTo>
                <a:lnTo>
                  <a:pt x="68816" y="100169"/>
                </a:lnTo>
                <a:lnTo>
                  <a:pt x="78145" y="86005"/>
                </a:lnTo>
                <a:lnTo>
                  <a:pt x="88543" y="70289"/>
                </a:lnTo>
                <a:lnTo>
                  <a:pt x="99687" y="53405"/>
                </a:lnTo>
                <a:lnTo>
                  <a:pt x="113254" y="48833"/>
                </a:lnTo>
                <a:lnTo>
                  <a:pt x="131758" y="43657"/>
                </a:lnTo>
                <a:lnTo>
                  <a:pt x="149882" y="29209"/>
                </a:lnTo>
                <a:lnTo>
                  <a:pt x="171315" y="17249"/>
                </a:lnTo>
                <a:lnTo>
                  <a:pt x="205720" y="4688"/>
                </a:lnTo>
                <a:lnTo>
                  <a:pt x="221664" y="1774"/>
                </a:lnTo>
                <a:lnTo>
                  <a:pt x="227750" y="0"/>
                </a:lnTo>
                <a:lnTo>
                  <a:pt x="231459" y="2733"/>
                </a:lnTo>
                <a:lnTo>
                  <a:pt x="235199" y="10753"/>
                </a:lnTo>
                <a:lnTo>
                  <a:pt x="240700" y="17551"/>
                </a:lnTo>
                <a:lnTo>
                  <a:pt x="253623" y="29512"/>
                </a:lnTo>
                <a:lnTo>
                  <a:pt x="259180" y="32496"/>
                </a:lnTo>
                <a:lnTo>
                  <a:pt x="272279" y="49985"/>
                </a:lnTo>
                <a:lnTo>
                  <a:pt x="286537" y="62199"/>
                </a:lnTo>
                <a:lnTo>
                  <a:pt x="302917" y="76277"/>
                </a:lnTo>
                <a:lnTo>
                  <a:pt x="314164" y="83420"/>
                </a:lnTo>
                <a:lnTo>
                  <a:pt x="319952" y="85523"/>
                </a:lnTo>
                <a:lnTo>
                  <a:pt x="324300" y="97605"/>
                </a:lnTo>
                <a:lnTo>
                  <a:pt x="328833" y="106628"/>
                </a:lnTo>
                <a:lnTo>
                  <a:pt x="331255" y="114994"/>
                </a:lnTo>
                <a:lnTo>
                  <a:pt x="330328" y="123011"/>
                </a:lnTo>
                <a:lnTo>
                  <a:pt x="324111" y="142443"/>
                </a:lnTo>
                <a:lnTo>
                  <a:pt x="315444" y="162197"/>
                </a:lnTo>
                <a:lnTo>
                  <a:pt x="308847" y="170287"/>
                </a:lnTo>
                <a:lnTo>
                  <a:pt x="301021" y="175243"/>
                </a:lnTo>
                <a:lnTo>
                  <a:pt x="293248" y="182864"/>
                </a:lnTo>
                <a:lnTo>
                  <a:pt x="289713" y="198860"/>
                </a:lnTo>
                <a:lnTo>
                  <a:pt x="285539" y="217677"/>
                </a:lnTo>
                <a:lnTo>
                  <a:pt x="275540" y="225086"/>
                </a:lnTo>
                <a:lnTo>
                  <a:pt x="267808" y="229901"/>
                </a:lnTo>
                <a:lnTo>
                  <a:pt x="257164" y="235768"/>
                </a:lnTo>
                <a:lnTo>
                  <a:pt x="233795" y="245080"/>
                </a:lnTo>
                <a:lnTo>
                  <a:pt x="221054" y="24855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3077207" y="2306964"/>
            <a:ext cx="1406435" cy="1460111"/>
          </a:xfrm>
          <a:custGeom>
            <a:avLst/>
            <a:gdLst/>
            <a:ahLst/>
            <a:cxnLst/>
            <a:rect l="l" t="t" r="r" b="b"/>
            <a:pathLst>
              <a:path w="1406435" h="1460111">
                <a:moveTo>
                  <a:pt x="794461" y="8915"/>
                </a:moveTo>
                <a:lnTo>
                  <a:pt x="792054" y="20452"/>
                </a:lnTo>
                <a:lnTo>
                  <a:pt x="794806" y="29096"/>
                </a:lnTo>
                <a:lnTo>
                  <a:pt x="800905" y="40713"/>
                </a:lnTo>
                <a:lnTo>
                  <a:pt x="809732" y="50935"/>
                </a:lnTo>
                <a:lnTo>
                  <a:pt x="816481" y="57009"/>
                </a:lnTo>
                <a:lnTo>
                  <a:pt x="824412" y="71986"/>
                </a:lnTo>
                <a:lnTo>
                  <a:pt x="832329" y="90706"/>
                </a:lnTo>
                <a:lnTo>
                  <a:pt x="842809" y="105329"/>
                </a:lnTo>
                <a:lnTo>
                  <a:pt x="873639" y="138946"/>
                </a:lnTo>
                <a:lnTo>
                  <a:pt x="876955" y="150900"/>
                </a:lnTo>
                <a:lnTo>
                  <a:pt x="881153" y="162743"/>
                </a:lnTo>
                <a:lnTo>
                  <a:pt x="900421" y="185708"/>
                </a:lnTo>
                <a:lnTo>
                  <a:pt x="903366" y="193281"/>
                </a:lnTo>
                <a:lnTo>
                  <a:pt x="901876" y="208666"/>
                </a:lnTo>
                <a:lnTo>
                  <a:pt x="921357" y="255167"/>
                </a:lnTo>
                <a:lnTo>
                  <a:pt x="934142" y="282369"/>
                </a:lnTo>
                <a:lnTo>
                  <a:pt x="945203" y="287530"/>
                </a:lnTo>
                <a:lnTo>
                  <a:pt x="980382" y="316904"/>
                </a:lnTo>
                <a:lnTo>
                  <a:pt x="1011005" y="340614"/>
                </a:lnTo>
                <a:lnTo>
                  <a:pt x="1047007" y="356984"/>
                </a:lnTo>
                <a:lnTo>
                  <a:pt x="1073432" y="367853"/>
                </a:lnTo>
                <a:lnTo>
                  <a:pt x="1086415" y="375663"/>
                </a:lnTo>
                <a:lnTo>
                  <a:pt x="1092838" y="383010"/>
                </a:lnTo>
                <a:lnTo>
                  <a:pt x="1097900" y="396972"/>
                </a:lnTo>
                <a:lnTo>
                  <a:pt x="1100098" y="421074"/>
                </a:lnTo>
                <a:lnTo>
                  <a:pt x="1100696" y="436640"/>
                </a:lnTo>
                <a:lnTo>
                  <a:pt x="1129231" y="436730"/>
                </a:lnTo>
                <a:lnTo>
                  <a:pt x="1152788" y="438764"/>
                </a:lnTo>
                <a:lnTo>
                  <a:pt x="1161000" y="442107"/>
                </a:lnTo>
                <a:lnTo>
                  <a:pt x="1163970" y="446627"/>
                </a:lnTo>
                <a:lnTo>
                  <a:pt x="1162995" y="456856"/>
                </a:lnTo>
                <a:lnTo>
                  <a:pt x="1162947" y="472144"/>
                </a:lnTo>
                <a:lnTo>
                  <a:pt x="1163753" y="484478"/>
                </a:lnTo>
                <a:lnTo>
                  <a:pt x="1160979" y="497560"/>
                </a:lnTo>
                <a:lnTo>
                  <a:pt x="1158916" y="513000"/>
                </a:lnTo>
                <a:lnTo>
                  <a:pt x="1157310" y="532139"/>
                </a:lnTo>
                <a:lnTo>
                  <a:pt x="1160750" y="539747"/>
                </a:lnTo>
                <a:lnTo>
                  <a:pt x="1182857" y="564546"/>
                </a:lnTo>
                <a:lnTo>
                  <a:pt x="1191980" y="580485"/>
                </a:lnTo>
                <a:lnTo>
                  <a:pt x="1201458" y="604491"/>
                </a:lnTo>
                <a:lnTo>
                  <a:pt x="1207185" y="612289"/>
                </a:lnTo>
                <a:lnTo>
                  <a:pt x="1211844" y="615459"/>
                </a:lnTo>
                <a:lnTo>
                  <a:pt x="1232221" y="618711"/>
                </a:lnTo>
                <a:lnTo>
                  <a:pt x="1284577" y="630379"/>
                </a:lnTo>
                <a:lnTo>
                  <a:pt x="1316687" y="640559"/>
                </a:lnTo>
                <a:lnTo>
                  <a:pt x="1342131" y="650875"/>
                </a:lnTo>
                <a:lnTo>
                  <a:pt x="1352759" y="653753"/>
                </a:lnTo>
                <a:lnTo>
                  <a:pt x="1357904" y="656428"/>
                </a:lnTo>
                <a:lnTo>
                  <a:pt x="1359582" y="658816"/>
                </a:lnTo>
                <a:lnTo>
                  <a:pt x="1355648" y="679348"/>
                </a:lnTo>
                <a:lnTo>
                  <a:pt x="1356545" y="686025"/>
                </a:lnTo>
                <a:lnTo>
                  <a:pt x="1359191" y="692093"/>
                </a:lnTo>
                <a:lnTo>
                  <a:pt x="1363386" y="696934"/>
                </a:lnTo>
                <a:lnTo>
                  <a:pt x="1368576" y="700070"/>
                </a:lnTo>
                <a:lnTo>
                  <a:pt x="1388013" y="703045"/>
                </a:lnTo>
                <a:lnTo>
                  <a:pt x="1399231" y="716075"/>
                </a:lnTo>
                <a:lnTo>
                  <a:pt x="1406435" y="722194"/>
                </a:lnTo>
                <a:lnTo>
                  <a:pt x="1371185" y="723903"/>
                </a:lnTo>
                <a:lnTo>
                  <a:pt x="1353412" y="733697"/>
                </a:lnTo>
                <a:lnTo>
                  <a:pt x="1342650" y="752060"/>
                </a:lnTo>
                <a:lnTo>
                  <a:pt x="1326359" y="765246"/>
                </a:lnTo>
                <a:lnTo>
                  <a:pt x="1304525" y="773236"/>
                </a:lnTo>
                <a:lnTo>
                  <a:pt x="1281555" y="778461"/>
                </a:lnTo>
                <a:lnTo>
                  <a:pt x="1257414" y="780925"/>
                </a:lnTo>
                <a:lnTo>
                  <a:pt x="1231339" y="796201"/>
                </a:lnTo>
                <a:lnTo>
                  <a:pt x="1203350" y="824280"/>
                </a:lnTo>
                <a:lnTo>
                  <a:pt x="1189015" y="842061"/>
                </a:lnTo>
                <a:lnTo>
                  <a:pt x="1188254" y="849528"/>
                </a:lnTo>
                <a:lnTo>
                  <a:pt x="1182004" y="855827"/>
                </a:lnTo>
                <a:lnTo>
                  <a:pt x="1170269" y="860963"/>
                </a:lnTo>
                <a:lnTo>
                  <a:pt x="1163546" y="867348"/>
                </a:lnTo>
                <a:lnTo>
                  <a:pt x="1161817" y="874992"/>
                </a:lnTo>
                <a:lnTo>
                  <a:pt x="1155554" y="878488"/>
                </a:lnTo>
                <a:lnTo>
                  <a:pt x="1144728" y="877870"/>
                </a:lnTo>
                <a:lnTo>
                  <a:pt x="1136984" y="883278"/>
                </a:lnTo>
                <a:lnTo>
                  <a:pt x="1132310" y="894722"/>
                </a:lnTo>
                <a:lnTo>
                  <a:pt x="1122568" y="901494"/>
                </a:lnTo>
                <a:lnTo>
                  <a:pt x="1107745" y="903553"/>
                </a:lnTo>
                <a:lnTo>
                  <a:pt x="1094855" y="909754"/>
                </a:lnTo>
                <a:lnTo>
                  <a:pt x="1083906" y="920062"/>
                </a:lnTo>
                <a:lnTo>
                  <a:pt x="1075531" y="925226"/>
                </a:lnTo>
                <a:lnTo>
                  <a:pt x="1069724" y="925243"/>
                </a:lnTo>
                <a:lnTo>
                  <a:pt x="1060516" y="933627"/>
                </a:lnTo>
                <a:lnTo>
                  <a:pt x="1045480" y="953642"/>
                </a:lnTo>
                <a:lnTo>
                  <a:pt x="1042848" y="963050"/>
                </a:lnTo>
                <a:lnTo>
                  <a:pt x="1021209" y="1039320"/>
                </a:lnTo>
                <a:lnTo>
                  <a:pt x="1010129" y="1048142"/>
                </a:lnTo>
                <a:lnTo>
                  <a:pt x="988705" y="1063511"/>
                </a:lnTo>
                <a:lnTo>
                  <a:pt x="971248" y="1082104"/>
                </a:lnTo>
                <a:lnTo>
                  <a:pt x="963720" y="1093125"/>
                </a:lnTo>
                <a:lnTo>
                  <a:pt x="955608" y="1097936"/>
                </a:lnTo>
                <a:lnTo>
                  <a:pt x="916324" y="1106560"/>
                </a:lnTo>
                <a:lnTo>
                  <a:pt x="901702" y="1111302"/>
                </a:lnTo>
                <a:lnTo>
                  <a:pt x="884016" y="1118272"/>
                </a:lnTo>
                <a:lnTo>
                  <a:pt x="879480" y="1124721"/>
                </a:lnTo>
                <a:lnTo>
                  <a:pt x="874838" y="1148333"/>
                </a:lnTo>
                <a:lnTo>
                  <a:pt x="862290" y="1182121"/>
                </a:lnTo>
                <a:lnTo>
                  <a:pt x="852121" y="1207047"/>
                </a:lnTo>
                <a:lnTo>
                  <a:pt x="845496" y="1228757"/>
                </a:lnTo>
                <a:lnTo>
                  <a:pt x="834164" y="1255687"/>
                </a:lnTo>
                <a:lnTo>
                  <a:pt x="824492" y="1264663"/>
                </a:lnTo>
                <a:lnTo>
                  <a:pt x="813542" y="1272844"/>
                </a:lnTo>
                <a:lnTo>
                  <a:pt x="799305" y="1276788"/>
                </a:lnTo>
                <a:lnTo>
                  <a:pt x="779939" y="1279217"/>
                </a:lnTo>
                <a:lnTo>
                  <a:pt x="762342" y="1278290"/>
                </a:lnTo>
                <a:lnTo>
                  <a:pt x="748716" y="1278587"/>
                </a:lnTo>
                <a:lnTo>
                  <a:pt x="729768" y="1288012"/>
                </a:lnTo>
                <a:lnTo>
                  <a:pt x="712140" y="1288529"/>
                </a:lnTo>
                <a:lnTo>
                  <a:pt x="684178" y="1282875"/>
                </a:lnTo>
                <a:lnTo>
                  <a:pt x="661532" y="1277436"/>
                </a:lnTo>
                <a:lnTo>
                  <a:pt x="651395" y="1276292"/>
                </a:lnTo>
                <a:lnTo>
                  <a:pt x="631382" y="1258571"/>
                </a:lnTo>
                <a:lnTo>
                  <a:pt x="618484" y="1258870"/>
                </a:lnTo>
                <a:lnTo>
                  <a:pt x="598811" y="1257451"/>
                </a:lnTo>
                <a:lnTo>
                  <a:pt x="587760" y="1253406"/>
                </a:lnTo>
                <a:lnTo>
                  <a:pt x="577496" y="1244373"/>
                </a:lnTo>
                <a:lnTo>
                  <a:pt x="555170" y="1226627"/>
                </a:lnTo>
                <a:lnTo>
                  <a:pt x="533330" y="1212298"/>
                </a:lnTo>
                <a:lnTo>
                  <a:pt x="513970" y="1203854"/>
                </a:lnTo>
                <a:lnTo>
                  <a:pt x="495931" y="1199960"/>
                </a:lnTo>
                <a:lnTo>
                  <a:pt x="478806" y="1203614"/>
                </a:lnTo>
                <a:lnTo>
                  <a:pt x="465499" y="1207507"/>
                </a:lnTo>
                <a:lnTo>
                  <a:pt x="460332" y="1209445"/>
                </a:lnTo>
                <a:lnTo>
                  <a:pt x="450044" y="1216953"/>
                </a:lnTo>
                <a:lnTo>
                  <a:pt x="439579" y="1231126"/>
                </a:lnTo>
                <a:lnTo>
                  <a:pt x="431038" y="1253265"/>
                </a:lnTo>
                <a:lnTo>
                  <a:pt x="427831" y="1266800"/>
                </a:lnTo>
                <a:lnTo>
                  <a:pt x="418335" y="1295550"/>
                </a:lnTo>
                <a:lnTo>
                  <a:pt x="405780" y="1330072"/>
                </a:lnTo>
                <a:lnTo>
                  <a:pt x="399705" y="1340032"/>
                </a:lnTo>
                <a:lnTo>
                  <a:pt x="392672" y="1347461"/>
                </a:lnTo>
                <a:lnTo>
                  <a:pt x="381472" y="1354125"/>
                </a:lnTo>
                <a:lnTo>
                  <a:pt x="345113" y="1381911"/>
                </a:lnTo>
                <a:lnTo>
                  <a:pt x="327230" y="1412941"/>
                </a:lnTo>
                <a:lnTo>
                  <a:pt x="315808" y="1422070"/>
                </a:lnTo>
                <a:lnTo>
                  <a:pt x="301950" y="1426486"/>
                </a:lnTo>
                <a:lnTo>
                  <a:pt x="290244" y="1429321"/>
                </a:lnTo>
                <a:lnTo>
                  <a:pt x="283844" y="1434537"/>
                </a:lnTo>
                <a:lnTo>
                  <a:pt x="276874" y="1450228"/>
                </a:lnTo>
                <a:lnTo>
                  <a:pt x="270718" y="1455822"/>
                </a:lnTo>
                <a:lnTo>
                  <a:pt x="263772" y="1458086"/>
                </a:lnTo>
                <a:lnTo>
                  <a:pt x="242838" y="1456632"/>
                </a:lnTo>
                <a:lnTo>
                  <a:pt x="236117" y="1455178"/>
                </a:lnTo>
                <a:lnTo>
                  <a:pt x="180814" y="1459419"/>
                </a:lnTo>
                <a:lnTo>
                  <a:pt x="163814" y="1454884"/>
                </a:lnTo>
                <a:lnTo>
                  <a:pt x="151795" y="1453196"/>
                </a:lnTo>
                <a:lnTo>
                  <a:pt x="133060" y="1460111"/>
                </a:lnTo>
                <a:lnTo>
                  <a:pt x="125052" y="1456075"/>
                </a:lnTo>
                <a:lnTo>
                  <a:pt x="118417" y="1443331"/>
                </a:lnTo>
                <a:lnTo>
                  <a:pt x="114629" y="1417469"/>
                </a:lnTo>
                <a:lnTo>
                  <a:pt x="115036" y="1395409"/>
                </a:lnTo>
                <a:lnTo>
                  <a:pt x="124892" y="1378462"/>
                </a:lnTo>
                <a:lnTo>
                  <a:pt x="133154" y="1366024"/>
                </a:lnTo>
                <a:lnTo>
                  <a:pt x="141165" y="1349858"/>
                </a:lnTo>
                <a:lnTo>
                  <a:pt x="142095" y="1342701"/>
                </a:lnTo>
                <a:lnTo>
                  <a:pt x="140250" y="1336304"/>
                </a:lnTo>
                <a:lnTo>
                  <a:pt x="138240" y="1323234"/>
                </a:lnTo>
                <a:lnTo>
                  <a:pt x="137001" y="1309847"/>
                </a:lnTo>
                <a:lnTo>
                  <a:pt x="124282" y="1280818"/>
                </a:lnTo>
                <a:lnTo>
                  <a:pt x="108508" y="1242294"/>
                </a:lnTo>
                <a:lnTo>
                  <a:pt x="87495" y="1199431"/>
                </a:lnTo>
                <a:lnTo>
                  <a:pt x="80964" y="1187669"/>
                </a:lnTo>
                <a:lnTo>
                  <a:pt x="67950" y="1169180"/>
                </a:lnTo>
                <a:lnTo>
                  <a:pt x="20541" y="1134724"/>
                </a:lnTo>
                <a:lnTo>
                  <a:pt x="13336" y="1130076"/>
                </a:lnTo>
                <a:lnTo>
                  <a:pt x="13216" y="1126088"/>
                </a:lnTo>
                <a:lnTo>
                  <a:pt x="12135" y="1091333"/>
                </a:lnTo>
                <a:lnTo>
                  <a:pt x="10724" y="1045248"/>
                </a:lnTo>
                <a:lnTo>
                  <a:pt x="9325" y="999182"/>
                </a:lnTo>
                <a:lnTo>
                  <a:pt x="7937" y="953120"/>
                </a:lnTo>
                <a:lnTo>
                  <a:pt x="6545" y="907063"/>
                </a:lnTo>
                <a:lnTo>
                  <a:pt x="5164" y="861012"/>
                </a:lnTo>
                <a:lnTo>
                  <a:pt x="3807" y="814964"/>
                </a:lnTo>
                <a:lnTo>
                  <a:pt x="2462" y="768923"/>
                </a:lnTo>
                <a:lnTo>
                  <a:pt x="1127" y="722871"/>
                </a:lnTo>
                <a:lnTo>
                  <a:pt x="0" y="683945"/>
                </a:lnTo>
                <a:lnTo>
                  <a:pt x="34177" y="682936"/>
                </a:lnTo>
                <a:lnTo>
                  <a:pt x="76466" y="681769"/>
                </a:lnTo>
                <a:lnTo>
                  <a:pt x="126725" y="680500"/>
                </a:lnTo>
                <a:lnTo>
                  <a:pt x="148951" y="679980"/>
                </a:lnTo>
                <a:lnTo>
                  <a:pt x="150097" y="673803"/>
                </a:lnTo>
                <a:lnTo>
                  <a:pt x="149475" y="645248"/>
                </a:lnTo>
                <a:lnTo>
                  <a:pt x="148040" y="579743"/>
                </a:lnTo>
                <a:lnTo>
                  <a:pt x="146622" y="514267"/>
                </a:lnTo>
                <a:lnTo>
                  <a:pt x="145205" y="448807"/>
                </a:lnTo>
                <a:lnTo>
                  <a:pt x="143819" y="383361"/>
                </a:lnTo>
                <a:lnTo>
                  <a:pt x="142435" y="317916"/>
                </a:lnTo>
                <a:lnTo>
                  <a:pt x="141082" y="252504"/>
                </a:lnTo>
                <a:lnTo>
                  <a:pt x="139745" y="187110"/>
                </a:lnTo>
                <a:lnTo>
                  <a:pt x="138410" y="121718"/>
                </a:lnTo>
                <a:lnTo>
                  <a:pt x="137778" y="89405"/>
                </a:lnTo>
                <a:lnTo>
                  <a:pt x="177483" y="86640"/>
                </a:lnTo>
                <a:lnTo>
                  <a:pt x="223091" y="79164"/>
                </a:lnTo>
                <a:lnTo>
                  <a:pt x="297084" y="67226"/>
                </a:lnTo>
                <a:lnTo>
                  <a:pt x="366026" y="53056"/>
                </a:lnTo>
                <a:lnTo>
                  <a:pt x="411050" y="44824"/>
                </a:lnTo>
                <a:lnTo>
                  <a:pt x="464496" y="35177"/>
                </a:lnTo>
                <a:lnTo>
                  <a:pt x="482900" y="33484"/>
                </a:lnTo>
                <a:lnTo>
                  <a:pt x="487874" y="34708"/>
                </a:lnTo>
                <a:lnTo>
                  <a:pt x="495143" y="37845"/>
                </a:lnTo>
                <a:lnTo>
                  <a:pt x="520088" y="70366"/>
                </a:lnTo>
                <a:lnTo>
                  <a:pt x="535609" y="95203"/>
                </a:lnTo>
                <a:lnTo>
                  <a:pt x="538775" y="105849"/>
                </a:lnTo>
                <a:lnTo>
                  <a:pt x="541720" y="106967"/>
                </a:lnTo>
                <a:lnTo>
                  <a:pt x="549012" y="105257"/>
                </a:lnTo>
                <a:lnTo>
                  <a:pt x="557202" y="101216"/>
                </a:lnTo>
                <a:lnTo>
                  <a:pt x="582361" y="76376"/>
                </a:lnTo>
                <a:lnTo>
                  <a:pt x="587602" y="69911"/>
                </a:lnTo>
                <a:lnTo>
                  <a:pt x="603659" y="57874"/>
                </a:lnTo>
                <a:lnTo>
                  <a:pt x="623176" y="45619"/>
                </a:lnTo>
                <a:lnTo>
                  <a:pt x="640856" y="36977"/>
                </a:lnTo>
                <a:lnTo>
                  <a:pt x="658604" y="29774"/>
                </a:lnTo>
                <a:lnTo>
                  <a:pt x="666806" y="31596"/>
                </a:lnTo>
                <a:lnTo>
                  <a:pt x="676454" y="37884"/>
                </a:lnTo>
                <a:lnTo>
                  <a:pt x="685022" y="41794"/>
                </a:lnTo>
                <a:lnTo>
                  <a:pt x="725486" y="11863"/>
                </a:lnTo>
                <a:lnTo>
                  <a:pt x="743560" y="5046"/>
                </a:lnTo>
                <a:lnTo>
                  <a:pt x="790969" y="0"/>
                </a:lnTo>
                <a:lnTo>
                  <a:pt x="797565" y="1013"/>
                </a:lnTo>
                <a:lnTo>
                  <a:pt x="794461" y="891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2031604" y="2181074"/>
            <a:ext cx="1553159" cy="168177"/>
          </a:xfrm>
          <a:custGeom>
            <a:avLst/>
            <a:gdLst/>
            <a:ahLst/>
            <a:cxnLst/>
            <a:rect l="l" t="t" r="r" b="b"/>
            <a:pathLst>
              <a:path w="1553159" h="168177">
                <a:moveTo>
                  <a:pt x="1450699" y="11933"/>
                </a:moveTo>
                <a:lnTo>
                  <a:pt x="1487169" y="45316"/>
                </a:lnTo>
                <a:lnTo>
                  <a:pt x="1522277" y="75287"/>
                </a:lnTo>
                <a:lnTo>
                  <a:pt x="1553159" y="101740"/>
                </a:lnTo>
                <a:lnTo>
                  <a:pt x="1504941" y="111332"/>
                </a:lnTo>
                <a:lnTo>
                  <a:pt x="1436439" y="125168"/>
                </a:lnTo>
                <a:lnTo>
                  <a:pt x="1390252" y="134626"/>
                </a:lnTo>
                <a:lnTo>
                  <a:pt x="1334317" y="146222"/>
                </a:lnTo>
                <a:lnTo>
                  <a:pt x="1297030" y="153629"/>
                </a:lnTo>
                <a:lnTo>
                  <a:pt x="1250672" y="162930"/>
                </a:lnTo>
                <a:lnTo>
                  <a:pt x="1243249" y="162883"/>
                </a:lnTo>
                <a:lnTo>
                  <a:pt x="1230692" y="157274"/>
                </a:lnTo>
                <a:lnTo>
                  <a:pt x="1203787" y="156664"/>
                </a:lnTo>
                <a:lnTo>
                  <a:pt x="1172313" y="165408"/>
                </a:lnTo>
                <a:lnTo>
                  <a:pt x="1147274" y="168177"/>
                </a:lnTo>
                <a:lnTo>
                  <a:pt x="1128648" y="164933"/>
                </a:lnTo>
                <a:lnTo>
                  <a:pt x="1110398" y="158314"/>
                </a:lnTo>
                <a:lnTo>
                  <a:pt x="1092502" y="148336"/>
                </a:lnTo>
                <a:lnTo>
                  <a:pt x="1061793" y="145360"/>
                </a:lnTo>
                <a:lnTo>
                  <a:pt x="1018307" y="149442"/>
                </a:lnTo>
                <a:lnTo>
                  <a:pt x="976258" y="148698"/>
                </a:lnTo>
                <a:lnTo>
                  <a:pt x="935652" y="143104"/>
                </a:lnTo>
                <a:lnTo>
                  <a:pt x="906639" y="141374"/>
                </a:lnTo>
                <a:lnTo>
                  <a:pt x="889266" y="143461"/>
                </a:lnTo>
                <a:lnTo>
                  <a:pt x="870516" y="141870"/>
                </a:lnTo>
                <a:lnTo>
                  <a:pt x="850401" y="136650"/>
                </a:lnTo>
                <a:lnTo>
                  <a:pt x="833444" y="127176"/>
                </a:lnTo>
                <a:lnTo>
                  <a:pt x="812722" y="106618"/>
                </a:lnTo>
                <a:lnTo>
                  <a:pt x="796376" y="86858"/>
                </a:lnTo>
                <a:lnTo>
                  <a:pt x="792223" y="84112"/>
                </a:lnTo>
                <a:lnTo>
                  <a:pt x="787157" y="81199"/>
                </a:lnTo>
                <a:lnTo>
                  <a:pt x="782208" y="80476"/>
                </a:lnTo>
                <a:lnTo>
                  <a:pt x="737764" y="81779"/>
                </a:lnTo>
                <a:lnTo>
                  <a:pt x="695515" y="83108"/>
                </a:lnTo>
                <a:lnTo>
                  <a:pt x="671339" y="84170"/>
                </a:lnTo>
                <a:lnTo>
                  <a:pt x="612276" y="86865"/>
                </a:lnTo>
                <a:lnTo>
                  <a:pt x="553214" y="89725"/>
                </a:lnTo>
                <a:lnTo>
                  <a:pt x="494169" y="92749"/>
                </a:lnTo>
                <a:lnTo>
                  <a:pt x="435142" y="95937"/>
                </a:lnTo>
                <a:lnTo>
                  <a:pt x="376133" y="99289"/>
                </a:lnTo>
                <a:lnTo>
                  <a:pt x="317146" y="102821"/>
                </a:lnTo>
                <a:lnTo>
                  <a:pt x="258178" y="106502"/>
                </a:lnTo>
                <a:lnTo>
                  <a:pt x="199232" y="110346"/>
                </a:lnTo>
                <a:lnTo>
                  <a:pt x="167933" y="112458"/>
                </a:lnTo>
                <a:lnTo>
                  <a:pt x="138947" y="116118"/>
                </a:lnTo>
                <a:lnTo>
                  <a:pt x="106975" y="120209"/>
                </a:lnTo>
                <a:lnTo>
                  <a:pt x="102302" y="119794"/>
                </a:lnTo>
                <a:lnTo>
                  <a:pt x="94549" y="117877"/>
                </a:lnTo>
                <a:lnTo>
                  <a:pt x="89079" y="113766"/>
                </a:lnTo>
                <a:lnTo>
                  <a:pt x="71106" y="103444"/>
                </a:lnTo>
                <a:lnTo>
                  <a:pt x="55533" y="95769"/>
                </a:lnTo>
                <a:lnTo>
                  <a:pt x="34198" y="82519"/>
                </a:lnTo>
                <a:lnTo>
                  <a:pt x="19984" y="67311"/>
                </a:lnTo>
                <a:lnTo>
                  <a:pt x="8522" y="63000"/>
                </a:lnTo>
                <a:lnTo>
                  <a:pt x="0" y="62399"/>
                </a:lnTo>
                <a:lnTo>
                  <a:pt x="1438156" y="0"/>
                </a:lnTo>
                <a:lnTo>
                  <a:pt x="1450699" y="1193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900789" y="2247605"/>
            <a:ext cx="78227" cy="40208"/>
          </a:xfrm>
          <a:custGeom>
            <a:avLst/>
            <a:gdLst/>
            <a:ahLst/>
            <a:cxnLst/>
            <a:rect l="l" t="t" r="r" b="b"/>
            <a:pathLst>
              <a:path w="78227" h="40208">
                <a:moveTo>
                  <a:pt x="71517" y="3022"/>
                </a:moveTo>
                <a:lnTo>
                  <a:pt x="56002" y="11872"/>
                </a:lnTo>
                <a:lnTo>
                  <a:pt x="45069" y="20110"/>
                </a:lnTo>
                <a:lnTo>
                  <a:pt x="25830" y="30125"/>
                </a:lnTo>
                <a:lnTo>
                  <a:pt x="9715" y="39868"/>
                </a:lnTo>
                <a:lnTo>
                  <a:pt x="2291" y="40208"/>
                </a:lnTo>
                <a:lnTo>
                  <a:pt x="0" y="6391"/>
                </a:lnTo>
                <a:lnTo>
                  <a:pt x="78227" y="0"/>
                </a:lnTo>
                <a:lnTo>
                  <a:pt x="71517" y="3022"/>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3509463" y="4282400"/>
            <a:ext cx="1028744" cy="663313"/>
          </a:xfrm>
          <a:custGeom>
            <a:avLst/>
            <a:gdLst/>
            <a:ahLst/>
            <a:cxnLst/>
            <a:rect l="l" t="t" r="r" b="b"/>
            <a:pathLst>
              <a:path w="1028744" h="663313">
                <a:moveTo>
                  <a:pt x="1028744" y="181051"/>
                </a:moveTo>
                <a:lnTo>
                  <a:pt x="1028726" y="180239"/>
                </a:lnTo>
                <a:lnTo>
                  <a:pt x="1028086" y="179052"/>
                </a:lnTo>
                <a:lnTo>
                  <a:pt x="1026400" y="178399"/>
                </a:lnTo>
                <a:lnTo>
                  <a:pt x="1025609" y="177439"/>
                </a:lnTo>
                <a:lnTo>
                  <a:pt x="1024796" y="175784"/>
                </a:lnTo>
                <a:lnTo>
                  <a:pt x="1024818" y="175105"/>
                </a:lnTo>
                <a:lnTo>
                  <a:pt x="1025468" y="174063"/>
                </a:lnTo>
                <a:lnTo>
                  <a:pt x="1025934" y="171900"/>
                </a:lnTo>
                <a:lnTo>
                  <a:pt x="1024995" y="171805"/>
                </a:lnTo>
                <a:lnTo>
                  <a:pt x="1023969" y="171329"/>
                </a:lnTo>
                <a:lnTo>
                  <a:pt x="1023148" y="170190"/>
                </a:lnTo>
                <a:lnTo>
                  <a:pt x="1022229" y="171261"/>
                </a:lnTo>
                <a:lnTo>
                  <a:pt x="1021908" y="171290"/>
                </a:lnTo>
                <a:lnTo>
                  <a:pt x="1021873" y="169878"/>
                </a:lnTo>
                <a:lnTo>
                  <a:pt x="1021290" y="169026"/>
                </a:lnTo>
                <a:lnTo>
                  <a:pt x="1021404" y="168769"/>
                </a:lnTo>
                <a:lnTo>
                  <a:pt x="1022583" y="168511"/>
                </a:lnTo>
                <a:lnTo>
                  <a:pt x="1022926" y="168070"/>
                </a:lnTo>
                <a:lnTo>
                  <a:pt x="1022736" y="167383"/>
                </a:lnTo>
                <a:lnTo>
                  <a:pt x="1022157" y="167084"/>
                </a:lnTo>
                <a:lnTo>
                  <a:pt x="1022286" y="165581"/>
                </a:lnTo>
                <a:lnTo>
                  <a:pt x="1023791" y="165339"/>
                </a:lnTo>
                <a:lnTo>
                  <a:pt x="1024479" y="163850"/>
                </a:lnTo>
                <a:lnTo>
                  <a:pt x="1024322" y="163354"/>
                </a:lnTo>
                <a:lnTo>
                  <a:pt x="1023310" y="163045"/>
                </a:lnTo>
                <a:lnTo>
                  <a:pt x="1022445" y="162215"/>
                </a:lnTo>
                <a:lnTo>
                  <a:pt x="1021546" y="161751"/>
                </a:lnTo>
                <a:lnTo>
                  <a:pt x="1021646" y="160535"/>
                </a:lnTo>
                <a:lnTo>
                  <a:pt x="1022275" y="160278"/>
                </a:lnTo>
                <a:lnTo>
                  <a:pt x="1022566" y="159742"/>
                </a:lnTo>
                <a:lnTo>
                  <a:pt x="1022212" y="158054"/>
                </a:lnTo>
                <a:lnTo>
                  <a:pt x="1022711" y="157579"/>
                </a:lnTo>
                <a:lnTo>
                  <a:pt x="1023183" y="157585"/>
                </a:lnTo>
                <a:lnTo>
                  <a:pt x="1023462" y="157027"/>
                </a:lnTo>
                <a:lnTo>
                  <a:pt x="1023471" y="156573"/>
                </a:lnTo>
                <a:lnTo>
                  <a:pt x="1023018" y="155891"/>
                </a:lnTo>
                <a:lnTo>
                  <a:pt x="1023552" y="155174"/>
                </a:lnTo>
                <a:lnTo>
                  <a:pt x="1022640" y="154437"/>
                </a:lnTo>
                <a:lnTo>
                  <a:pt x="1022240" y="153350"/>
                </a:lnTo>
                <a:lnTo>
                  <a:pt x="1021720" y="152950"/>
                </a:lnTo>
                <a:lnTo>
                  <a:pt x="1020012" y="153020"/>
                </a:lnTo>
                <a:lnTo>
                  <a:pt x="1020999" y="152375"/>
                </a:lnTo>
                <a:lnTo>
                  <a:pt x="1019201" y="151429"/>
                </a:lnTo>
                <a:lnTo>
                  <a:pt x="1020320" y="149960"/>
                </a:lnTo>
                <a:lnTo>
                  <a:pt x="1020120" y="149465"/>
                </a:lnTo>
                <a:lnTo>
                  <a:pt x="1019506" y="149381"/>
                </a:lnTo>
                <a:lnTo>
                  <a:pt x="1018730" y="148828"/>
                </a:lnTo>
                <a:lnTo>
                  <a:pt x="1017233" y="148795"/>
                </a:lnTo>
                <a:lnTo>
                  <a:pt x="1016265" y="148467"/>
                </a:lnTo>
                <a:lnTo>
                  <a:pt x="1014809" y="148709"/>
                </a:lnTo>
                <a:lnTo>
                  <a:pt x="1014098" y="148233"/>
                </a:lnTo>
                <a:lnTo>
                  <a:pt x="1013966" y="147611"/>
                </a:lnTo>
                <a:lnTo>
                  <a:pt x="1013422" y="146984"/>
                </a:lnTo>
                <a:lnTo>
                  <a:pt x="1013469" y="146446"/>
                </a:lnTo>
                <a:lnTo>
                  <a:pt x="1013955" y="146377"/>
                </a:lnTo>
                <a:lnTo>
                  <a:pt x="1015900" y="147069"/>
                </a:lnTo>
                <a:lnTo>
                  <a:pt x="1016565" y="147680"/>
                </a:lnTo>
                <a:lnTo>
                  <a:pt x="1016562" y="146168"/>
                </a:lnTo>
                <a:lnTo>
                  <a:pt x="1016942" y="145582"/>
                </a:lnTo>
                <a:lnTo>
                  <a:pt x="1016916" y="145157"/>
                </a:lnTo>
                <a:lnTo>
                  <a:pt x="1015879" y="145394"/>
                </a:lnTo>
                <a:lnTo>
                  <a:pt x="1015247" y="145300"/>
                </a:lnTo>
                <a:lnTo>
                  <a:pt x="1015089" y="145648"/>
                </a:lnTo>
                <a:lnTo>
                  <a:pt x="1013896" y="145575"/>
                </a:lnTo>
                <a:lnTo>
                  <a:pt x="1014119" y="144074"/>
                </a:lnTo>
                <a:lnTo>
                  <a:pt x="1013592" y="143266"/>
                </a:lnTo>
                <a:lnTo>
                  <a:pt x="1013135" y="143269"/>
                </a:lnTo>
                <a:lnTo>
                  <a:pt x="1012522" y="142645"/>
                </a:lnTo>
                <a:lnTo>
                  <a:pt x="1011919" y="142690"/>
                </a:lnTo>
                <a:lnTo>
                  <a:pt x="1011282" y="142389"/>
                </a:lnTo>
                <a:lnTo>
                  <a:pt x="1010273" y="142518"/>
                </a:lnTo>
                <a:lnTo>
                  <a:pt x="1009335" y="141924"/>
                </a:lnTo>
                <a:lnTo>
                  <a:pt x="1008958" y="142234"/>
                </a:lnTo>
                <a:lnTo>
                  <a:pt x="1007424" y="142510"/>
                </a:lnTo>
                <a:lnTo>
                  <a:pt x="1007301" y="143766"/>
                </a:lnTo>
                <a:lnTo>
                  <a:pt x="1006888" y="143775"/>
                </a:lnTo>
                <a:lnTo>
                  <a:pt x="1006547" y="143148"/>
                </a:lnTo>
                <a:lnTo>
                  <a:pt x="1007008" y="142275"/>
                </a:lnTo>
                <a:lnTo>
                  <a:pt x="1006998" y="140948"/>
                </a:lnTo>
                <a:lnTo>
                  <a:pt x="1006216" y="140967"/>
                </a:lnTo>
                <a:lnTo>
                  <a:pt x="1005296" y="141514"/>
                </a:lnTo>
                <a:lnTo>
                  <a:pt x="1004915" y="141331"/>
                </a:lnTo>
                <a:lnTo>
                  <a:pt x="1005684" y="139737"/>
                </a:lnTo>
                <a:lnTo>
                  <a:pt x="1005626" y="139130"/>
                </a:lnTo>
                <a:lnTo>
                  <a:pt x="1005158" y="138686"/>
                </a:lnTo>
                <a:lnTo>
                  <a:pt x="1004603" y="138711"/>
                </a:lnTo>
                <a:lnTo>
                  <a:pt x="1004273" y="138997"/>
                </a:lnTo>
                <a:lnTo>
                  <a:pt x="1004032" y="140533"/>
                </a:lnTo>
                <a:lnTo>
                  <a:pt x="1003123" y="140238"/>
                </a:lnTo>
                <a:lnTo>
                  <a:pt x="1002580" y="140530"/>
                </a:lnTo>
                <a:lnTo>
                  <a:pt x="1001703" y="140002"/>
                </a:lnTo>
                <a:lnTo>
                  <a:pt x="1001207" y="140377"/>
                </a:lnTo>
                <a:lnTo>
                  <a:pt x="1000493" y="140446"/>
                </a:lnTo>
                <a:lnTo>
                  <a:pt x="999924" y="139817"/>
                </a:lnTo>
                <a:lnTo>
                  <a:pt x="999149" y="139456"/>
                </a:lnTo>
                <a:lnTo>
                  <a:pt x="998474" y="138622"/>
                </a:lnTo>
                <a:lnTo>
                  <a:pt x="998311" y="137902"/>
                </a:lnTo>
                <a:lnTo>
                  <a:pt x="998474" y="137673"/>
                </a:lnTo>
                <a:lnTo>
                  <a:pt x="999086" y="138238"/>
                </a:lnTo>
                <a:lnTo>
                  <a:pt x="999634" y="138305"/>
                </a:lnTo>
                <a:lnTo>
                  <a:pt x="1000049" y="137353"/>
                </a:lnTo>
                <a:lnTo>
                  <a:pt x="999520" y="137013"/>
                </a:lnTo>
                <a:lnTo>
                  <a:pt x="999681" y="136010"/>
                </a:lnTo>
                <a:lnTo>
                  <a:pt x="1000649" y="135382"/>
                </a:lnTo>
                <a:lnTo>
                  <a:pt x="1000463" y="134670"/>
                </a:lnTo>
                <a:lnTo>
                  <a:pt x="999902" y="134877"/>
                </a:lnTo>
                <a:lnTo>
                  <a:pt x="999887" y="135309"/>
                </a:lnTo>
                <a:lnTo>
                  <a:pt x="999490" y="135585"/>
                </a:lnTo>
                <a:lnTo>
                  <a:pt x="998216" y="135489"/>
                </a:lnTo>
                <a:lnTo>
                  <a:pt x="996601" y="135720"/>
                </a:lnTo>
                <a:lnTo>
                  <a:pt x="995569" y="135580"/>
                </a:lnTo>
                <a:lnTo>
                  <a:pt x="994852" y="135188"/>
                </a:lnTo>
                <a:lnTo>
                  <a:pt x="995031" y="134174"/>
                </a:lnTo>
                <a:lnTo>
                  <a:pt x="996134" y="132827"/>
                </a:lnTo>
                <a:lnTo>
                  <a:pt x="998180" y="132543"/>
                </a:lnTo>
                <a:lnTo>
                  <a:pt x="998172" y="132088"/>
                </a:lnTo>
                <a:lnTo>
                  <a:pt x="997557" y="131112"/>
                </a:lnTo>
                <a:lnTo>
                  <a:pt x="997759" y="130053"/>
                </a:lnTo>
                <a:lnTo>
                  <a:pt x="997509" y="129459"/>
                </a:lnTo>
                <a:lnTo>
                  <a:pt x="995438" y="128967"/>
                </a:lnTo>
                <a:lnTo>
                  <a:pt x="993796" y="128933"/>
                </a:lnTo>
                <a:lnTo>
                  <a:pt x="993668" y="129270"/>
                </a:lnTo>
                <a:lnTo>
                  <a:pt x="994332" y="129975"/>
                </a:lnTo>
                <a:lnTo>
                  <a:pt x="994688" y="130911"/>
                </a:lnTo>
                <a:lnTo>
                  <a:pt x="994572" y="132727"/>
                </a:lnTo>
                <a:lnTo>
                  <a:pt x="994304" y="133037"/>
                </a:lnTo>
                <a:lnTo>
                  <a:pt x="993984" y="132965"/>
                </a:lnTo>
                <a:lnTo>
                  <a:pt x="993557" y="132298"/>
                </a:lnTo>
                <a:lnTo>
                  <a:pt x="991563" y="133588"/>
                </a:lnTo>
                <a:lnTo>
                  <a:pt x="991372" y="132576"/>
                </a:lnTo>
                <a:lnTo>
                  <a:pt x="991909" y="131404"/>
                </a:lnTo>
                <a:lnTo>
                  <a:pt x="991955" y="130783"/>
                </a:lnTo>
                <a:lnTo>
                  <a:pt x="992861" y="129821"/>
                </a:lnTo>
                <a:lnTo>
                  <a:pt x="992717" y="129261"/>
                </a:lnTo>
                <a:lnTo>
                  <a:pt x="992236" y="129091"/>
                </a:lnTo>
                <a:lnTo>
                  <a:pt x="991205" y="129886"/>
                </a:lnTo>
                <a:lnTo>
                  <a:pt x="990226" y="129658"/>
                </a:lnTo>
                <a:lnTo>
                  <a:pt x="988718" y="131270"/>
                </a:lnTo>
                <a:lnTo>
                  <a:pt x="988726" y="129314"/>
                </a:lnTo>
                <a:lnTo>
                  <a:pt x="989074" y="128992"/>
                </a:lnTo>
                <a:lnTo>
                  <a:pt x="990156" y="128812"/>
                </a:lnTo>
                <a:lnTo>
                  <a:pt x="990239" y="128336"/>
                </a:lnTo>
                <a:lnTo>
                  <a:pt x="989744" y="127161"/>
                </a:lnTo>
                <a:lnTo>
                  <a:pt x="988874" y="127161"/>
                </a:lnTo>
                <a:lnTo>
                  <a:pt x="988258" y="127613"/>
                </a:lnTo>
                <a:lnTo>
                  <a:pt x="987536" y="126937"/>
                </a:lnTo>
                <a:lnTo>
                  <a:pt x="987085" y="127003"/>
                </a:lnTo>
                <a:lnTo>
                  <a:pt x="986819" y="126360"/>
                </a:lnTo>
                <a:lnTo>
                  <a:pt x="985762" y="126739"/>
                </a:lnTo>
                <a:lnTo>
                  <a:pt x="985166" y="126561"/>
                </a:lnTo>
                <a:lnTo>
                  <a:pt x="984082" y="127341"/>
                </a:lnTo>
                <a:lnTo>
                  <a:pt x="983532" y="126780"/>
                </a:lnTo>
                <a:lnTo>
                  <a:pt x="984106" y="125848"/>
                </a:lnTo>
                <a:lnTo>
                  <a:pt x="984172" y="125261"/>
                </a:lnTo>
                <a:lnTo>
                  <a:pt x="983700" y="123261"/>
                </a:lnTo>
                <a:lnTo>
                  <a:pt x="983297" y="123289"/>
                </a:lnTo>
                <a:lnTo>
                  <a:pt x="982870" y="124414"/>
                </a:lnTo>
                <a:lnTo>
                  <a:pt x="981664" y="124142"/>
                </a:lnTo>
                <a:lnTo>
                  <a:pt x="981177" y="124337"/>
                </a:lnTo>
                <a:lnTo>
                  <a:pt x="981162" y="123832"/>
                </a:lnTo>
                <a:lnTo>
                  <a:pt x="981745" y="123424"/>
                </a:lnTo>
                <a:lnTo>
                  <a:pt x="981400" y="122894"/>
                </a:lnTo>
                <a:lnTo>
                  <a:pt x="980509" y="122797"/>
                </a:lnTo>
                <a:lnTo>
                  <a:pt x="980514" y="121796"/>
                </a:lnTo>
                <a:lnTo>
                  <a:pt x="981010" y="120981"/>
                </a:lnTo>
                <a:lnTo>
                  <a:pt x="980699" y="120554"/>
                </a:lnTo>
                <a:lnTo>
                  <a:pt x="979788" y="120992"/>
                </a:lnTo>
                <a:lnTo>
                  <a:pt x="979100" y="122241"/>
                </a:lnTo>
                <a:lnTo>
                  <a:pt x="978246" y="121898"/>
                </a:lnTo>
                <a:lnTo>
                  <a:pt x="977809" y="120831"/>
                </a:lnTo>
                <a:lnTo>
                  <a:pt x="977816" y="119539"/>
                </a:lnTo>
                <a:lnTo>
                  <a:pt x="978177" y="119445"/>
                </a:lnTo>
                <a:lnTo>
                  <a:pt x="979349" y="118248"/>
                </a:lnTo>
                <a:lnTo>
                  <a:pt x="979501" y="117437"/>
                </a:lnTo>
                <a:lnTo>
                  <a:pt x="979181" y="117076"/>
                </a:lnTo>
                <a:lnTo>
                  <a:pt x="978639" y="116899"/>
                </a:lnTo>
                <a:lnTo>
                  <a:pt x="978048" y="117166"/>
                </a:lnTo>
                <a:lnTo>
                  <a:pt x="978150" y="117687"/>
                </a:lnTo>
                <a:lnTo>
                  <a:pt x="977354" y="118510"/>
                </a:lnTo>
                <a:lnTo>
                  <a:pt x="976831" y="117763"/>
                </a:lnTo>
                <a:lnTo>
                  <a:pt x="975398" y="116786"/>
                </a:lnTo>
                <a:lnTo>
                  <a:pt x="975404" y="116379"/>
                </a:lnTo>
                <a:lnTo>
                  <a:pt x="974720" y="116213"/>
                </a:lnTo>
                <a:lnTo>
                  <a:pt x="974302" y="116517"/>
                </a:lnTo>
                <a:lnTo>
                  <a:pt x="974450" y="117140"/>
                </a:lnTo>
                <a:lnTo>
                  <a:pt x="975366" y="118604"/>
                </a:lnTo>
                <a:lnTo>
                  <a:pt x="973476" y="117760"/>
                </a:lnTo>
                <a:lnTo>
                  <a:pt x="973374" y="118843"/>
                </a:lnTo>
                <a:lnTo>
                  <a:pt x="972898" y="118931"/>
                </a:lnTo>
                <a:lnTo>
                  <a:pt x="973303" y="119498"/>
                </a:lnTo>
                <a:lnTo>
                  <a:pt x="973167" y="119868"/>
                </a:lnTo>
                <a:lnTo>
                  <a:pt x="971553" y="119901"/>
                </a:lnTo>
                <a:lnTo>
                  <a:pt x="971216" y="119653"/>
                </a:lnTo>
                <a:lnTo>
                  <a:pt x="971093" y="118497"/>
                </a:lnTo>
                <a:lnTo>
                  <a:pt x="970732" y="117890"/>
                </a:lnTo>
                <a:lnTo>
                  <a:pt x="970254" y="118775"/>
                </a:lnTo>
                <a:lnTo>
                  <a:pt x="970404" y="119395"/>
                </a:lnTo>
                <a:lnTo>
                  <a:pt x="970244" y="119880"/>
                </a:lnTo>
                <a:lnTo>
                  <a:pt x="969491" y="120378"/>
                </a:lnTo>
                <a:lnTo>
                  <a:pt x="968952" y="120448"/>
                </a:lnTo>
                <a:lnTo>
                  <a:pt x="968728" y="120146"/>
                </a:lnTo>
                <a:lnTo>
                  <a:pt x="969034" y="119915"/>
                </a:lnTo>
                <a:lnTo>
                  <a:pt x="968989" y="119697"/>
                </a:lnTo>
                <a:lnTo>
                  <a:pt x="968759" y="119519"/>
                </a:lnTo>
                <a:lnTo>
                  <a:pt x="968109" y="119804"/>
                </a:lnTo>
                <a:lnTo>
                  <a:pt x="967484" y="119171"/>
                </a:lnTo>
                <a:lnTo>
                  <a:pt x="968286" y="118112"/>
                </a:lnTo>
                <a:lnTo>
                  <a:pt x="968101" y="117839"/>
                </a:lnTo>
                <a:lnTo>
                  <a:pt x="966257" y="117903"/>
                </a:lnTo>
                <a:lnTo>
                  <a:pt x="965581" y="117214"/>
                </a:lnTo>
                <a:lnTo>
                  <a:pt x="964558" y="117250"/>
                </a:lnTo>
                <a:lnTo>
                  <a:pt x="964138" y="116936"/>
                </a:lnTo>
                <a:lnTo>
                  <a:pt x="963561" y="117293"/>
                </a:lnTo>
                <a:lnTo>
                  <a:pt x="963035" y="115881"/>
                </a:lnTo>
                <a:lnTo>
                  <a:pt x="962730" y="115712"/>
                </a:lnTo>
                <a:lnTo>
                  <a:pt x="962713" y="114370"/>
                </a:lnTo>
                <a:lnTo>
                  <a:pt x="962459" y="114159"/>
                </a:lnTo>
                <a:lnTo>
                  <a:pt x="961833" y="114463"/>
                </a:lnTo>
                <a:lnTo>
                  <a:pt x="961313" y="113975"/>
                </a:lnTo>
                <a:lnTo>
                  <a:pt x="961276" y="113675"/>
                </a:lnTo>
                <a:lnTo>
                  <a:pt x="961768" y="113440"/>
                </a:lnTo>
                <a:lnTo>
                  <a:pt x="961820" y="113051"/>
                </a:lnTo>
                <a:lnTo>
                  <a:pt x="960411" y="112044"/>
                </a:lnTo>
                <a:lnTo>
                  <a:pt x="960468" y="111692"/>
                </a:lnTo>
                <a:lnTo>
                  <a:pt x="960088" y="111311"/>
                </a:lnTo>
                <a:lnTo>
                  <a:pt x="959755" y="111429"/>
                </a:lnTo>
                <a:lnTo>
                  <a:pt x="959822" y="111650"/>
                </a:lnTo>
                <a:lnTo>
                  <a:pt x="959115" y="112400"/>
                </a:lnTo>
                <a:lnTo>
                  <a:pt x="957704" y="113036"/>
                </a:lnTo>
                <a:lnTo>
                  <a:pt x="956876" y="113841"/>
                </a:lnTo>
                <a:lnTo>
                  <a:pt x="956576" y="113758"/>
                </a:lnTo>
                <a:lnTo>
                  <a:pt x="956502" y="113487"/>
                </a:lnTo>
                <a:lnTo>
                  <a:pt x="954883" y="113428"/>
                </a:lnTo>
                <a:lnTo>
                  <a:pt x="954795" y="113748"/>
                </a:lnTo>
                <a:lnTo>
                  <a:pt x="954581" y="113431"/>
                </a:lnTo>
                <a:lnTo>
                  <a:pt x="952506" y="114063"/>
                </a:lnTo>
                <a:lnTo>
                  <a:pt x="952061" y="114108"/>
                </a:lnTo>
                <a:lnTo>
                  <a:pt x="951698" y="113739"/>
                </a:lnTo>
                <a:lnTo>
                  <a:pt x="951537" y="113928"/>
                </a:lnTo>
                <a:lnTo>
                  <a:pt x="951141" y="113763"/>
                </a:lnTo>
                <a:lnTo>
                  <a:pt x="949624" y="114101"/>
                </a:lnTo>
                <a:lnTo>
                  <a:pt x="949134" y="113488"/>
                </a:lnTo>
                <a:lnTo>
                  <a:pt x="949058" y="110517"/>
                </a:lnTo>
                <a:lnTo>
                  <a:pt x="948212" y="109116"/>
                </a:lnTo>
                <a:lnTo>
                  <a:pt x="947232" y="108273"/>
                </a:lnTo>
                <a:lnTo>
                  <a:pt x="945951" y="108800"/>
                </a:lnTo>
                <a:lnTo>
                  <a:pt x="946099" y="108402"/>
                </a:lnTo>
                <a:lnTo>
                  <a:pt x="945964" y="108509"/>
                </a:lnTo>
                <a:lnTo>
                  <a:pt x="939551" y="105852"/>
                </a:lnTo>
                <a:lnTo>
                  <a:pt x="938069" y="102089"/>
                </a:lnTo>
                <a:lnTo>
                  <a:pt x="931941" y="102772"/>
                </a:lnTo>
                <a:lnTo>
                  <a:pt x="928270" y="105007"/>
                </a:lnTo>
                <a:lnTo>
                  <a:pt x="922480" y="104815"/>
                </a:lnTo>
                <a:lnTo>
                  <a:pt x="920203" y="106436"/>
                </a:lnTo>
                <a:lnTo>
                  <a:pt x="918443" y="106172"/>
                </a:lnTo>
                <a:lnTo>
                  <a:pt x="914500" y="109669"/>
                </a:lnTo>
                <a:lnTo>
                  <a:pt x="911487" y="105147"/>
                </a:lnTo>
                <a:lnTo>
                  <a:pt x="911114" y="105213"/>
                </a:lnTo>
                <a:lnTo>
                  <a:pt x="908888" y="104208"/>
                </a:lnTo>
                <a:lnTo>
                  <a:pt x="905262" y="103719"/>
                </a:lnTo>
                <a:lnTo>
                  <a:pt x="903158" y="101031"/>
                </a:lnTo>
                <a:lnTo>
                  <a:pt x="898590" y="100606"/>
                </a:lnTo>
                <a:lnTo>
                  <a:pt x="897438" y="100721"/>
                </a:lnTo>
                <a:lnTo>
                  <a:pt x="897153" y="100346"/>
                </a:lnTo>
                <a:lnTo>
                  <a:pt x="896178" y="100783"/>
                </a:lnTo>
                <a:lnTo>
                  <a:pt x="895274" y="100537"/>
                </a:lnTo>
                <a:lnTo>
                  <a:pt x="893942" y="101183"/>
                </a:lnTo>
                <a:lnTo>
                  <a:pt x="893952" y="101791"/>
                </a:lnTo>
                <a:lnTo>
                  <a:pt x="894369" y="102403"/>
                </a:lnTo>
                <a:lnTo>
                  <a:pt x="894243" y="102781"/>
                </a:lnTo>
                <a:lnTo>
                  <a:pt x="893409" y="102817"/>
                </a:lnTo>
                <a:lnTo>
                  <a:pt x="892118" y="103814"/>
                </a:lnTo>
                <a:lnTo>
                  <a:pt x="891841" y="103522"/>
                </a:lnTo>
                <a:lnTo>
                  <a:pt x="891490" y="101755"/>
                </a:lnTo>
                <a:lnTo>
                  <a:pt x="891951" y="100946"/>
                </a:lnTo>
                <a:lnTo>
                  <a:pt x="892600" y="100605"/>
                </a:lnTo>
                <a:lnTo>
                  <a:pt x="892606" y="100160"/>
                </a:lnTo>
                <a:lnTo>
                  <a:pt x="891965" y="100194"/>
                </a:lnTo>
                <a:lnTo>
                  <a:pt x="890857" y="101010"/>
                </a:lnTo>
                <a:lnTo>
                  <a:pt x="890215" y="99916"/>
                </a:lnTo>
                <a:lnTo>
                  <a:pt x="890257" y="99182"/>
                </a:lnTo>
                <a:lnTo>
                  <a:pt x="885747" y="97713"/>
                </a:lnTo>
                <a:lnTo>
                  <a:pt x="887318" y="96184"/>
                </a:lnTo>
                <a:lnTo>
                  <a:pt x="884288" y="94743"/>
                </a:lnTo>
                <a:lnTo>
                  <a:pt x="883150" y="93494"/>
                </a:lnTo>
                <a:lnTo>
                  <a:pt x="888321" y="90609"/>
                </a:lnTo>
                <a:lnTo>
                  <a:pt x="889795" y="90624"/>
                </a:lnTo>
                <a:lnTo>
                  <a:pt x="889934" y="90328"/>
                </a:lnTo>
                <a:lnTo>
                  <a:pt x="891496" y="89353"/>
                </a:lnTo>
                <a:lnTo>
                  <a:pt x="890382" y="87098"/>
                </a:lnTo>
                <a:lnTo>
                  <a:pt x="890086" y="87342"/>
                </a:lnTo>
                <a:lnTo>
                  <a:pt x="890525" y="87640"/>
                </a:lnTo>
                <a:lnTo>
                  <a:pt x="890367" y="87985"/>
                </a:lnTo>
                <a:lnTo>
                  <a:pt x="889797" y="87676"/>
                </a:lnTo>
                <a:lnTo>
                  <a:pt x="889595" y="88143"/>
                </a:lnTo>
                <a:lnTo>
                  <a:pt x="889309" y="88185"/>
                </a:lnTo>
                <a:lnTo>
                  <a:pt x="889303" y="88599"/>
                </a:lnTo>
                <a:lnTo>
                  <a:pt x="889804" y="88522"/>
                </a:lnTo>
                <a:lnTo>
                  <a:pt x="889243" y="89594"/>
                </a:lnTo>
                <a:lnTo>
                  <a:pt x="888940" y="89839"/>
                </a:lnTo>
                <a:lnTo>
                  <a:pt x="888545" y="89690"/>
                </a:lnTo>
                <a:lnTo>
                  <a:pt x="888446" y="88716"/>
                </a:lnTo>
                <a:lnTo>
                  <a:pt x="888648" y="88475"/>
                </a:lnTo>
                <a:lnTo>
                  <a:pt x="887918" y="87500"/>
                </a:lnTo>
                <a:lnTo>
                  <a:pt x="887687" y="86123"/>
                </a:lnTo>
                <a:lnTo>
                  <a:pt x="887847" y="85956"/>
                </a:lnTo>
                <a:lnTo>
                  <a:pt x="887609" y="85846"/>
                </a:lnTo>
                <a:lnTo>
                  <a:pt x="886941" y="86275"/>
                </a:lnTo>
                <a:lnTo>
                  <a:pt x="888526" y="82566"/>
                </a:lnTo>
                <a:lnTo>
                  <a:pt x="892238" y="83582"/>
                </a:lnTo>
                <a:lnTo>
                  <a:pt x="893931" y="78582"/>
                </a:lnTo>
                <a:lnTo>
                  <a:pt x="895552" y="75120"/>
                </a:lnTo>
                <a:lnTo>
                  <a:pt x="895531" y="70617"/>
                </a:lnTo>
                <a:lnTo>
                  <a:pt x="898649" y="68622"/>
                </a:lnTo>
                <a:lnTo>
                  <a:pt x="899844" y="69496"/>
                </a:lnTo>
                <a:lnTo>
                  <a:pt x="900003" y="66931"/>
                </a:lnTo>
                <a:lnTo>
                  <a:pt x="901514" y="66126"/>
                </a:lnTo>
                <a:lnTo>
                  <a:pt x="907744" y="64908"/>
                </a:lnTo>
                <a:lnTo>
                  <a:pt x="907141" y="61744"/>
                </a:lnTo>
                <a:lnTo>
                  <a:pt x="911005" y="62491"/>
                </a:lnTo>
                <a:lnTo>
                  <a:pt x="910333" y="58169"/>
                </a:lnTo>
                <a:lnTo>
                  <a:pt x="909423" y="56910"/>
                </a:lnTo>
                <a:lnTo>
                  <a:pt x="910458" y="55131"/>
                </a:lnTo>
                <a:lnTo>
                  <a:pt x="911003" y="52866"/>
                </a:lnTo>
                <a:lnTo>
                  <a:pt x="905778" y="45920"/>
                </a:lnTo>
                <a:lnTo>
                  <a:pt x="902324" y="43919"/>
                </a:lnTo>
                <a:lnTo>
                  <a:pt x="901558" y="44236"/>
                </a:lnTo>
                <a:lnTo>
                  <a:pt x="904543" y="50126"/>
                </a:lnTo>
                <a:lnTo>
                  <a:pt x="901554" y="50237"/>
                </a:lnTo>
                <a:lnTo>
                  <a:pt x="900805" y="48778"/>
                </a:lnTo>
                <a:lnTo>
                  <a:pt x="895370" y="47145"/>
                </a:lnTo>
                <a:lnTo>
                  <a:pt x="893241" y="46201"/>
                </a:lnTo>
                <a:lnTo>
                  <a:pt x="893676" y="46118"/>
                </a:lnTo>
                <a:lnTo>
                  <a:pt x="893483" y="45786"/>
                </a:lnTo>
                <a:lnTo>
                  <a:pt x="892535" y="45880"/>
                </a:lnTo>
                <a:lnTo>
                  <a:pt x="890946" y="45152"/>
                </a:lnTo>
                <a:lnTo>
                  <a:pt x="891242" y="45080"/>
                </a:lnTo>
                <a:lnTo>
                  <a:pt x="891099" y="44843"/>
                </a:lnTo>
                <a:lnTo>
                  <a:pt x="891258" y="44657"/>
                </a:lnTo>
                <a:lnTo>
                  <a:pt x="891714" y="44922"/>
                </a:lnTo>
                <a:lnTo>
                  <a:pt x="891998" y="44599"/>
                </a:lnTo>
                <a:lnTo>
                  <a:pt x="891821" y="44347"/>
                </a:lnTo>
                <a:lnTo>
                  <a:pt x="891451" y="44645"/>
                </a:lnTo>
                <a:lnTo>
                  <a:pt x="891712" y="44078"/>
                </a:lnTo>
                <a:lnTo>
                  <a:pt x="891036" y="43702"/>
                </a:lnTo>
                <a:lnTo>
                  <a:pt x="891299" y="43439"/>
                </a:lnTo>
                <a:lnTo>
                  <a:pt x="891909" y="43386"/>
                </a:lnTo>
                <a:lnTo>
                  <a:pt x="892005" y="42955"/>
                </a:lnTo>
                <a:lnTo>
                  <a:pt x="891217" y="42865"/>
                </a:lnTo>
                <a:lnTo>
                  <a:pt x="891022" y="42638"/>
                </a:lnTo>
                <a:lnTo>
                  <a:pt x="891125" y="43113"/>
                </a:lnTo>
                <a:lnTo>
                  <a:pt x="890472" y="43061"/>
                </a:lnTo>
                <a:lnTo>
                  <a:pt x="890779" y="42492"/>
                </a:lnTo>
                <a:lnTo>
                  <a:pt x="890528" y="41778"/>
                </a:lnTo>
                <a:lnTo>
                  <a:pt x="889006" y="42517"/>
                </a:lnTo>
                <a:lnTo>
                  <a:pt x="888472" y="42607"/>
                </a:lnTo>
                <a:lnTo>
                  <a:pt x="888295" y="42416"/>
                </a:lnTo>
                <a:lnTo>
                  <a:pt x="888262" y="41609"/>
                </a:lnTo>
                <a:lnTo>
                  <a:pt x="887798" y="40844"/>
                </a:lnTo>
                <a:lnTo>
                  <a:pt x="887955" y="40541"/>
                </a:lnTo>
                <a:lnTo>
                  <a:pt x="887397" y="40209"/>
                </a:lnTo>
                <a:lnTo>
                  <a:pt x="887499" y="38905"/>
                </a:lnTo>
                <a:lnTo>
                  <a:pt x="887065" y="38730"/>
                </a:lnTo>
                <a:lnTo>
                  <a:pt x="887611" y="37948"/>
                </a:lnTo>
                <a:lnTo>
                  <a:pt x="887737" y="36819"/>
                </a:lnTo>
                <a:lnTo>
                  <a:pt x="887474" y="36416"/>
                </a:lnTo>
                <a:lnTo>
                  <a:pt x="886682" y="36021"/>
                </a:lnTo>
                <a:lnTo>
                  <a:pt x="886949" y="35375"/>
                </a:lnTo>
                <a:lnTo>
                  <a:pt x="888033" y="35214"/>
                </a:lnTo>
                <a:lnTo>
                  <a:pt x="888106" y="34951"/>
                </a:lnTo>
                <a:lnTo>
                  <a:pt x="887415" y="34326"/>
                </a:lnTo>
                <a:lnTo>
                  <a:pt x="886637" y="34076"/>
                </a:lnTo>
                <a:lnTo>
                  <a:pt x="886669" y="33660"/>
                </a:lnTo>
                <a:lnTo>
                  <a:pt x="886417" y="33431"/>
                </a:lnTo>
                <a:lnTo>
                  <a:pt x="885372" y="33975"/>
                </a:lnTo>
                <a:lnTo>
                  <a:pt x="885231" y="31920"/>
                </a:lnTo>
                <a:lnTo>
                  <a:pt x="885712" y="31457"/>
                </a:lnTo>
                <a:lnTo>
                  <a:pt x="886645" y="31566"/>
                </a:lnTo>
                <a:lnTo>
                  <a:pt x="886848" y="31206"/>
                </a:lnTo>
                <a:lnTo>
                  <a:pt x="886204" y="30822"/>
                </a:lnTo>
                <a:lnTo>
                  <a:pt x="885619" y="30887"/>
                </a:lnTo>
                <a:lnTo>
                  <a:pt x="885199" y="29818"/>
                </a:lnTo>
                <a:lnTo>
                  <a:pt x="884358" y="29253"/>
                </a:lnTo>
                <a:lnTo>
                  <a:pt x="884223" y="28693"/>
                </a:lnTo>
                <a:lnTo>
                  <a:pt x="884457" y="28416"/>
                </a:lnTo>
                <a:lnTo>
                  <a:pt x="884827" y="28573"/>
                </a:lnTo>
                <a:lnTo>
                  <a:pt x="884843" y="27915"/>
                </a:lnTo>
                <a:lnTo>
                  <a:pt x="885371" y="27323"/>
                </a:lnTo>
                <a:lnTo>
                  <a:pt x="885758" y="27330"/>
                </a:lnTo>
                <a:lnTo>
                  <a:pt x="885914" y="26347"/>
                </a:lnTo>
                <a:lnTo>
                  <a:pt x="886358" y="26562"/>
                </a:lnTo>
                <a:lnTo>
                  <a:pt x="886830" y="26110"/>
                </a:lnTo>
                <a:lnTo>
                  <a:pt x="885880" y="25625"/>
                </a:lnTo>
                <a:lnTo>
                  <a:pt x="885488" y="24987"/>
                </a:lnTo>
                <a:lnTo>
                  <a:pt x="885991" y="24686"/>
                </a:lnTo>
                <a:lnTo>
                  <a:pt x="886556" y="24880"/>
                </a:lnTo>
                <a:lnTo>
                  <a:pt x="886927" y="24633"/>
                </a:lnTo>
                <a:lnTo>
                  <a:pt x="887112" y="23400"/>
                </a:lnTo>
                <a:lnTo>
                  <a:pt x="886383" y="23143"/>
                </a:lnTo>
                <a:lnTo>
                  <a:pt x="886759" y="22591"/>
                </a:lnTo>
                <a:lnTo>
                  <a:pt x="886430" y="22233"/>
                </a:lnTo>
                <a:lnTo>
                  <a:pt x="886322" y="21637"/>
                </a:lnTo>
                <a:lnTo>
                  <a:pt x="886694" y="20546"/>
                </a:lnTo>
                <a:lnTo>
                  <a:pt x="886445" y="20349"/>
                </a:lnTo>
                <a:lnTo>
                  <a:pt x="886962" y="19971"/>
                </a:lnTo>
                <a:lnTo>
                  <a:pt x="886448" y="18691"/>
                </a:lnTo>
                <a:lnTo>
                  <a:pt x="887131" y="18106"/>
                </a:lnTo>
                <a:lnTo>
                  <a:pt x="886935" y="17896"/>
                </a:lnTo>
                <a:lnTo>
                  <a:pt x="886404" y="18071"/>
                </a:lnTo>
                <a:lnTo>
                  <a:pt x="886471" y="17622"/>
                </a:lnTo>
                <a:lnTo>
                  <a:pt x="886087" y="17249"/>
                </a:lnTo>
                <a:lnTo>
                  <a:pt x="886423" y="16741"/>
                </a:lnTo>
                <a:lnTo>
                  <a:pt x="886802" y="17253"/>
                </a:lnTo>
                <a:lnTo>
                  <a:pt x="887112" y="17265"/>
                </a:lnTo>
                <a:lnTo>
                  <a:pt x="886993" y="16853"/>
                </a:lnTo>
                <a:lnTo>
                  <a:pt x="887377" y="16207"/>
                </a:lnTo>
                <a:lnTo>
                  <a:pt x="886815" y="16411"/>
                </a:lnTo>
                <a:lnTo>
                  <a:pt x="886349" y="15760"/>
                </a:lnTo>
                <a:lnTo>
                  <a:pt x="886093" y="15897"/>
                </a:lnTo>
                <a:lnTo>
                  <a:pt x="885584" y="12864"/>
                </a:lnTo>
                <a:lnTo>
                  <a:pt x="883331" y="9260"/>
                </a:lnTo>
                <a:lnTo>
                  <a:pt x="880302" y="7096"/>
                </a:lnTo>
                <a:lnTo>
                  <a:pt x="877318" y="1968"/>
                </a:lnTo>
                <a:lnTo>
                  <a:pt x="873170" y="0"/>
                </a:lnTo>
                <a:lnTo>
                  <a:pt x="872559" y="449"/>
                </a:lnTo>
                <a:lnTo>
                  <a:pt x="871675" y="458"/>
                </a:lnTo>
                <a:lnTo>
                  <a:pt x="870660" y="1487"/>
                </a:lnTo>
                <a:lnTo>
                  <a:pt x="869690" y="2818"/>
                </a:lnTo>
                <a:lnTo>
                  <a:pt x="869553" y="3982"/>
                </a:lnTo>
                <a:lnTo>
                  <a:pt x="868895" y="4566"/>
                </a:lnTo>
                <a:lnTo>
                  <a:pt x="867827" y="4291"/>
                </a:lnTo>
                <a:lnTo>
                  <a:pt x="867535" y="4692"/>
                </a:lnTo>
                <a:lnTo>
                  <a:pt x="866975" y="4674"/>
                </a:lnTo>
                <a:lnTo>
                  <a:pt x="866582" y="4939"/>
                </a:lnTo>
                <a:lnTo>
                  <a:pt x="865970" y="4751"/>
                </a:lnTo>
                <a:lnTo>
                  <a:pt x="864958" y="5683"/>
                </a:lnTo>
                <a:lnTo>
                  <a:pt x="864466" y="5665"/>
                </a:lnTo>
                <a:lnTo>
                  <a:pt x="864188" y="5255"/>
                </a:lnTo>
                <a:lnTo>
                  <a:pt x="862616" y="5150"/>
                </a:lnTo>
                <a:lnTo>
                  <a:pt x="861881" y="7174"/>
                </a:lnTo>
                <a:lnTo>
                  <a:pt x="860111" y="7864"/>
                </a:lnTo>
                <a:lnTo>
                  <a:pt x="859814" y="7721"/>
                </a:lnTo>
                <a:lnTo>
                  <a:pt x="859381" y="8506"/>
                </a:lnTo>
                <a:lnTo>
                  <a:pt x="858220" y="8644"/>
                </a:lnTo>
                <a:lnTo>
                  <a:pt x="857118" y="9683"/>
                </a:lnTo>
                <a:lnTo>
                  <a:pt x="856267" y="9457"/>
                </a:lnTo>
                <a:lnTo>
                  <a:pt x="855745" y="10087"/>
                </a:lnTo>
                <a:lnTo>
                  <a:pt x="855275" y="9972"/>
                </a:lnTo>
                <a:lnTo>
                  <a:pt x="854204" y="10308"/>
                </a:lnTo>
                <a:lnTo>
                  <a:pt x="853719" y="10178"/>
                </a:lnTo>
                <a:lnTo>
                  <a:pt x="853124" y="10787"/>
                </a:lnTo>
                <a:lnTo>
                  <a:pt x="852526" y="10889"/>
                </a:lnTo>
                <a:lnTo>
                  <a:pt x="852316" y="11417"/>
                </a:lnTo>
                <a:lnTo>
                  <a:pt x="850674" y="11304"/>
                </a:lnTo>
                <a:lnTo>
                  <a:pt x="850622" y="12220"/>
                </a:lnTo>
                <a:lnTo>
                  <a:pt x="850878" y="12883"/>
                </a:lnTo>
                <a:lnTo>
                  <a:pt x="850284" y="13315"/>
                </a:lnTo>
                <a:lnTo>
                  <a:pt x="848725" y="13626"/>
                </a:lnTo>
                <a:lnTo>
                  <a:pt x="847981" y="13539"/>
                </a:lnTo>
                <a:lnTo>
                  <a:pt x="846873" y="14385"/>
                </a:lnTo>
                <a:lnTo>
                  <a:pt x="846178" y="14026"/>
                </a:lnTo>
                <a:lnTo>
                  <a:pt x="845227" y="14323"/>
                </a:lnTo>
                <a:lnTo>
                  <a:pt x="843564" y="14212"/>
                </a:lnTo>
                <a:lnTo>
                  <a:pt x="842812" y="14711"/>
                </a:lnTo>
                <a:lnTo>
                  <a:pt x="841778" y="14704"/>
                </a:lnTo>
                <a:lnTo>
                  <a:pt x="841856" y="15138"/>
                </a:lnTo>
                <a:lnTo>
                  <a:pt x="841189" y="16062"/>
                </a:lnTo>
                <a:lnTo>
                  <a:pt x="838072" y="15653"/>
                </a:lnTo>
                <a:lnTo>
                  <a:pt x="837110" y="15274"/>
                </a:lnTo>
                <a:lnTo>
                  <a:pt x="835429" y="15369"/>
                </a:lnTo>
                <a:lnTo>
                  <a:pt x="834260" y="16240"/>
                </a:lnTo>
                <a:lnTo>
                  <a:pt x="834265" y="16580"/>
                </a:lnTo>
                <a:lnTo>
                  <a:pt x="833947" y="16813"/>
                </a:lnTo>
                <a:lnTo>
                  <a:pt x="833477" y="16231"/>
                </a:lnTo>
                <a:lnTo>
                  <a:pt x="832460" y="16305"/>
                </a:lnTo>
                <a:lnTo>
                  <a:pt x="831784" y="16687"/>
                </a:lnTo>
                <a:lnTo>
                  <a:pt x="831299" y="16621"/>
                </a:lnTo>
                <a:lnTo>
                  <a:pt x="831018" y="17012"/>
                </a:lnTo>
                <a:lnTo>
                  <a:pt x="829642" y="17260"/>
                </a:lnTo>
                <a:lnTo>
                  <a:pt x="828564" y="18326"/>
                </a:lnTo>
                <a:lnTo>
                  <a:pt x="828209" y="18380"/>
                </a:lnTo>
                <a:lnTo>
                  <a:pt x="827710" y="17960"/>
                </a:lnTo>
                <a:lnTo>
                  <a:pt x="826999" y="17879"/>
                </a:lnTo>
                <a:lnTo>
                  <a:pt x="826642" y="18628"/>
                </a:lnTo>
                <a:lnTo>
                  <a:pt x="826237" y="18603"/>
                </a:lnTo>
                <a:lnTo>
                  <a:pt x="825250" y="19404"/>
                </a:lnTo>
                <a:lnTo>
                  <a:pt x="824313" y="19720"/>
                </a:lnTo>
                <a:lnTo>
                  <a:pt x="823720" y="20435"/>
                </a:lnTo>
                <a:lnTo>
                  <a:pt x="822387" y="19837"/>
                </a:lnTo>
                <a:lnTo>
                  <a:pt x="821787" y="19858"/>
                </a:lnTo>
                <a:lnTo>
                  <a:pt x="821329" y="19216"/>
                </a:lnTo>
                <a:lnTo>
                  <a:pt x="820335" y="19222"/>
                </a:lnTo>
                <a:lnTo>
                  <a:pt x="819692" y="18808"/>
                </a:lnTo>
                <a:lnTo>
                  <a:pt x="818095" y="18777"/>
                </a:lnTo>
                <a:lnTo>
                  <a:pt x="816909" y="19343"/>
                </a:lnTo>
                <a:lnTo>
                  <a:pt x="815760" y="18809"/>
                </a:lnTo>
                <a:lnTo>
                  <a:pt x="813973" y="18455"/>
                </a:lnTo>
                <a:lnTo>
                  <a:pt x="813061" y="17803"/>
                </a:lnTo>
                <a:lnTo>
                  <a:pt x="812207" y="17892"/>
                </a:lnTo>
                <a:lnTo>
                  <a:pt x="811554" y="17595"/>
                </a:lnTo>
                <a:lnTo>
                  <a:pt x="810873" y="17812"/>
                </a:lnTo>
                <a:lnTo>
                  <a:pt x="809710" y="16992"/>
                </a:lnTo>
                <a:lnTo>
                  <a:pt x="809378" y="17190"/>
                </a:lnTo>
                <a:lnTo>
                  <a:pt x="807913" y="17147"/>
                </a:lnTo>
                <a:lnTo>
                  <a:pt x="807496" y="16595"/>
                </a:lnTo>
                <a:lnTo>
                  <a:pt x="806970" y="16973"/>
                </a:lnTo>
                <a:lnTo>
                  <a:pt x="805275" y="17338"/>
                </a:lnTo>
                <a:lnTo>
                  <a:pt x="804743" y="18468"/>
                </a:lnTo>
                <a:lnTo>
                  <a:pt x="802645" y="19340"/>
                </a:lnTo>
                <a:lnTo>
                  <a:pt x="801989" y="20016"/>
                </a:lnTo>
                <a:lnTo>
                  <a:pt x="801178" y="20268"/>
                </a:lnTo>
                <a:lnTo>
                  <a:pt x="800215" y="21217"/>
                </a:lnTo>
                <a:lnTo>
                  <a:pt x="797644" y="20769"/>
                </a:lnTo>
                <a:lnTo>
                  <a:pt x="796545" y="21374"/>
                </a:lnTo>
                <a:lnTo>
                  <a:pt x="796370" y="21820"/>
                </a:lnTo>
                <a:lnTo>
                  <a:pt x="794732" y="21587"/>
                </a:lnTo>
                <a:lnTo>
                  <a:pt x="794173" y="22048"/>
                </a:lnTo>
                <a:lnTo>
                  <a:pt x="793416" y="22074"/>
                </a:lnTo>
                <a:lnTo>
                  <a:pt x="790790" y="21314"/>
                </a:lnTo>
                <a:lnTo>
                  <a:pt x="789043" y="20441"/>
                </a:lnTo>
                <a:lnTo>
                  <a:pt x="786283" y="19538"/>
                </a:lnTo>
                <a:lnTo>
                  <a:pt x="785901" y="19765"/>
                </a:lnTo>
                <a:lnTo>
                  <a:pt x="785685" y="20763"/>
                </a:lnTo>
                <a:lnTo>
                  <a:pt x="785225" y="21423"/>
                </a:lnTo>
                <a:lnTo>
                  <a:pt x="785141" y="21972"/>
                </a:lnTo>
                <a:lnTo>
                  <a:pt x="784882" y="22017"/>
                </a:lnTo>
                <a:lnTo>
                  <a:pt x="784822" y="22568"/>
                </a:lnTo>
                <a:lnTo>
                  <a:pt x="783956" y="22907"/>
                </a:lnTo>
                <a:lnTo>
                  <a:pt x="783765" y="23496"/>
                </a:lnTo>
                <a:lnTo>
                  <a:pt x="782087" y="23585"/>
                </a:lnTo>
                <a:lnTo>
                  <a:pt x="781285" y="23376"/>
                </a:lnTo>
                <a:lnTo>
                  <a:pt x="780463" y="24930"/>
                </a:lnTo>
                <a:lnTo>
                  <a:pt x="779807" y="26860"/>
                </a:lnTo>
                <a:lnTo>
                  <a:pt x="779911" y="27170"/>
                </a:lnTo>
                <a:lnTo>
                  <a:pt x="779293" y="27824"/>
                </a:lnTo>
                <a:lnTo>
                  <a:pt x="778788" y="29557"/>
                </a:lnTo>
                <a:lnTo>
                  <a:pt x="778234" y="30376"/>
                </a:lnTo>
                <a:lnTo>
                  <a:pt x="778250" y="30781"/>
                </a:lnTo>
                <a:lnTo>
                  <a:pt x="778569" y="31058"/>
                </a:lnTo>
                <a:lnTo>
                  <a:pt x="778194" y="31350"/>
                </a:lnTo>
                <a:lnTo>
                  <a:pt x="777925" y="32104"/>
                </a:lnTo>
                <a:lnTo>
                  <a:pt x="778503" y="32978"/>
                </a:lnTo>
                <a:lnTo>
                  <a:pt x="778216" y="33485"/>
                </a:lnTo>
                <a:lnTo>
                  <a:pt x="777425" y="33866"/>
                </a:lnTo>
                <a:lnTo>
                  <a:pt x="776423" y="33711"/>
                </a:lnTo>
                <a:lnTo>
                  <a:pt x="776077" y="33029"/>
                </a:lnTo>
                <a:lnTo>
                  <a:pt x="775826" y="33691"/>
                </a:lnTo>
                <a:lnTo>
                  <a:pt x="775304" y="34200"/>
                </a:lnTo>
                <a:lnTo>
                  <a:pt x="774735" y="34335"/>
                </a:lnTo>
                <a:lnTo>
                  <a:pt x="774392" y="34727"/>
                </a:lnTo>
                <a:lnTo>
                  <a:pt x="773647" y="34709"/>
                </a:lnTo>
                <a:lnTo>
                  <a:pt x="773199" y="36320"/>
                </a:lnTo>
                <a:lnTo>
                  <a:pt x="772117" y="37161"/>
                </a:lnTo>
                <a:lnTo>
                  <a:pt x="771276" y="36961"/>
                </a:lnTo>
                <a:lnTo>
                  <a:pt x="769991" y="37308"/>
                </a:lnTo>
                <a:lnTo>
                  <a:pt x="769259" y="36954"/>
                </a:lnTo>
                <a:lnTo>
                  <a:pt x="768044" y="37016"/>
                </a:lnTo>
                <a:lnTo>
                  <a:pt x="767382" y="36468"/>
                </a:lnTo>
                <a:lnTo>
                  <a:pt x="766676" y="36310"/>
                </a:lnTo>
                <a:lnTo>
                  <a:pt x="766049" y="36997"/>
                </a:lnTo>
                <a:lnTo>
                  <a:pt x="764629" y="37230"/>
                </a:lnTo>
                <a:lnTo>
                  <a:pt x="763933" y="37080"/>
                </a:lnTo>
                <a:lnTo>
                  <a:pt x="762744" y="37461"/>
                </a:lnTo>
                <a:lnTo>
                  <a:pt x="762665" y="38407"/>
                </a:lnTo>
                <a:lnTo>
                  <a:pt x="761670" y="39204"/>
                </a:lnTo>
                <a:lnTo>
                  <a:pt x="760832" y="39529"/>
                </a:lnTo>
                <a:lnTo>
                  <a:pt x="760830" y="39865"/>
                </a:lnTo>
                <a:lnTo>
                  <a:pt x="759574" y="41586"/>
                </a:lnTo>
                <a:lnTo>
                  <a:pt x="758469" y="42282"/>
                </a:lnTo>
                <a:lnTo>
                  <a:pt x="759190" y="43287"/>
                </a:lnTo>
                <a:lnTo>
                  <a:pt x="759563" y="44871"/>
                </a:lnTo>
                <a:lnTo>
                  <a:pt x="760269" y="45243"/>
                </a:lnTo>
                <a:lnTo>
                  <a:pt x="761351" y="45208"/>
                </a:lnTo>
                <a:lnTo>
                  <a:pt x="761969" y="46274"/>
                </a:lnTo>
                <a:lnTo>
                  <a:pt x="763287" y="46782"/>
                </a:lnTo>
                <a:lnTo>
                  <a:pt x="764003" y="47677"/>
                </a:lnTo>
                <a:lnTo>
                  <a:pt x="765201" y="47904"/>
                </a:lnTo>
                <a:lnTo>
                  <a:pt x="764659" y="48423"/>
                </a:lnTo>
                <a:lnTo>
                  <a:pt x="765212" y="48767"/>
                </a:lnTo>
                <a:lnTo>
                  <a:pt x="764455" y="49350"/>
                </a:lnTo>
                <a:lnTo>
                  <a:pt x="764588" y="50721"/>
                </a:lnTo>
                <a:lnTo>
                  <a:pt x="765002" y="51383"/>
                </a:lnTo>
                <a:lnTo>
                  <a:pt x="765931" y="51559"/>
                </a:lnTo>
                <a:lnTo>
                  <a:pt x="766891" y="52622"/>
                </a:lnTo>
                <a:lnTo>
                  <a:pt x="767037" y="53122"/>
                </a:lnTo>
                <a:lnTo>
                  <a:pt x="766562" y="53738"/>
                </a:lnTo>
                <a:lnTo>
                  <a:pt x="766917" y="55431"/>
                </a:lnTo>
                <a:lnTo>
                  <a:pt x="766359" y="56420"/>
                </a:lnTo>
                <a:lnTo>
                  <a:pt x="766333" y="57556"/>
                </a:lnTo>
                <a:lnTo>
                  <a:pt x="765828" y="57968"/>
                </a:lnTo>
                <a:lnTo>
                  <a:pt x="765041" y="60433"/>
                </a:lnTo>
                <a:lnTo>
                  <a:pt x="764226" y="60869"/>
                </a:lnTo>
                <a:lnTo>
                  <a:pt x="764826" y="62854"/>
                </a:lnTo>
                <a:lnTo>
                  <a:pt x="764707" y="63056"/>
                </a:lnTo>
                <a:lnTo>
                  <a:pt x="763696" y="63152"/>
                </a:lnTo>
                <a:lnTo>
                  <a:pt x="763229" y="62470"/>
                </a:lnTo>
                <a:lnTo>
                  <a:pt x="762273" y="62074"/>
                </a:lnTo>
                <a:lnTo>
                  <a:pt x="761973" y="62886"/>
                </a:lnTo>
                <a:lnTo>
                  <a:pt x="761251" y="63275"/>
                </a:lnTo>
                <a:lnTo>
                  <a:pt x="760644" y="64818"/>
                </a:lnTo>
                <a:lnTo>
                  <a:pt x="758846" y="64774"/>
                </a:lnTo>
                <a:lnTo>
                  <a:pt x="757536" y="65800"/>
                </a:lnTo>
                <a:lnTo>
                  <a:pt x="756372" y="65079"/>
                </a:lnTo>
                <a:lnTo>
                  <a:pt x="754742" y="65382"/>
                </a:lnTo>
                <a:lnTo>
                  <a:pt x="753805" y="65946"/>
                </a:lnTo>
                <a:lnTo>
                  <a:pt x="753370" y="67010"/>
                </a:lnTo>
                <a:lnTo>
                  <a:pt x="752758" y="67796"/>
                </a:lnTo>
                <a:lnTo>
                  <a:pt x="751758" y="68427"/>
                </a:lnTo>
                <a:lnTo>
                  <a:pt x="751466" y="69459"/>
                </a:lnTo>
                <a:lnTo>
                  <a:pt x="750417" y="70117"/>
                </a:lnTo>
                <a:lnTo>
                  <a:pt x="750187" y="71024"/>
                </a:lnTo>
                <a:lnTo>
                  <a:pt x="751482" y="71818"/>
                </a:lnTo>
                <a:lnTo>
                  <a:pt x="751593" y="72769"/>
                </a:lnTo>
                <a:lnTo>
                  <a:pt x="753290" y="73897"/>
                </a:lnTo>
                <a:lnTo>
                  <a:pt x="753525" y="74377"/>
                </a:lnTo>
                <a:lnTo>
                  <a:pt x="753619" y="75974"/>
                </a:lnTo>
                <a:lnTo>
                  <a:pt x="752843" y="76265"/>
                </a:lnTo>
                <a:lnTo>
                  <a:pt x="752395" y="77149"/>
                </a:lnTo>
                <a:lnTo>
                  <a:pt x="753000" y="79263"/>
                </a:lnTo>
                <a:lnTo>
                  <a:pt x="752958" y="79817"/>
                </a:lnTo>
                <a:lnTo>
                  <a:pt x="752870" y="80101"/>
                </a:lnTo>
                <a:lnTo>
                  <a:pt x="751735" y="80223"/>
                </a:lnTo>
                <a:lnTo>
                  <a:pt x="751036" y="81335"/>
                </a:lnTo>
                <a:lnTo>
                  <a:pt x="750919" y="81954"/>
                </a:lnTo>
                <a:lnTo>
                  <a:pt x="750050" y="82737"/>
                </a:lnTo>
                <a:lnTo>
                  <a:pt x="750235" y="83642"/>
                </a:lnTo>
                <a:lnTo>
                  <a:pt x="750894" y="84811"/>
                </a:lnTo>
                <a:lnTo>
                  <a:pt x="750506" y="85107"/>
                </a:lnTo>
                <a:lnTo>
                  <a:pt x="750725" y="85794"/>
                </a:lnTo>
                <a:lnTo>
                  <a:pt x="750241" y="86663"/>
                </a:lnTo>
                <a:lnTo>
                  <a:pt x="750370" y="87335"/>
                </a:lnTo>
                <a:lnTo>
                  <a:pt x="749394" y="87842"/>
                </a:lnTo>
                <a:lnTo>
                  <a:pt x="749022" y="89144"/>
                </a:lnTo>
                <a:lnTo>
                  <a:pt x="748148" y="89418"/>
                </a:lnTo>
                <a:lnTo>
                  <a:pt x="747041" y="90432"/>
                </a:lnTo>
                <a:lnTo>
                  <a:pt x="745949" y="90297"/>
                </a:lnTo>
                <a:lnTo>
                  <a:pt x="744988" y="90918"/>
                </a:lnTo>
                <a:lnTo>
                  <a:pt x="744811" y="91398"/>
                </a:lnTo>
                <a:lnTo>
                  <a:pt x="743633" y="91517"/>
                </a:lnTo>
                <a:lnTo>
                  <a:pt x="743223" y="92921"/>
                </a:lnTo>
                <a:lnTo>
                  <a:pt x="743511" y="93443"/>
                </a:lnTo>
                <a:lnTo>
                  <a:pt x="743417" y="93897"/>
                </a:lnTo>
                <a:lnTo>
                  <a:pt x="744289" y="95208"/>
                </a:lnTo>
                <a:lnTo>
                  <a:pt x="743875" y="97148"/>
                </a:lnTo>
                <a:lnTo>
                  <a:pt x="744007" y="98019"/>
                </a:lnTo>
                <a:lnTo>
                  <a:pt x="744532" y="98561"/>
                </a:lnTo>
                <a:lnTo>
                  <a:pt x="744799" y="99517"/>
                </a:lnTo>
                <a:lnTo>
                  <a:pt x="744778" y="101104"/>
                </a:lnTo>
                <a:lnTo>
                  <a:pt x="744666" y="101778"/>
                </a:lnTo>
                <a:lnTo>
                  <a:pt x="743869" y="102601"/>
                </a:lnTo>
                <a:lnTo>
                  <a:pt x="743258" y="103692"/>
                </a:lnTo>
                <a:lnTo>
                  <a:pt x="739349" y="100085"/>
                </a:lnTo>
                <a:lnTo>
                  <a:pt x="734859" y="100592"/>
                </a:lnTo>
                <a:lnTo>
                  <a:pt x="728083" y="100521"/>
                </a:lnTo>
                <a:lnTo>
                  <a:pt x="726446" y="99169"/>
                </a:lnTo>
                <a:lnTo>
                  <a:pt x="724458" y="99766"/>
                </a:lnTo>
                <a:lnTo>
                  <a:pt x="719373" y="97844"/>
                </a:lnTo>
                <a:lnTo>
                  <a:pt x="719391" y="97135"/>
                </a:lnTo>
                <a:lnTo>
                  <a:pt x="718462" y="96063"/>
                </a:lnTo>
                <a:lnTo>
                  <a:pt x="718424" y="95138"/>
                </a:lnTo>
                <a:lnTo>
                  <a:pt x="717557" y="94407"/>
                </a:lnTo>
                <a:lnTo>
                  <a:pt x="716663" y="94201"/>
                </a:lnTo>
                <a:lnTo>
                  <a:pt x="717043" y="92151"/>
                </a:lnTo>
                <a:lnTo>
                  <a:pt x="716516" y="91069"/>
                </a:lnTo>
                <a:lnTo>
                  <a:pt x="716125" y="90849"/>
                </a:lnTo>
                <a:lnTo>
                  <a:pt x="714908" y="91301"/>
                </a:lnTo>
                <a:lnTo>
                  <a:pt x="714405" y="91060"/>
                </a:lnTo>
                <a:lnTo>
                  <a:pt x="713726" y="91729"/>
                </a:lnTo>
                <a:lnTo>
                  <a:pt x="712506" y="91368"/>
                </a:lnTo>
                <a:lnTo>
                  <a:pt x="711287" y="92693"/>
                </a:lnTo>
                <a:lnTo>
                  <a:pt x="708436" y="92679"/>
                </a:lnTo>
                <a:lnTo>
                  <a:pt x="707677" y="92921"/>
                </a:lnTo>
                <a:lnTo>
                  <a:pt x="704214" y="92473"/>
                </a:lnTo>
                <a:lnTo>
                  <a:pt x="703500" y="92666"/>
                </a:lnTo>
                <a:lnTo>
                  <a:pt x="702280" y="92603"/>
                </a:lnTo>
                <a:lnTo>
                  <a:pt x="701948" y="92814"/>
                </a:lnTo>
                <a:lnTo>
                  <a:pt x="700789" y="92658"/>
                </a:lnTo>
                <a:lnTo>
                  <a:pt x="699332" y="93189"/>
                </a:lnTo>
                <a:lnTo>
                  <a:pt x="698882" y="92929"/>
                </a:lnTo>
                <a:lnTo>
                  <a:pt x="698155" y="93120"/>
                </a:lnTo>
                <a:lnTo>
                  <a:pt x="697957" y="92855"/>
                </a:lnTo>
                <a:lnTo>
                  <a:pt x="697422" y="92839"/>
                </a:lnTo>
                <a:lnTo>
                  <a:pt x="696309" y="92320"/>
                </a:lnTo>
                <a:lnTo>
                  <a:pt x="695820" y="91790"/>
                </a:lnTo>
                <a:lnTo>
                  <a:pt x="695613" y="91930"/>
                </a:lnTo>
                <a:lnTo>
                  <a:pt x="695070" y="91666"/>
                </a:lnTo>
                <a:lnTo>
                  <a:pt x="694312" y="91053"/>
                </a:lnTo>
                <a:lnTo>
                  <a:pt x="693617" y="90834"/>
                </a:lnTo>
                <a:lnTo>
                  <a:pt x="692830" y="90908"/>
                </a:lnTo>
                <a:lnTo>
                  <a:pt x="691960" y="90515"/>
                </a:lnTo>
                <a:lnTo>
                  <a:pt x="691071" y="88361"/>
                </a:lnTo>
                <a:lnTo>
                  <a:pt x="690409" y="88167"/>
                </a:lnTo>
                <a:lnTo>
                  <a:pt x="689137" y="86429"/>
                </a:lnTo>
                <a:lnTo>
                  <a:pt x="688597" y="84727"/>
                </a:lnTo>
                <a:lnTo>
                  <a:pt x="686625" y="84014"/>
                </a:lnTo>
                <a:lnTo>
                  <a:pt x="686415" y="83472"/>
                </a:lnTo>
                <a:lnTo>
                  <a:pt x="685567" y="83049"/>
                </a:lnTo>
                <a:lnTo>
                  <a:pt x="685528" y="82520"/>
                </a:lnTo>
                <a:lnTo>
                  <a:pt x="686010" y="82146"/>
                </a:lnTo>
                <a:lnTo>
                  <a:pt x="685745" y="81663"/>
                </a:lnTo>
                <a:lnTo>
                  <a:pt x="685248" y="81410"/>
                </a:lnTo>
                <a:lnTo>
                  <a:pt x="685515" y="80808"/>
                </a:lnTo>
                <a:lnTo>
                  <a:pt x="685116" y="80157"/>
                </a:lnTo>
                <a:lnTo>
                  <a:pt x="684615" y="80009"/>
                </a:lnTo>
                <a:lnTo>
                  <a:pt x="683648" y="79093"/>
                </a:lnTo>
                <a:lnTo>
                  <a:pt x="682667" y="79215"/>
                </a:lnTo>
                <a:lnTo>
                  <a:pt x="681672" y="77571"/>
                </a:lnTo>
                <a:lnTo>
                  <a:pt x="680644" y="77067"/>
                </a:lnTo>
                <a:lnTo>
                  <a:pt x="680616" y="76548"/>
                </a:lnTo>
                <a:lnTo>
                  <a:pt x="680036" y="76231"/>
                </a:lnTo>
                <a:lnTo>
                  <a:pt x="679027" y="76570"/>
                </a:lnTo>
                <a:lnTo>
                  <a:pt x="678953" y="76138"/>
                </a:lnTo>
                <a:lnTo>
                  <a:pt x="678107" y="75908"/>
                </a:lnTo>
                <a:lnTo>
                  <a:pt x="677811" y="75473"/>
                </a:lnTo>
                <a:lnTo>
                  <a:pt x="676129" y="74435"/>
                </a:lnTo>
                <a:lnTo>
                  <a:pt x="675633" y="73635"/>
                </a:lnTo>
                <a:lnTo>
                  <a:pt x="675787" y="73195"/>
                </a:lnTo>
                <a:lnTo>
                  <a:pt x="675537" y="72282"/>
                </a:lnTo>
                <a:lnTo>
                  <a:pt x="674792" y="72749"/>
                </a:lnTo>
                <a:lnTo>
                  <a:pt x="674105" y="72552"/>
                </a:lnTo>
                <a:lnTo>
                  <a:pt x="673762" y="71937"/>
                </a:lnTo>
                <a:lnTo>
                  <a:pt x="674432" y="71840"/>
                </a:lnTo>
                <a:lnTo>
                  <a:pt x="674900" y="71376"/>
                </a:lnTo>
                <a:lnTo>
                  <a:pt x="674940" y="69686"/>
                </a:lnTo>
                <a:lnTo>
                  <a:pt x="674126" y="68570"/>
                </a:lnTo>
                <a:lnTo>
                  <a:pt x="673472" y="66552"/>
                </a:lnTo>
                <a:lnTo>
                  <a:pt x="672606" y="66343"/>
                </a:lnTo>
                <a:lnTo>
                  <a:pt x="673588" y="65179"/>
                </a:lnTo>
                <a:lnTo>
                  <a:pt x="673510" y="64873"/>
                </a:lnTo>
                <a:lnTo>
                  <a:pt x="673166" y="64628"/>
                </a:lnTo>
                <a:lnTo>
                  <a:pt x="672038" y="65190"/>
                </a:lnTo>
                <a:lnTo>
                  <a:pt x="671229" y="65110"/>
                </a:lnTo>
                <a:lnTo>
                  <a:pt x="670908" y="64871"/>
                </a:lnTo>
                <a:lnTo>
                  <a:pt x="669144" y="64758"/>
                </a:lnTo>
                <a:lnTo>
                  <a:pt x="668453" y="64207"/>
                </a:lnTo>
                <a:lnTo>
                  <a:pt x="668102" y="62531"/>
                </a:lnTo>
                <a:lnTo>
                  <a:pt x="669103" y="61873"/>
                </a:lnTo>
                <a:lnTo>
                  <a:pt x="669105" y="61623"/>
                </a:lnTo>
                <a:lnTo>
                  <a:pt x="667592" y="59466"/>
                </a:lnTo>
                <a:lnTo>
                  <a:pt x="666688" y="57132"/>
                </a:lnTo>
                <a:lnTo>
                  <a:pt x="664729" y="55781"/>
                </a:lnTo>
                <a:lnTo>
                  <a:pt x="664030" y="54305"/>
                </a:lnTo>
                <a:lnTo>
                  <a:pt x="662217" y="54131"/>
                </a:lnTo>
                <a:lnTo>
                  <a:pt x="661027" y="54710"/>
                </a:lnTo>
                <a:lnTo>
                  <a:pt x="660309" y="54765"/>
                </a:lnTo>
                <a:lnTo>
                  <a:pt x="659489" y="53214"/>
                </a:lnTo>
                <a:lnTo>
                  <a:pt x="659721" y="52207"/>
                </a:lnTo>
                <a:lnTo>
                  <a:pt x="658649" y="52616"/>
                </a:lnTo>
                <a:lnTo>
                  <a:pt x="657941" y="52415"/>
                </a:lnTo>
                <a:lnTo>
                  <a:pt x="658055" y="51223"/>
                </a:lnTo>
                <a:lnTo>
                  <a:pt x="657835" y="50722"/>
                </a:lnTo>
                <a:lnTo>
                  <a:pt x="656855" y="50286"/>
                </a:lnTo>
                <a:lnTo>
                  <a:pt x="655928" y="49392"/>
                </a:lnTo>
                <a:lnTo>
                  <a:pt x="656323" y="48322"/>
                </a:lnTo>
                <a:lnTo>
                  <a:pt x="656055" y="45852"/>
                </a:lnTo>
                <a:lnTo>
                  <a:pt x="656278" y="44253"/>
                </a:lnTo>
                <a:lnTo>
                  <a:pt x="656056" y="43841"/>
                </a:lnTo>
                <a:lnTo>
                  <a:pt x="654763" y="42768"/>
                </a:lnTo>
                <a:lnTo>
                  <a:pt x="653232" y="42655"/>
                </a:lnTo>
                <a:lnTo>
                  <a:pt x="651029" y="44140"/>
                </a:lnTo>
                <a:lnTo>
                  <a:pt x="648528" y="44221"/>
                </a:lnTo>
                <a:lnTo>
                  <a:pt x="647222" y="45405"/>
                </a:lnTo>
                <a:lnTo>
                  <a:pt x="644561" y="46635"/>
                </a:lnTo>
                <a:lnTo>
                  <a:pt x="643228" y="46089"/>
                </a:lnTo>
                <a:lnTo>
                  <a:pt x="642992" y="44882"/>
                </a:lnTo>
                <a:lnTo>
                  <a:pt x="642526" y="44536"/>
                </a:lnTo>
                <a:lnTo>
                  <a:pt x="640492" y="43930"/>
                </a:lnTo>
                <a:lnTo>
                  <a:pt x="638857" y="44733"/>
                </a:lnTo>
                <a:lnTo>
                  <a:pt x="638537" y="45283"/>
                </a:lnTo>
                <a:lnTo>
                  <a:pt x="639142" y="45863"/>
                </a:lnTo>
                <a:lnTo>
                  <a:pt x="639829" y="45867"/>
                </a:lnTo>
                <a:lnTo>
                  <a:pt x="640941" y="46351"/>
                </a:lnTo>
                <a:lnTo>
                  <a:pt x="641003" y="47401"/>
                </a:lnTo>
                <a:lnTo>
                  <a:pt x="640376" y="48995"/>
                </a:lnTo>
                <a:lnTo>
                  <a:pt x="641065" y="51537"/>
                </a:lnTo>
                <a:lnTo>
                  <a:pt x="641572" y="52143"/>
                </a:lnTo>
                <a:lnTo>
                  <a:pt x="642491" y="52152"/>
                </a:lnTo>
                <a:lnTo>
                  <a:pt x="642717" y="50132"/>
                </a:lnTo>
                <a:lnTo>
                  <a:pt x="643223" y="49568"/>
                </a:lnTo>
                <a:lnTo>
                  <a:pt x="644344" y="49470"/>
                </a:lnTo>
                <a:lnTo>
                  <a:pt x="645073" y="50068"/>
                </a:lnTo>
                <a:lnTo>
                  <a:pt x="644906" y="51554"/>
                </a:lnTo>
                <a:lnTo>
                  <a:pt x="645846" y="53205"/>
                </a:lnTo>
                <a:lnTo>
                  <a:pt x="645673" y="53939"/>
                </a:lnTo>
                <a:lnTo>
                  <a:pt x="645870" y="55131"/>
                </a:lnTo>
                <a:lnTo>
                  <a:pt x="642989" y="56486"/>
                </a:lnTo>
                <a:lnTo>
                  <a:pt x="642645" y="57299"/>
                </a:lnTo>
                <a:lnTo>
                  <a:pt x="642080" y="57676"/>
                </a:lnTo>
                <a:lnTo>
                  <a:pt x="641606" y="57088"/>
                </a:lnTo>
                <a:lnTo>
                  <a:pt x="640588" y="56693"/>
                </a:lnTo>
                <a:lnTo>
                  <a:pt x="638675" y="56342"/>
                </a:lnTo>
                <a:lnTo>
                  <a:pt x="637630" y="55702"/>
                </a:lnTo>
                <a:lnTo>
                  <a:pt x="636832" y="55835"/>
                </a:lnTo>
                <a:lnTo>
                  <a:pt x="636834" y="56678"/>
                </a:lnTo>
                <a:lnTo>
                  <a:pt x="636168" y="58046"/>
                </a:lnTo>
                <a:lnTo>
                  <a:pt x="635777" y="58602"/>
                </a:lnTo>
                <a:lnTo>
                  <a:pt x="634615" y="58900"/>
                </a:lnTo>
                <a:lnTo>
                  <a:pt x="634670" y="59779"/>
                </a:lnTo>
                <a:lnTo>
                  <a:pt x="635976" y="60817"/>
                </a:lnTo>
                <a:lnTo>
                  <a:pt x="636936" y="61104"/>
                </a:lnTo>
                <a:lnTo>
                  <a:pt x="639862" y="60271"/>
                </a:lnTo>
                <a:lnTo>
                  <a:pt x="640779" y="61599"/>
                </a:lnTo>
                <a:lnTo>
                  <a:pt x="640810" y="62175"/>
                </a:lnTo>
                <a:lnTo>
                  <a:pt x="638957" y="63106"/>
                </a:lnTo>
                <a:lnTo>
                  <a:pt x="637847" y="64057"/>
                </a:lnTo>
                <a:lnTo>
                  <a:pt x="636690" y="64258"/>
                </a:lnTo>
                <a:lnTo>
                  <a:pt x="634456" y="63570"/>
                </a:lnTo>
                <a:lnTo>
                  <a:pt x="632752" y="62615"/>
                </a:lnTo>
                <a:lnTo>
                  <a:pt x="631893" y="62619"/>
                </a:lnTo>
                <a:lnTo>
                  <a:pt x="631281" y="62987"/>
                </a:lnTo>
                <a:lnTo>
                  <a:pt x="630241" y="64821"/>
                </a:lnTo>
                <a:lnTo>
                  <a:pt x="630554" y="65852"/>
                </a:lnTo>
                <a:lnTo>
                  <a:pt x="630975" y="66239"/>
                </a:lnTo>
                <a:lnTo>
                  <a:pt x="633146" y="67119"/>
                </a:lnTo>
                <a:lnTo>
                  <a:pt x="633993" y="68196"/>
                </a:lnTo>
                <a:lnTo>
                  <a:pt x="634681" y="68650"/>
                </a:lnTo>
                <a:lnTo>
                  <a:pt x="634970" y="69487"/>
                </a:lnTo>
                <a:lnTo>
                  <a:pt x="634379" y="70163"/>
                </a:lnTo>
                <a:lnTo>
                  <a:pt x="631878" y="70562"/>
                </a:lnTo>
                <a:lnTo>
                  <a:pt x="630748" y="71176"/>
                </a:lnTo>
                <a:lnTo>
                  <a:pt x="631099" y="72309"/>
                </a:lnTo>
                <a:lnTo>
                  <a:pt x="630995" y="73463"/>
                </a:lnTo>
                <a:lnTo>
                  <a:pt x="630678" y="73900"/>
                </a:lnTo>
                <a:lnTo>
                  <a:pt x="630386" y="73999"/>
                </a:lnTo>
                <a:lnTo>
                  <a:pt x="629533" y="73668"/>
                </a:lnTo>
                <a:lnTo>
                  <a:pt x="628609" y="72480"/>
                </a:lnTo>
                <a:lnTo>
                  <a:pt x="627407" y="72313"/>
                </a:lnTo>
                <a:lnTo>
                  <a:pt x="626252" y="72936"/>
                </a:lnTo>
                <a:lnTo>
                  <a:pt x="625653" y="72501"/>
                </a:lnTo>
                <a:lnTo>
                  <a:pt x="624121" y="72268"/>
                </a:lnTo>
                <a:lnTo>
                  <a:pt x="623754" y="71106"/>
                </a:lnTo>
                <a:lnTo>
                  <a:pt x="623777" y="69735"/>
                </a:lnTo>
                <a:lnTo>
                  <a:pt x="623441" y="68917"/>
                </a:lnTo>
                <a:lnTo>
                  <a:pt x="623338" y="68739"/>
                </a:lnTo>
                <a:lnTo>
                  <a:pt x="622594" y="68705"/>
                </a:lnTo>
                <a:lnTo>
                  <a:pt x="621697" y="69358"/>
                </a:lnTo>
                <a:lnTo>
                  <a:pt x="621716" y="70720"/>
                </a:lnTo>
                <a:lnTo>
                  <a:pt x="621119" y="71654"/>
                </a:lnTo>
                <a:lnTo>
                  <a:pt x="621104" y="73324"/>
                </a:lnTo>
                <a:lnTo>
                  <a:pt x="620900" y="73499"/>
                </a:lnTo>
                <a:lnTo>
                  <a:pt x="619956" y="73426"/>
                </a:lnTo>
                <a:lnTo>
                  <a:pt x="619716" y="73127"/>
                </a:lnTo>
                <a:lnTo>
                  <a:pt x="619536" y="72620"/>
                </a:lnTo>
                <a:lnTo>
                  <a:pt x="619695" y="70503"/>
                </a:lnTo>
                <a:lnTo>
                  <a:pt x="619205" y="69742"/>
                </a:lnTo>
                <a:lnTo>
                  <a:pt x="618848" y="69633"/>
                </a:lnTo>
                <a:lnTo>
                  <a:pt x="618438" y="69944"/>
                </a:lnTo>
                <a:lnTo>
                  <a:pt x="618369" y="70673"/>
                </a:lnTo>
                <a:lnTo>
                  <a:pt x="617800" y="71791"/>
                </a:lnTo>
                <a:lnTo>
                  <a:pt x="617813" y="72883"/>
                </a:lnTo>
                <a:lnTo>
                  <a:pt x="615004" y="75589"/>
                </a:lnTo>
                <a:lnTo>
                  <a:pt x="613627" y="74800"/>
                </a:lnTo>
                <a:lnTo>
                  <a:pt x="612738" y="73548"/>
                </a:lnTo>
                <a:lnTo>
                  <a:pt x="611523" y="73819"/>
                </a:lnTo>
                <a:lnTo>
                  <a:pt x="608536" y="73018"/>
                </a:lnTo>
                <a:lnTo>
                  <a:pt x="607278" y="73060"/>
                </a:lnTo>
                <a:lnTo>
                  <a:pt x="606958" y="73319"/>
                </a:lnTo>
                <a:lnTo>
                  <a:pt x="606802" y="73872"/>
                </a:lnTo>
                <a:lnTo>
                  <a:pt x="607838" y="75263"/>
                </a:lnTo>
                <a:lnTo>
                  <a:pt x="608235" y="76636"/>
                </a:lnTo>
                <a:lnTo>
                  <a:pt x="607475" y="77554"/>
                </a:lnTo>
                <a:lnTo>
                  <a:pt x="605876" y="77978"/>
                </a:lnTo>
                <a:lnTo>
                  <a:pt x="604726" y="79962"/>
                </a:lnTo>
                <a:lnTo>
                  <a:pt x="603670" y="80721"/>
                </a:lnTo>
                <a:lnTo>
                  <a:pt x="602337" y="79936"/>
                </a:lnTo>
                <a:lnTo>
                  <a:pt x="601667" y="78968"/>
                </a:lnTo>
                <a:lnTo>
                  <a:pt x="601110" y="77591"/>
                </a:lnTo>
                <a:lnTo>
                  <a:pt x="601418" y="76187"/>
                </a:lnTo>
                <a:lnTo>
                  <a:pt x="600904" y="75780"/>
                </a:lnTo>
                <a:lnTo>
                  <a:pt x="598073" y="75976"/>
                </a:lnTo>
                <a:lnTo>
                  <a:pt x="594942" y="77065"/>
                </a:lnTo>
                <a:lnTo>
                  <a:pt x="593856" y="77116"/>
                </a:lnTo>
                <a:lnTo>
                  <a:pt x="592814" y="76591"/>
                </a:lnTo>
                <a:lnTo>
                  <a:pt x="592136" y="77077"/>
                </a:lnTo>
                <a:lnTo>
                  <a:pt x="590794" y="76864"/>
                </a:lnTo>
                <a:lnTo>
                  <a:pt x="589781" y="76990"/>
                </a:lnTo>
                <a:lnTo>
                  <a:pt x="589309" y="77384"/>
                </a:lnTo>
                <a:lnTo>
                  <a:pt x="588677" y="78804"/>
                </a:lnTo>
                <a:lnTo>
                  <a:pt x="588977" y="79568"/>
                </a:lnTo>
                <a:lnTo>
                  <a:pt x="589657" y="80308"/>
                </a:lnTo>
                <a:lnTo>
                  <a:pt x="591371" y="80899"/>
                </a:lnTo>
                <a:lnTo>
                  <a:pt x="592507" y="83704"/>
                </a:lnTo>
                <a:lnTo>
                  <a:pt x="594271" y="83833"/>
                </a:lnTo>
                <a:lnTo>
                  <a:pt x="594586" y="84219"/>
                </a:lnTo>
                <a:lnTo>
                  <a:pt x="594713" y="85209"/>
                </a:lnTo>
                <a:lnTo>
                  <a:pt x="593413" y="87280"/>
                </a:lnTo>
                <a:lnTo>
                  <a:pt x="592599" y="87895"/>
                </a:lnTo>
                <a:lnTo>
                  <a:pt x="590624" y="88132"/>
                </a:lnTo>
                <a:lnTo>
                  <a:pt x="590146" y="87755"/>
                </a:lnTo>
                <a:lnTo>
                  <a:pt x="589521" y="86388"/>
                </a:lnTo>
                <a:lnTo>
                  <a:pt x="588829" y="86192"/>
                </a:lnTo>
                <a:lnTo>
                  <a:pt x="585875" y="86651"/>
                </a:lnTo>
                <a:lnTo>
                  <a:pt x="581446" y="88110"/>
                </a:lnTo>
                <a:lnTo>
                  <a:pt x="580279" y="89651"/>
                </a:lnTo>
                <a:lnTo>
                  <a:pt x="579323" y="89889"/>
                </a:lnTo>
                <a:lnTo>
                  <a:pt x="578793" y="90760"/>
                </a:lnTo>
                <a:lnTo>
                  <a:pt x="578891" y="91268"/>
                </a:lnTo>
                <a:lnTo>
                  <a:pt x="581451" y="95397"/>
                </a:lnTo>
                <a:lnTo>
                  <a:pt x="581364" y="96310"/>
                </a:lnTo>
                <a:lnTo>
                  <a:pt x="579355" y="97302"/>
                </a:lnTo>
                <a:lnTo>
                  <a:pt x="578526" y="97430"/>
                </a:lnTo>
                <a:lnTo>
                  <a:pt x="577058" y="97250"/>
                </a:lnTo>
                <a:lnTo>
                  <a:pt x="574956" y="97817"/>
                </a:lnTo>
                <a:lnTo>
                  <a:pt x="574008" y="97495"/>
                </a:lnTo>
                <a:lnTo>
                  <a:pt x="572646" y="96238"/>
                </a:lnTo>
                <a:lnTo>
                  <a:pt x="571612" y="96240"/>
                </a:lnTo>
                <a:lnTo>
                  <a:pt x="571181" y="97083"/>
                </a:lnTo>
                <a:lnTo>
                  <a:pt x="571354" y="98498"/>
                </a:lnTo>
                <a:lnTo>
                  <a:pt x="571172" y="99203"/>
                </a:lnTo>
                <a:lnTo>
                  <a:pt x="570684" y="99702"/>
                </a:lnTo>
                <a:lnTo>
                  <a:pt x="569403" y="100134"/>
                </a:lnTo>
                <a:lnTo>
                  <a:pt x="568114" y="100205"/>
                </a:lnTo>
                <a:lnTo>
                  <a:pt x="566724" y="99824"/>
                </a:lnTo>
                <a:lnTo>
                  <a:pt x="566010" y="97688"/>
                </a:lnTo>
                <a:lnTo>
                  <a:pt x="564592" y="96077"/>
                </a:lnTo>
                <a:lnTo>
                  <a:pt x="562692" y="93308"/>
                </a:lnTo>
                <a:lnTo>
                  <a:pt x="561470" y="92749"/>
                </a:lnTo>
                <a:lnTo>
                  <a:pt x="557379" y="94115"/>
                </a:lnTo>
                <a:lnTo>
                  <a:pt x="556326" y="95232"/>
                </a:lnTo>
                <a:lnTo>
                  <a:pt x="555375" y="95605"/>
                </a:lnTo>
                <a:lnTo>
                  <a:pt x="553902" y="96893"/>
                </a:lnTo>
                <a:lnTo>
                  <a:pt x="551824" y="96597"/>
                </a:lnTo>
                <a:lnTo>
                  <a:pt x="550296" y="96845"/>
                </a:lnTo>
                <a:lnTo>
                  <a:pt x="547926" y="99620"/>
                </a:lnTo>
                <a:lnTo>
                  <a:pt x="547073" y="100074"/>
                </a:lnTo>
                <a:lnTo>
                  <a:pt x="545697" y="100211"/>
                </a:lnTo>
                <a:lnTo>
                  <a:pt x="544653" y="99870"/>
                </a:lnTo>
                <a:lnTo>
                  <a:pt x="543987" y="98647"/>
                </a:lnTo>
                <a:lnTo>
                  <a:pt x="543559" y="96996"/>
                </a:lnTo>
                <a:lnTo>
                  <a:pt x="543283" y="96873"/>
                </a:lnTo>
                <a:lnTo>
                  <a:pt x="542500" y="97348"/>
                </a:lnTo>
                <a:lnTo>
                  <a:pt x="541201" y="99693"/>
                </a:lnTo>
                <a:lnTo>
                  <a:pt x="540159" y="100440"/>
                </a:lnTo>
                <a:lnTo>
                  <a:pt x="538224" y="100963"/>
                </a:lnTo>
                <a:lnTo>
                  <a:pt x="536805" y="100974"/>
                </a:lnTo>
                <a:lnTo>
                  <a:pt x="536241" y="100523"/>
                </a:lnTo>
                <a:lnTo>
                  <a:pt x="536212" y="99238"/>
                </a:lnTo>
                <a:lnTo>
                  <a:pt x="536629" y="98448"/>
                </a:lnTo>
                <a:lnTo>
                  <a:pt x="537867" y="97612"/>
                </a:lnTo>
                <a:lnTo>
                  <a:pt x="536862" y="95804"/>
                </a:lnTo>
                <a:lnTo>
                  <a:pt x="533896" y="96113"/>
                </a:lnTo>
                <a:lnTo>
                  <a:pt x="531561" y="95837"/>
                </a:lnTo>
                <a:lnTo>
                  <a:pt x="529402" y="96452"/>
                </a:lnTo>
                <a:lnTo>
                  <a:pt x="526958" y="95970"/>
                </a:lnTo>
                <a:lnTo>
                  <a:pt x="526031" y="95587"/>
                </a:lnTo>
                <a:lnTo>
                  <a:pt x="522006" y="92028"/>
                </a:lnTo>
                <a:lnTo>
                  <a:pt x="520467" y="91328"/>
                </a:lnTo>
                <a:lnTo>
                  <a:pt x="519608" y="90622"/>
                </a:lnTo>
                <a:lnTo>
                  <a:pt x="516709" y="90221"/>
                </a:lnTo>
                <a:lnTo>
                  <a:pt x="516374" y="89797"/>
                </a:lnTo>
                <a:lnTo>
                  <a:pt x="516369" y="88869"/>
                </a:lnTo>
                <a:lnTo>
                  <a:pt x="517091" y="87564"/>
                </a:lnTo>
                <a:lnTo>
                  <a:pt x="517741" y="85470"/>
                </a:lnTo>
                <a:lnTo>
                  <a:pt x="517678" y="84479"/>
                </a:lnTo>
                <a:lnTo>
                  <a:pt x="517385" y="84108"/>
                </a:lnTo>
                <a:lnTo>
                  <a:pt x="516222" y="83718"/>
                </a:lnTo>
                <a:lnTo>
                  <a:pt x="513717" y="81896"/>
                </a:lnTo>
                <a:lnTo>
                  <a:pt x="512149" y="80426"/>
                </a:lnTo>
                <a:lnTo>
                  <a:pt x="509405" y="79751"/>
                </a:lnTo>
                <a:lnTo>
                  <a:pt x="507815" y="79861"/>
                </a:lnTo>
                <a:lnTo>
                  <a:pt x="505520" y="80656"/>
                </a:lnTo>
                <a:lnTo>
                  <a:pt x="504673" y="81647"/>
                </a:lnTo>
                <a:lnTo>
                  <a:pt x="503829" y="82222"/>
                </a:lnTo>
                <a:lnTo>
                  <a:pt x="501357" y="82213"/>
                </a:lnTo>
                <a:lnTo>
                  <a:pt x="499889" y="83967"/>
                </a:lnTo>
                <a:lnTo>
                  <a:pt x="499100" y="84297"/>
                </a:lnTo>
                <a:lnTo>
                  <a:pt x="497436" y="84052"/>
                </a:lnTo>
                <a:lnTo>
                  <a:pt x="493626" y="82190"/>
                </a:lnTo>
                <a:lnTo>
                  <a:pt x="492609" y="82412"/>
                </a:lnTo>
                <a:lnTo>
                  <a:pt x="490061" y="83611"/>
                </a:lnTo>
                <a:lnTo>
                  <a:pt x="488556" y="83240"/>
                </a:lnTo>
                <a:lnTo>
                  <a:pt x="488094" y="82569"/>
                </a:lnTo>
                <a:lnTo>
                  <a:pt x="488620" y="81913"/>
                </a:lnTo>
                <a:lnTo>
                  <a:pt x="488636" y="81392"/>
                </a:lnTo>
                <a:lnTo>
                  <a:pt x="487136" y="80298"/>
                </a:lnTo>
                <a:lnTo>
                  <a:pt x="486556" y="79455"/>
                </a:lnTo>
                <a:lnTo>
                  <a:pt x="486577" y="76727"/>
                </a:lnTo>
                <a:lnTo>
                  <a:pt x="486322" y="75701"/>
                </a:lnTo>
                <a:lnTo>
                  <a:pt x="485383" y="75098"/>
                </a:lnTo>
                <a:lnTo>
                  <a:pt x="481714" y="74396"/>
                </a:lnTo>
                <a:lnTo>
                  <a:pt x="480167" y="73758"/>
                </a:lnTo>
                <a:lnTo>
                  <a:pt x="478402" y="74043"/>
                </a:lnTo>
                <a:lnTo>
                  <a:pt x="477200" y="73692"/>
                </a:lnTo>
                <a:lnTo>
                  <a:pt x="476722" y="73106"/>
                </a:lnTo>
                <a:lnTo>
                  <a:pt x="477098" y="70695"/>
                </a:lnTo>
                <a:lnTo>
                  <a:pt x="476835" y="69211"/>
                </a:lnTo>
                <a:lnTo>
                  <a:pt x="474824" y="67157"/>
                </a:lnTo>
                <a:lnTo>
                  <a:pt x="472498" y="65874"/>
                </a:lnTo>
                <a:lnTo>
                  <a:pt x="471000" y="65856"/>
                </a:lnTo>
                <a:lnTo>
                  <a:pt x="470116" y="66120"/>
                </a:lnTo>
                <a:lnTo>
                  <a:pt x="468732" y="67246"/>
                </a:lnTo>
                <a:lnTo>
                  <a:pt x="467923" y="68463"/>
                </a:lnTo>
                <a:lnTo>
                  <a:pt x="467906" y="69238"/>
                </a:lnTo>
                <a:lnTo>
                  <a:pt x="468151" y="69638"/>
                </a:lnTo>
                <a:lnTo>
                  <a:pt x="468820" y="70042"/>
                </a:lnTo>
                <a:lnTo>
                  <a:pt x="469767" y="70152"/>
                </a:lnTo>
                <a:lnTo>
                  <a:pt x="470461" y="71305"/>
                </a:lnTo>
                <a:lnTo>
                  <a:pt x="470501" y="74272"/>
                </a:lnTo>
                <a:lnTo>
                  <a:pt x="470063" y="74744"/>
                </a:lnTo>
                <a:lnTo>
                  <a:pt x="469477" y="74947"/>
                </a:lnTo>
                <a:lnTo>
                  <a:pt x="468358" y="74991"/>
                </a:lnTo>
                <a:lnTo>
                  <a:pt x="466158" y="74108"/>
                </a:lnTo>
                <a:lnTo>
                  <a:pt x="464835" y="71832"/>
                </a:lnTo>
                <a:lnTo>
                  <a:pt x="463320" y="71021"/>
                </a:lnTo>
                <a:lnTo>
                  <a:pt x="459423" y="72082"/>
                </a:lnTo>
                <a:lnTo>
                  <a:pt x="456974" y="71921"/>
                </a:lnTo>
                <a:lnTo>
                  <a:pt x="453814" y="73376"/>
                </a:lnTo>
                <a:lnTo>
                  <a:pt x="449563" y="74086"/>
                </a:lnTo>
                <a:lnTo>
                  <a:pt x="446484" y="74231"/>
                </a:lnTo>
                <a:lnTo>
                  <a:pt x="443417" y="75617"/>
                </a:lnTo>
                <a:lnTo>
                  <a:pt x="441808" y="77171"/>
                </a:lnTo>
                <a:lnTo>
                  <a:pt x="441334" y="78449"/>
                </a:lnTo>
                <a:lnTo>
                  <a:pt x="441402" y="80820"/>
                </a:lnTo>
                <a:lnTo>
                  <a:pt x="440885" y="81453"/>
                </a:lnTo>
                <a:lnTo>
                  <a:pt x="439944" y="81669"/>
                </a:lnTo>
                <a:lnTo>
                  <a:pt x="439215" y="81430"/>
                </a:lnTo>
                <a:lnTo>
                  <a:pt x="438840" y="81050"/>
                </a:lnTo>
                <a:lnTo>
                  <a:pt x="438805" y="80684"/>
                </a:lnTo>
                <a:lnTo>
                  <a:pt x="439394" y="79455"/>
                </a:lnTo>
                <a:lnTo>
                  <a:pt x="439001" y="78326"/>
                </a:lnTo>
                <a:lnTo>
                  <a:pt x="436184" y="74883"/>
                </a:lnTo>
                <a:lnTo>
                  <a:pt x="435081" y="74449"/>
                </a:lnTo>
                <a:lnTo>
                  <a:pt x="433735" y="74942"/>
                </a:lnTo>
                <a:lnTo>
                  <a:pt x="432828" y="75766"/>
                </a:lnTo>
                <a:lnTo>
                  <a:pt x="431882" y="77207"/>
                </a:lnTo>
                <a:lnTo>
                  <a:pt x="431758" y="77868"/>
                </a:lnTo>
                <a:lnTo>
                  <a:pt x="432160" y="79578"/>
                </a:lnTo>
                <a:lnTo>
                  <a:pt x="434484" y="83476"/>
                </a:lnTo>
                <a:lnTo>
                  <a:pt x="434629" y="84710"/>
                </a:lnTo>
                <a:lnTo>
                  <a:pt x="434308" y="85638"/>
                </a:lnTo>
                <a:lnTo>
                  <a:pt x="433787" y="85936"/>
                </a:lnTo>
                <a:lnTo>
                  <a:pt x="431720" y="85669"/>
                </a:lnTo>
                <a:lnTo>
                  <a:pt x="430076" y="86003"/>
                </a:lnTo>
                <a:lnTo>
                  <a:pt x="429443" y="86729"/>
                </a:lnTo>
                <a:lnTo>
                  <a:pt x="428725" y="88621"/>
                </a:lnTo>
                <a:lnTo>
                  <a:pt x="428078" y="89291"/>
                </a:lnTo>
                <a:lnTo>
                  <a:pt x="426290" y="89072"/>
                </a:lnTo>
                <a:lnTo>
                  <a:pt x="424224" y="89462"/>
                </a:lnTo>
                <a:lnTo>
                  <a:pt x="421626" y="89384"/>
                </a:lnTo>
                <a:lnTo>
                  <a:pt x="420606" y="89750"/>
                </a:lnTo>
                <a:lnTo>
                  <a:pt x="419199" y="91036"/>
                </a:lnTo>
                <a:lnTo>
                  <a:pt x="418872" y="91639"/>
                </a:lnTo>
                <a:lnTo>
                  <a:pt x="418613" y="92861"/>
                </a:lnTo>
                <a:lnTo>
                  <a:pt x="418541" y="95958"/>
                </a:lnTo>
                <a:lnTo>
                  <a:pt x="418250" y="96876"/>
                </a:lnTo>
                <a:lnTo>
                  <a:pt x="417486" y="97571"/>
                </a:lnTo>
                <a:lnTo>
                  <a:pt x="416465" y="97960"/>
                </a:lnTo>
                <a:lnTo>
                  <a:pt x="415444" y="97781"/>
                </a:lnTo>
                <a:lnTo>
                  <a:pt x="414470" y="96958"/>
                </a:lnTo>
                <a:lnTo>
                  <a:pt x="409862" y="96895"/>
                </a:lnTo>
                <a:lnTo>
                  <a:pt x="407639" y="96410"/>
                </a:lnTo>
                <a:lnTo>
                  <a:pt x="406621" y="95827"/>
                </a:lnTo>
                <a:lnTo>
                  <a:pt x="404766" y="94209"/>
                </a:lnTo>
                <a:lnTo>
                  <a:pt x="404831" y="93187"/>
                </a:lnTo>
                <a:lnTo>
                  <a:pt x="405597" y="91716"/>
                </a:lnTo>
                <a:lnTo>
                  <a:pt x="405587" y="91146"/>
                </a:lnTo>
                <a:lnTo>
                  <a:pt x="404234" y="90002"/>
                </a:lnTo>
                <a:lnTo>
                  <a:pt x="403688" y="90120"/>
                </a:lnTo>
                <a:lnTo>
                  <a:pt x="401223" y="91943"/>
                </a:lnTo>
                <a:lnTo>
                  <a:pt x="399489" y="92772"/>
                </a:lnTo>
                <a:lnTo>
                  <a:pt x="397829" y="93009"/>
                </a:lnTo>
                <a:lnTo>
                  <a:pt x="396353" y="92793"/>
                </a:lnTo>
                <a:lnTo>
                  <a:pt x="395603" y="92446"/>
                </a:lnTo>
                <a:lnTo>
                  <a:pt x="395100" y="91958"/>
                </a:lnTo>
                <a:lnTo>
                  <a:pt x="395010" y="91439"/>
                </a:lnTo>
                <a:lnTo>
                  <a:pt x="396941" y="88666"/>
                </a:lnTo>
                <a:lnTo>
                  <a:pt x="397217" y="87366"/>
                </a:lnTo>
                <a:lnTo>
                  <a:pt x="396140" y="86479"/>
                </a:lnTo>
                <a:lnTo>
                  <a:pt x="395057" y="84588"/>
                </a:lnTo>
                <a:lnTo>
                  <a:pt x="394261" y="82517"/>
                </a:lnTo>
                <a:lnTo>
                  <a:pt x="393379" y="81859"/>
                </a:lnTo>
                <a:lnTo>
                  <a:pt x="392463" y="81967"/>
                </a:lnTo>
                <a:lnTo>
                  <a:pt x="390146" y="84900"/>
                </a:lnTo>
                <a:lnTo>
                  <a:pt x="388539" y="85972"/>
                </a:lnTo>
                <a:lnTo>
                  <a:pt x="387694" y="86010"/>
                </a:lnTo>
                <a:lnTo>
                  <a:pt x="384642" y="85403"/>
                </a:lnTo>
                <a:lnTo>
                  <a:pt x="383427" y="85514"/>
                </a:lnTo>
                <a:lnTo>
                  <a:pt x="382205" y="86004"/>
                </a:lnTo>
                <a:lnTo>
                  <a:pt x="380355" y="87260"/>
                </a:lnTo>
                <a:lnTo>
                  <a:pt x="378130" y="87908"/>
                </a:lnTo>
                <a:lnTo>
                  <a:pt x="377612" y="88341"/>
                </a:lnTo>
                <a:lnTo>
                  <a:pt x="376287" y="88830"/>
                </a:lnTo>
                <a:lnTo>
                  <a:pt x="375403" y="88432"/>
                </a:lnTo>
                <a:lnTo>
                  <a:pt x="375263" y="87076"/>
                </a:lnTo>
                <a:lnTo>
                  <a:pt x="374616" y="87694"/>
                </a:lnTo>
                <a:lnTo>
                  <a:pt x="373758" y="89115"/>
                </a:lnTo>
                <a:lnTo>
                  <a:pt x="373998" y="92408"/>
                </a:lnTo>
                <a:lnTo>
                  <a:pt x="374253" y="92945"/>
                </a:lnTo>
                <a:lnTo>
                  <a:pt x="375762" y="93915"/>
                </a:lnTo>
                <a:lnTo>
                  <a:pt x="375540" y="94251"/>
                </a:lnTo>
                <a:lnTo>
                  <a:pt x="375827" y="94918"/>
                </a:lnTo>
                <a:lnTo>
                  <a:pt x="374619" y="95674"/>
                </a:lnTo>
                <a:lnTo>
                  <a:pt x="374186" y="96564"/>
                </a:lnTo>
                <a:lnTo>
                  <a:pt x="374670" y="97561"/>
                </a:lnTo>
                <a:lnTo>
                  <a:pt x="375008" y="100836"/>
                </a:lnTo>
                <a:lnTo>
                  <a:pt x="374438" y="101758"/>
                </a:lnTo>
                <a:lnTo>
                  <a:pt x="374402" y="102816"/>
                </a:lnTo>
                <a:lnTo>
                  <a:pt x="376010" y="102994"/>
                </a:lnTo>
                <a:lnTo>
                  <a:pt x="376341" y="103812"/>
                </a:lnTo>
                <a:lnTo>
                  <a:pt x="376428" y="105476"/>
                </a:lnTo>
                <a:lnTo>
                  <a:pt x="375961" y="106305"/>
                </a:lnTo>
                <a:lnTo>
                  <a:pt x="376765" y="108898"/>
                </a:lnTo>
                <a:lnTo>
                  <a:pt x="376767" y="111977"/>
                </a:lnTo>
                <a:lnTo>
                  <a:pt x="377623" y="112894"/>
                </a:lnTo>
                <a:lnTo>
                  <a:pt x="380202" y="112777"/>
                </a:lnTo>
                <a:lnTo>
                  <a:pt x="380672" y="113610"/>
                </a:lnTo>
                <a:lnTo>
                  <a:pt x="382936" y="114865"/>
                </a:lnTo>
                <a:lnTo>
                  <a:pt x="386158" y="113844"/>
                </a:lnTo>
                <a:lnTo>
                  <a:pt x="386350" y="114036"/>
                </a:lnTo>
                <a:lnTo>
                  <a:pt x="382411" y="120774"/>
                </a:lnTo>
                <a:lnTo>
                  <a:pt x="377311" y="123385"/>
                </a:lnTo>
                <a:lnTo>
                  <a:pt x="375342" y="126585"/>
                </a:lnTo>
                <a:lnTo>
                  <a:pt x="379380" y="129556"/>
                </a:lnTo>
                <a:lnTo>
                  <a:pt x="380440" y="131208"/>
                </a:lnTo>
                <a:lnTo>
                  <a:pt x="381548" y="131934"/>
                </a:lnTo>
                <a:lnTo>
                  <a:pt x="381731" y="131756"/>
                </a:lnTo>
                <a:lnTo>
                  <a:pt x="381169" y="134958"/>
                </a:lnTo>
                <a:lnTo>
                  <a:pt x="380654" y="136069"/>
                </a:lnTo>
                <a:lnTo>
                  <a:pt x="379837" y="136794"/>
                </a:lnTo>
                <a:lnTo>
                  <a:pt x="380332" y="138277"/>
                </a:lnTo>
                <a:lnTo>
                  <a:pt x="380051" y="139589"/>
                </a:lnTo>
                <a:lnTo>
                  <a:pt x="380668" y="140462"/>
                </a:lnTo>
                <a:lnTo>
                  <a:pt x="378166" y="142358"/>
                </a:lnTo>
                <a:lnTo>
                  <a:pt x="375624" y="144930"/>
                </a:lnTo>
                <a:lnTo>
                  <a:pt x="375713" y="146108"/>
                </a:lnTo>
                <a:lnTo>
                  <a:pt x="376940" y="148557"/>
                </a:lnTo>
                <a:lnTo>
                  <a:pt x="379262" y="148755"/>
                </a:lnTo>
                <a:lnTo>
                  <a:pt x="377141" y="153477"/>
                </a:lnTo>
                <a:lnTo>
                  <a:pt x="373919" y="156306"/>
                </a:lnTo>
                <a:lnTo>
                  <a:pt x="372454" y="156204"/>
                </a:lnTo>
                <a:lnTo>
                  <a:pt x="370449" y="157351"/>
                </a:lnTo>
                <a:lnTo>
                  <a:pt x="372554" y="160240"/>
                </a:lnTo>
                <a:lnTo>
                  <a:pt x="371416" y="163588"/>
                </a:lnTo>
                <a:lnTo>
                  <a:pt x="367082" y="169038"/>
                </a:lnTo>
                <a:lnTo>
                  <a:pt x="364674" y="168412"/>
                </a:lnTo>
                <a:lnTo>
                  <a:pt x="362751" y="171653"/>
                </a:lnTo>
                <a:lnTo>
                  <a:pt x="361724" y="179345"/>
                </a:lnTo>
                <a:lnTo>
                  <a:pt x="362358" y="180253"/>
                </a:lnTo>
                <a:lnTo>
                  <a:pt x="362849" y="182409"/>
                </a:lnTo>
                <a:lnTo>
                  <a:pt x="360418" y="183696"/>
                </a:lnTo>
                <a:lnTo>
                  <a:pt x="358415" y="185280"/>
                </a:lnTo>
                <a:lnTo>
                  <a:pt x="349622" y="181563"/>
                </a:lnTo>
                <a:lnTo>
                  <a:pt x="348824" y="183152"/>
                </a:lnTo>
                <a:lnTo>
                  <a:pt x="346515" y="182711"/>
                </a:lnTo>
                <a:lnTo>
                  <a:pt x="346680" y="181680"/>
                </a:lnTo>
                <a:lnTo>
                  <a:pt x="340583" y="178530"/>
                </a:lnTo>
                <a:lnTo>
                  <a:pt x="340411" y="178061"/>
                </a:lnTo>
                <a:lnTo>
                  <a:pt x="339859" y="177753"/>
                </a:lnTo>
                <a:lnTo>
                  <a:pt x="338641" y="178014"/>
                </a:lnTo>
                <a:lnTo>
                  <a:pt x="337708" y="179554"/>
                </a:lnTo>
                <a:lnTo>
                  <a:pt x="338435" y="180045"/>
                </a:lnTo>
                <a:lnTo>
                  <a:pt x="337751" y="181703"/>
                </a:lnTo>
                <a:lnTo>
                  <a:pt x="336854" y="181752"/>
                </a:lnTo>
                <a:lnTo>
                  <a:pt x="336029" y="181406"/>
                </a:lnTo>
                <a:lnTo>
                  <a:pt x="334183" y="182815"/>
                </a:lnTo>
                <a:lnTo>
                  <a:pt x="333886" y="184798"/>
                </a:lnTo>
                <a:lnTo>
                  <a:pt x="332958" y="185529"/>
                </a:lnTo>
                <a:lnTo>
                  <a:pt x="330857" y="184217"/>
                </a:lnTo>
                <a:lnTo>
                  <a:pt x="330492" y="186139"/>
                </a:lnTo>
                <a:lnTo>
                  <a:pt x="327451" y="185512"/>
                </a:lnTo>
                <a:lnTo>
                  <a:pt x="325298" y="186597"/>
                </a:lnTo>
                <a:lnTo>
                  <a:pt x="323284" y="188699"/>
                </a:lnTo>
                <a:lnTo>
                  <a:pt x="321012" y="189142"/>
                </a:lnTo>
                <a:lnTo>
                  <a:pt x="319513" y="187671"/>
                </a:lnTo>
                <a:lnTo>
                  <a:pt x="317415" y="190244"/>
                </a:lnTo>
                <a:lnTo>
                  <a:pt x="315483" y="189706"/>
                </a:lnTo>
                <a:lnTo>
                  <a:pt x="310113" y="189172"/>
                </a:lnTo>
                <a:lnTo>
                  <a:pt x="303837" y="192726"/>
                </a:lnTo>
                <a:lnTo>
                  <a:pt x="302196" y="194778"/>
                </a:lnTo>
                <a:lnTo>
                  <a:pt x="301239" y="197459"/>
                </a:lnTo>
                <a:lnTo>
                  <a:pt x="300074" y="198304"/>
                </a:lnTo>
                <a:lnTo>
                  <a:pt x="298671" y="197186"/>
                </a:lnTo>
                <a:lnTo>
                  <a:pt x="295469" y="197681"/>
                </a:lnTo>
                <a:lnTo>
                  <a:pt x="295279" y="197194"/>
                </a:lnTo>
                <a:lnTo>
                  <a:pt x="288921" y="199482"/>
                </a:lnTo>
                <a:lnTo>
                  <a:pt x="290042" y="204009"/>
                </a:lnTo>
                <a:lnTo>
                  <a:pt x="290230" y="206792"/>
                </a:lnTo>
                <a:lnTo>
                  <a:pt x="289866" y="206848"/>
                </a:lnTo>
                <a:lnTo>
                  <a:pt x="287928" y="205481"/>
                </a:lnTo>
                <a:lnTo>
                  <a:pt x="285087" y="204007"/>
                </a:lnTo>
                <a:lnTo>
                  <a:pt x="279962" y="209272"/>
                </a:lnTo>
                <a:lnTo>
                  <a:pt x="271057" y="210889"/>
                </a:lnTo>
                <a:lnTo>
                  <a:pt x="269156" y="212429"/>
                </a:lnTo>
                <a:lnTo>
                  <a:pt x="268364" y="210990"/>
                </a:lnTo>
                <a:lnTo>
                  <a:pt x="262879" y="208237"/>
                </a:lnTo>
                <a:lnTo>
                  <a:pt x="253347" y="210684"/>
                </a:lnTo>
                <a:lnTo>
                  <a:pt x="249338" y="213794"/>
                </a:lnTo>
                <a:lnTo>
                  <a:pt x="249392" y="215163"/>
                </a:lnTo>
                <a:lnTo>
                  <a:pt x="248136" y="223951"/>
                </a:lnTo>
                <a:lnTo>
                  <a:pt x="245709" y="224744"/>
                </a:lnTo>
                <a:lnTo>
                  <a:pt x="242684" y="226510"/>
                </a:lnTo>
                <a:lnTo>
                  <a:pt x="244551" y="228428"/>
                </a:lnTo>
                <a:lnTo>
                  <a:pt x="243354" y="234155"/>
                </a:lnTo>
                <a:lnTo>
                  <a:pt x="240490" y="237840"/>
                </a:lnTo>
                <a:lnTo>
                  <a:pt x="243091" y="243522"/>
                </a:lnTo>
                <a:lnTo>
                  <a:pt x="242285" y="250094"/>
                </a:lnTo>
                <a:lnTo>
                  <a:pt x="241800" y="259802"/>
                </a:lnTo>
                <a:lnTo>
                  <a:pt x="240716" y="260097"/>
                </a:lnTo>
                <a:lnTo>
                  <a:pt x="235713" y="260021"/>
                </a:lnTo>
                <a:lnTo>
                  <a:pt x="231758" y="260991"/>
                </a:lnTo>
                <a:lnTo>
                  <a:pt x="227830" y="257103"/>
                </a:lnTo>
                <a:lnTo>
                  <a:pt x="229286" y="260827"/>
                </a:lnTo>
                <a:lnTo>
                  <a:pt x="217910" y="261143"/>
                </a:lnTo>
                <a:lnTo>
                  <a:pt x="215702" y="262782"/>
                </a:lnTo>
                <a:lnTo>
                  <a:pt x="215375" y="265630"/>
                </a:lnTo>
                <a:lnTo>
                  <a:pt x="214403" y="266971"/>
                </a:lnTo>
                <a:lnTo>
                  <a:pt x="212504" y="268284"/>
                </a:lnTo>
                <a:lnTo>
                  <a:pt x="210224" y="269380"/>
                </a:lnTo>
                <a:lnTo>
                  <a:pt x="207998" y="267885"/>
                </a:lnTo>
                <a:lnTo>
                  <a:pt x="207915" y="269614"/>
                </a:lnTo>
                <a:lnTo>
                  <a:pt x="205187" y="268594"/>
                </a:lnTo>
                <a:lnTo>
                  <a:pt x="204057" y="267254"/>
                </a:lnTo>
                <a:lnTo>
                  <a:pt x="202105" y="266506"/>
                </a:lnTo>
                <a:lnTo>
                  <a:pt x="193242" y="265324"/>
                </a:lnTo>
                <a:lnTo>
                  <a:pt x="191284" y="269684"/>
                </a:lnTo>
                <a:lnTo>
                  <a:pt x="191974" y="273115"/>
                </a:lnTo>
                <a:lnTo>
                  <a:pt x="192230" y="274675"/>
                </a:lnTo>
                <a:lnTo>
                  <a:pt x="196266" y="277087"/>
                </a:lnTo>
                <a:lnTo>
                  <a:pt x="195721" y="278069"/>
                </a:lnTo>
                <a:lnTo>
                  <a:pt x="192972" y="278668"/>
                </a:lnTo>
                <a:lnTo>
                  <a:pt x="192293" y="278561"/>
                </a:lnTo>
                <a:lnTo>
                  <a:pt x="192078" y="283775"/>
                </a:lnTo>
                <a:lnTo>
                  <a:pt x="187994" y="282526"/>
                </a:lnTo>
                <a:lnTo>
                  <a:pt x="185883" y="288790"/>
                </a:lnTo>
                <a:lnTo>
                  <a:pt x="185395" y="288897"/>
                </a:lnTo>
                <a:lnTo>
                  <a:pt x="185479" y="292119"/>
                </a:lnTo>
                <a:lnTo>
                  <a:pt x="190051" y="291897"/>
                </a:lnTo>
                <a:lnTo>
                  <a:pt x="191173" y="291456"/>
                </a:lnTo>
                <a:lnTo>
                  <a:pt x="191147" y="290517"/>
                </a:lnTo>
                <a:lnTo>
                  <a:pt x="193563" y="291414"/>
                </a:lnTo>
                <a:lnTo>
                  <a:pt x="198092" y="294810"/>
                </a:lnTo>
                <a:lnTo>
                  <a:pt x="197260" y="295336"/>
                </a:lnTo>
                <a:lnTo>
                  <a:pt x="196831" y="296439"/>
                </a:lnTo>
                <a:lnTo>
                  <a:pt x="198446" y="297879"/>
                </a:lnTo>
                <a:lnTo>
                  <a:pt x="199218" y="297738"/>
                </a:lnTo>
                <a:lnTo>
                  <a:pt x="201546" y="299985"/>
                </a:lnTo>
                <a:lnTo>
                  <a:pt x="196126" y="306456"/>
                </a:lnTo>
                <a:lnTo>
                  <a:pt x="197594" y="307887"/>
                </a:lnTo>
                <a:lnTo>
                  <a:pt x="196778" y="308425"/>
                </a:lnTo>
                <a:lnTo>
                  <a:pt x="196997" y="309080"/>
                </a:lnTo>
                <a:lnTo>
                  <a:pt x="194999" y="309126"/>
                </a:lnTo>
                <a:lnTo>
                  <a:pt x="194946" y="310313"/>
                </a:lnTo>
                <a:lnTo>
                  <a:pt x="190335" y="308984"/>
                </a:lnTo>
                <a:lnTo>
                  <a:pt x="188646" y="313731"/>
                </a:lnTo>
                <a:lnTo>
                  <a:pt x="190354" y="315359"/>
                </a:lnTo>
                <a:lnTo>
                  <a:pt x="189493" y="316779"/>
                </a:lnTo>
                <a:lnTo>
                  <a:pt x="187913" y="316091"/>
                </a:lnTo>
                <a:lnTo>
                  <a:pt x="186343" y="317007"/>
                </a:lnTo>
                <a:lnTo>
                  <a:pt x="186439" y="318356"/>
                </a:lnTo>
                <a:lnTo>
                  <a:pt x="185324" y="317971"/>
                </a:lnTo>
                <a:lnTo>
                  <a:pt x="185107" y="318333"/>
                </a:lnTo>
                <a:lnTo>
                  <a:pt x="184423" y="320789"/>
                </a:lnTo>
                <a:lnTo>
                  <a:pt x="184419" y="324905"/>
                </a:lnTo>
                <a:lnTo>
                  <a:pt x="186041" y="320649"/>
                </a:lnTo>
                <a:lnTo>
                  <a:pt x="189572" y="322834"/>
                </a:lnTo>
                <a:lnTo>
                  <a:pt x="189580" y="326898"/>
                </a:lnTo>
                <a:lnTo>
                  <a:pt x="188869" y="328316"/>
                </a:lnTo>
                <a:lnTo>
                  <a:pt x="187115" y="328838"/>
                </a:lnTo>
                <a:lnTo>
                  <a:pt x="185011" y="331024"/>
                </a:lnTo>
                <a:lnTo>
                  <a:pt x="186477" y="331363"/>
                </a:lnTo>
                <a:lnTo>
                  <a:pt x="184720" y="333463"/>
                </a:lnTo>
                <a:lnTo>
                  <a:pt x="183085" y="333434"/>
                </a:lnTo>
                <a:lnTo>
                  <a:pt x="180483" y="332833"/>
                </a:lnTo>
                <a:lnTo>
                  <a:pt x="176209" y="332514"/>
                </a:lnTo>
                <a:lnTo>
                  <a:pt x="177033" y="336336"/>
                </a:lnTo>
                <a:lnTo>
                  <a:pt x="175180" y="338197"/>
                </a:lnTo>
                <a:lnTo>
                  <a:pt x="169055" y="338896"/>
                </a:lnTo>
                <a:lnTo>
                  <a:pt x="168867" y="338663"/>
                </a:lnTo>
                <a:lnTo>
                  <a:pt x="168900" y="338988"/>
                </a:lnTo>
                <a:lnTo>
                  <a:pt x="165674" y="340294"/>
                </a:lnTo>
                <a:lnTo>
                  <a:pt x="164558" y="341894"/>
                </a:lnTo>
                <a:lnTo>
                  <a:pt x="162143" y="344381"/>
                </a:lnTo>
                <a:lnTo>
                  <a:pt x="160171" y="344622"/>
                </a:lnTo>
                <a:lnTo>
                  <a:pt x="156250" y="348086"/>
                </a:lnTo>
                <a:lnTo>
                  <a:pt x="152435" y="347133"/>
                </a:lnTo>
                <a:lnTo>
                  <a:pt x="150603" y="346094"/>
                </a:lnTo>
                <a:lnTo>
                  <a:pt x="143299" y="338315"/>
                </a:lnTo>
                <a:lnTo>
                  <a:pt x="138962" y="335856"/>
                </a:lnTo>
                <a:lnTo>
                  <a:pt x="136344" y="339390"/>
                </a:lnTo>
                <a:lnTo>
                  <a:pt x="133471" y="340646"/>
                </a:lnTo>
                <a:lnTo>
                  <a:pt x="131022" y="342372"/>
                </a:lnTo>
                <a:lnTo>
                  <a:pt x="128870" y="344678"/>
                </a:lnTo>
                <a:lnTo>
                  <a:pt x="125864" y="345363"/>
                </a:lnTo>
                <a:lnTo>
                  <a:pt x="122940" y="355073"/>
                </a:lnTo>
                <a:lnTo>
                  <a:pt x="124046" y="356014"/>
                </a:lnTo>
                <a:lnTo>
                  <a:pt x="126991" y="360060"/>
                </a:lnTo>
                <a:lnTo>
                  <a:pt x="125190" y="362496"/>
                </a:lnTo>
                <a:lnTo>
                  <a:pt x="115151" y="361971"/>
                </a:lnTo>
                <a:lnTo>
                  <a:pt x="110179" y="361121"/>
                </a:lnTo>
                <a:lnTo>
                  <a:pt x="105815" y="360074"/>
                </a:lnTo>
                <a:lnTo>
                  <a:pt x="95600" y="359234"/>
                </a:lnTo>
                <a:lnTo>
                  <a:pt x="92301" y="364550"/>
                </a:lnTo>
                <a:lnTo>
                  <a:pt x="90305" y="369859"/>
                </a:lnTo>
                <a:lnTo>
                  <a:pt x="81997" y="365916"/>
                </a:lnTo>
                <a:lnTo>
                  <a:pt x="79767" y="363795"/>
                </a:lnTo>
                <a:lnTo>
                  <a:pt x="76294" y="371013"/>
                </a:lnTo>
                <a:lnTo>
                  <a:pt x="73552" y="372356"/>
                </a:lnTo>
                <a:lnTo>
                  <a:pt x="71488" y="371804"/>
                </a:lnTo>
                <a:lnTo>
                  <a:pt x="64607" y="375766"/>
                </a:lnTo>
                <a:lnTo>
                  <a:pt x="68195" y="382221"/>
                </a:lnTo>
                <a:lnTo>
                  <a:pt x="67828" y="389923"/>
                </a:lnTo>
                <a:lnTo>
                  <a:pt x="73833" y="395993"/>
                </a:lnTo>
                <a:lnTo>
                  <a:pt x="76506" y="405689"/>
                </a:lnTo>
                <a:lnTo>
                  <a:pt x="75731" y="412151"/>
                </a:lnTo>
                <a:lnTo>
                  <a:pt x="71424" y="415342"/>
                </a:lnTo>
                <a:lnTo>
                  <a:pt x="80083" y="420457"/>
                </a:lnTo>
                <a:lnTo>
                  <a:pt x="82920" y="424594"/>
                </a:lnTo>
                <a:lnTo>
                  <a:pt x="82693" y="430117"/>
                </a:lnTo>
                <a:lnTo>
                  <a:pt x="88976" y="430035"/>
                </a:lnTo>
                <a:lnTo>
                  <a:pt x="86429" y="439940"/>
                </a:lnTo>
                <a:lnTo>
                  <a:pt x="76417" y="437500"/>
                </a:lnTo>
                <a:lnTo>
                  <a:pt x="68940" y="434182"/>
                </a:lnTo>
                <a:lnTo>
                  <a:pt x="62223" y="433706"/>
                </a:lnTo>
                <a:lnTo>
                  <a:pt x="60346" y="430837"/>
                </a:lnTo>
                <a:lnTo>
                  <a:pt x="55152" y="430762"/>
                </a:lnTo>
                <a:lnTo>
                  <a:pt x="47024" y="436033"/>
                </a:lnTo>
                <a:lnTo>
                  <a:pt x="50788" y="445462"/>
                </a:lnTo>
                <a:lnTo>
                  <a:pt x="48304" y="448004"/>
                </a:lnTo>
                <a:lnTo>
                  <a:pt x="35984" y="447961"/>
                </a:lnTo>
                <a:lnTo>
                  <a:pt x="35509" y="452058"/>
                </a:lnTo>
                <a:lnTo>
                  <a:pt x="28120" y="460441"/>
                </a:lnTo>
                <a:lnTo>
                  <a:pt x="30971" y="467381"/>
                </a:lnTo>
                <a:lnTo>
                  <a:pt x="26378" y="470583"/>
                </a:lnTo>
                <a:lnTo>
                  <a:pt x="26239" y="471970"/>
                </a:lnTo>
                <a:lnTo>
                  <a:pt x="29502" y="475703"/>
                </a:lnTo>
                <a:lnTo>
                  <a:pt x="29200" y="480219"/>
                </a:lnTo>
                <a:lnTo>
                  <a:pt x="20756" y="491304"/>
                </a:lnTo>
                <a:lnTo>
                  <a:pt x="18787" y="498604"/>
                </a:lnTo>
                <a:lnTo>
                  <a:pt x="13831" y="504000"/>
                </a:lnTo>
                <a:lnTo>
                  <a:pt x="7217" y="518066"/>
                </a:lnTo>
                <a:lnTo>
                  <a:pt x="5009" y="518364"/>
                </a:lnTo>
                <a:lnTo>
                  <a:pt x="4967" y="521134"/>
                </a:lnTo>
                <a:lnTo>
                  <a:pt x="345" y="520816"/>
                </a:lnTo>
                <a:lnTo>
                  <a:pt x="0" y="532198"/>
                </a:lnTo>
                <a:lnTo>
                  <a:pt x="6632" y="535466"/>
                </a:lnTo>
                <a:lnTo>
                  <a:pt x="5278" y="536156"/>
                </a:lnTo>
                <a:lnTo>
                  <a:pt x="12824" y="535975"/>
                </a:lnTo>
                <a:lnTo>
                  <a:pt x="26973" y="537461"/>
                </a:lnTo>
                <a:lnTo>
                  <a:pt x="44732" y="532670"/>
                </a:lnTo>
                <a:lnTo>
                  <a:pt x="51017" y="532712"/>
                </a:lnTo>
                <a:lnTo>
                  <a:pt x="53963" y="530571"/>
                </a:lnTo>
                <a:lnTo>
                  <a:pt x="62154" y="530277"/>
                </a:lnTo>
                <a:lnTo>
                  <a:pt x="75921" y="530591"/>
                </a:lnTo>
                <a:lnTo>
                  <a:pt x="78766" y="533445"/>
                </a:lnTo>
                <a:lnTo>
                  <a:pt x="85045" y="542291"/>
                </a:lnTo>
                <a:lnTo>
                  <a:pt x="83783" y="538990"/>
                </a:lnTo>
                <a:lnTo>
                  <a:pt x="86342" y="539656"/>
                </a:lnTo>
                <a:lnTo>
                  <a:pt x="88991" y="539689"/>
                </a:lnTo>
                <a:lnTo>
                  <a:pt x="93027" y="539072"/>
                </a:lnTo>
                <a:lnTo>
                  <a:pt x="99028" y="540035"/>
                </a:lnTo>
                <a:lnTo>
                  <a:pt x="102811" y="539264"/>
                </a:lnTo>
                <a:lnTo>
                  <a:pt x="105333" y="542355"/>
                </a:lnTo>
                <a:lnTo>
                  <a:pt x="114113" y="545848"/>
                </a:lnTo>
                <a:lnTo>
                  <a:pt x="114058" y="546009"/>
                </a:lnTo>
                <a:lnTo>
                  <a:pt x="117494" y="547720"/>
                </a:lnTo>
                <a:lnTo>
                  <a:pt x="117787" y="548836"/>
                </a:lnTo>
                <a:lnTo>
                  <a:pt x="116988" y="552720"/>
                </a:lnTo>
                <a:lnTo>
                  <a:pt x="116485" y="559957"/>
                </a:lnTo>
                <a:lnTo>
                  <a:pt x="119261" y="559475"/>
                </a:lnTo>
                <a:lnTo>
                  <a:pt x="119694" y="562994"/>
                </a:lnTo>
                <a:lnTo>
                  <a:pt x="127146" y="568498"/>
                </a:lnTo>
                <a:lnTo>
                  <a:pt x="126557" y="576003"/>
                </a:lnTo>
                <a:lnTo>
                  <a:pt x="120937" y="575500"/>
                </a:lnTo>
                <a:lnTo>
                  <a:pt x="115157" y="576069"/>
                </a:lnTo>
                <a:lnTo>
                  <a:pt x="111181" y="572674"/>
                </a:lnTo>
                <a:lnTo>
                  <a:pt x="111062" y="576117"/>
                </a:lnTo>
                <a:lnTo>
                  <a:pt x="109200" y="577739"/>
                </a:lnTo>
                <a:lnTo>
                  <a:pt x="109157" y="580396"/>
                </a:lnTo>
                <a:lnTo>
                  <a:pt x="100286" y="583344"/>
                </a:lnTo>
                <a:lnTo>
                  <a:pt x="95512" y="583322"/>
                </a:lnTo>
                <a:lnTo>
                  <a:pt x="94220" y="590458"/>
                </a:lnTo>
                <a:lnTo>
                  <a:pt x="89529" y="595444"/>
                </a:lnTo>
                <a:lnTo>
                  <a:pt x="92488" y="595754"/>
                </a:lnTo>
                <a:lnTo>
                  <a:pt x="93935" y="596454"/>
                </a:lnTo>
                <a:lnTo>
                  <a:pt x="97505" y="597106"/>
                </a:lnTo>
                <a:lnTo>
                  <a:pt x="99372" y="597782"/>
                </a:lnTo>
                <a:lnTo>
                  <a:pt x="102201" y="597777"/>
                </a:lnTo>
                <a:lnTo>
                  <a:pt x="102045" y="595201"/>
                </a:lnTo>
                <a:lnTo>
                  <a:pt x="106071" y="594241"/>
                </a:lnTo>
                <a:lnTo>
                  <a:pt x="106190" y="593678"/>
                </a:lnTo>
                <a:lnTo>
                  <a:pt x="111387" y="595472"/>
                </a:lnTo>
                <a:lnTo>
                  <a:pt x="110940" y="595947"/>
                </a:lnTo>
                <a:lnTo>
                  <a:pt x="112029" y="601179"/>
                </a:lnTo>
                <a:lnTo>
                  <a:pt x="118239" y="601799"/>
                </a:lnTo>
                <a:lnTo>
                  <a:pt x="119888" y="603450"/>
                </a:lnTo>
                <a:lnTo>
                  <a:pt x="131072" y="606764"/>
                </a:lnTo>
                <a:lnTo>
                  <a:pt x="130711" y="607298"/>
                </a:lnTo>
                <a:lnTo>
                  <a:pt x="129859" y="607395"/>
                </a:lnTo>
                <a:lnTo>
                  <a:pt x="129035" y="609162"/>
                </a:lnTo>
                <a:lnTo>
                  <a:pt x="128348" y="609977"/>
                </a:lnTo>
                <a:lnTo>
                  <a:pt x="126732" y="609894"/>
                </a:lnTo>
                <a:lnTo>
                  <a:pt x="126492" y="610212"/>
                </a:lnTo>
                <a:lnTo>
                  <a:pt x="126147" y="610087"/>
                </a:lnTo>
                <a:lnTo>
                  <a:pt x="124984" y="610581"/>
                </a:lnTo>
                <a:lnTo>
                  <a:pt x="124702" y="610443"/>
                </a:lnTo>
                <a:lnTo>
                  <a:pt x="124133" y="611390"/>
                </a:lnTo>
                <a:lnTo>
                  <a:pt x="123562" y="611399"/>
                </a:lnTo>
                <a:lnTo>
                  <a:pt x="123750" y="611675"/>
                </a:lnTo>
                <a:lnTo>
                  <a:pt x="123589" y="612032"/>
                </a:lnTo>
                <a:lnTo>
                  <a:pt x="123819" y="612085"/>
                </a:lnTo>
                <a:lnTo>
                  <a:pt x="123880" y="612390"/>
                </a:lnTo>
                <a:lnTo>
                  <a:pt x="124850" y="612914"/>
                </a:lnTo>
                <a:lnTo>
                  <a:pt x="124599" y="613154"/>
                </a:lnTo>
                <a:lnTo>
                  <a:pt x="124952" y="613335"/>
                </a:lnTo>
                <a:lnTo>
                  <a:pt x="124841" y="613669"/>
                </a:lnTo>
                <a:lnTo>
                  <a:pt x="124238" y="614100"/>
                </a:lnTo>
                <a:lnTo>
                  <a:pt x="122561" y="614124"/>
                </a:lnTo>
                <a:lnTo>
                  <a:pt x="122229" y="614651"/>
                </a:lnTo>
                <a:lnTo>
                  <a:pt x="122959" y="615748"/>
                </a:lnTo>
                <a:lnTo>
                  <a:pt x="123022" y="616149"/>
                </a:lnTo>
                <a:lnTo>
                  <a:pt x="122586" y="616453"/>
                </a:lnTo>
                <a:lnTo>
                  <a:pt x="123120" y="616981"/>
                </a:lnTo>
                <a:lnTo>
                  <a:pt x="123228" y="617489"/>
                </a:lnTo>
                <a:lnTo>
                  <a:pt x="123026" y="617681"/>
                </a:lnTo>
                <a:lnTo>
                  <a:pt x="122584" y="617547"/>
                </a:lnTo>
                <a:lnTo>
                  <a:pt x="122678" y="617900"/>
                </a:lnTo>
                <a:lnTo>
                  <a:pt x="122185" y="618131"/>
                </a:lnTo>
                <a:lnTo>
                  <a:pt x="122397" y="618539"/>
                </a:lnTo>
                <a:lnTo>
                  <a:pt x="121938" y="618993"/>
                </a:lnTo>
                <a:lnTo>
                  <a:pt x="121875" y="620928"/>
                </a:lnTo>
                <a:lnTo>
                  <a:pt x="122297" y="621436"/>
                </a:lnTo>
                <a:lnTo>
                  <a:pt x="122726" y="621361"/>
                </a:lnTo>
                <a:lnTo>
                  <a:pt x="123401" y="622595"/>
                </a:lnTo>
                <a:lnTo>
                  <a:pt x="123205" y="622816"/>
                </a:lnTo>
                <a:lnTo>
                  <a:pt x="123615" y="624238"/>
                </a:lnTo>
                <a:lnTo>
                  <a:pt x="123339" y="624739"/>
                </a:lnTo>
                <a:lnTo>
                  <a:pt x="123620" y="624964"/>
                </a:lnTo>
                <a:lnTo>
                  <a:pt x="123561" y="625504"/>
                </a:lnTo>
                <a:lnTo>
                  <a:pt x="123269" y="626953"/>
                </a:lnTo>
                <a:lnTo>
                  <a:pt x="125692" y="627206"/>
                </a:lnTo>
                <a:lnTo>
                  <a:pt x="135866" y="629488"/>
                </a:lnTo>
                <a:lnTo>
                  <a:pt x="137263" y="629667"/>
                </a:lnTo>
                <a:lnTo>
                  <a:pt x="137651" y="629428"/>
                </a:lnTo>
                <a:lnTo>
                  <a:pt x="139338" y="630521"/>
                </a:lnTo>
                <a:lnTo>
                  <a:pt x="139761" y="630343"/>
                </a:lnTo>
                <a:lnTo>
                  <a:pt x="141060" y="630959"/>
                </a:lnTo>
                <a:lnTo>
                  <a:pt x="142180" y="630910"/>
                </a:lnTo>
                <a:lnTo>
                  <a:pt x="144059" y="631552"/>
                </a:lnTo>
                <a:lnTo>
                  <a:pt x="144604" y="631236"/>
                </a:lnTo>
                <a:lnTo>
                  <a:pt x="150382" y="632924"/>
                </a:lnTo>
                <a:lnTo>
                  <a:pt x="154477" y="633141"/>
                </a:lnTo>
                <a:lnTo>
                  <a:pt x="156529" y="633852"/>
                </a:lnTo>
                <a:lnTo>
                  <a:pt x="157329" y="633599"/>
                </a:lnTo>
                <a:lnTo>
                  <a:pt x="157966" y="632882"/>
                </a:lnTo>
                <a:lnTo>
                  <a:pt x="158012" y="633242"/>
                </a:lnTo>
                <a:lnTo>
                  <a:pt x="159109" y="633515"/>
                </a:lnTo>
                <a:lnTo>
                  <a:pt x="161877" y="633863"/>
                </a:lnTo>
                <a:lnTo>
                  <a:pt x="170125" y="635662"/>
                </a:lnTo>
                <a:lnTo>
                  <a:pt x="171472" y="635581"/>
                </a:lnTo>
                <a:lnTo>
                  <a:pt x="173638" y="636019"/>
                </a:lnTo>
                <a:lnTo>
                  <a:pt x="174307" y="635916"/>
                </a:lnTo>
                <a:lnTo>
                  <a:pt x="175863" y="636387"/>
                </a:lnTo>
                <a:lnTo>
                  <a:pt x="176657" y="636243"/>
                </a:lnTo>
                <a:lnTo>
                  <a:pt x="177457" y="636613"/>
                </a:lnTo>
                <a:lnTo>
                  <a:pt x="180934" y="637310"/>
                </a:lnTo>
                <a:lnTo>
                  <a:pt x="181437" y="637042"/>
                </a:lnTo>
                <a:lnTo>
                  <a:pt x="182104" y="637452"/>
                </a:lnTo>
                <a:lnTo>
                  <a:pt x="186205" y="638069"/>
                </a:lnTo>
                <a:lnTo>
                  <a:pt x="186939" y="638337"/>
                </a:lnTo>
                <a:lnTo>
                  <a:pt x="187103" y="638604"/>
                </a:lnTo>
                <a:lnTo>
                  <a:pt x="187989" y="638327"/>
                </a:lnTo>
                <a:lnTo>
                  <a:pt x="188390" y="637890"/>
                </a:lnTo>
                <a:lnTo>
                  <a:pt x="189638" y="638237"/>
                </a:lnTo>
                <a:lnTo>
                  <a:pt x="190900" y="638127"/>
                </a:lnTo>
                <a:lnTo>
                  <a:pt x="192711" y="638838"/>
                </a:lnTo>
                <a:lnTo>
                  <a:pt x="193210" y="638621"/>
                </a:lnTo>
                <a:lnTo>
                  <a:pt x="194378" y="639141"/>
                </a:lnTo>
                <a:lnTo>
                  <a:pt x="195545" y="638949"/>
                </a:lnTo>
                <a:lnTo>
                  <a:pt x="196458" y="639352"/>
                </a:lnTo>
                <a:lnTo>
                  <a:pt x="196990" y="639189"/>
                </a:lnTo>
                <a:lnTo>
                  <a:pt x="197017" y="638217"/>
                </a:lnTo>
                <a:lnTo>
                  <a:pt x="197319" y="638294"/>
                </a:lnTo>
                <a:lnTo>
                  <a:pt x="197911" y="639036"/>
                </a:lnTo>
                <a:lnTo>
                  <a:pt x="198546" y="639133"/>
                </a:lnTo>
                <a:lnTo>
                  <a:pt x="198845" y="639724"/>
                </a:lnTo>
                <a:lnTo>
                  <a:pt x="199859" y="639984"/>
                </a:lnTo>
                <a:lnTo>
                  <a:pt x="199913" y="640330"/>
                </a:lnTo>
                <a:lnTo>
                  <a:pt x="200526" y="640257"/>
                </a:lnTo>
                <a:lnTo>
                  <a:pt x="200555" y="640442"/>
                </a:lnTo>
                <a:lnTo>
                  <a:pt x="200751" y="640122"/>
                </a:lnTo>
                <a:lnTo>
                  <a:pt x="202360" y="641088"/>
                </a:lnTo>
                <a:lnTo>
                  <a:pt x="203359" y="641064"/>
                </a:lnTo>
                <a:lnTo>
                  <a:pt x="203596" y="641440"/>
                </a:lnTo>
                <a:lnTo>
                  <a:pt x="203797" y="641153"/>
                </a:lnTo>
                <a:lnTo>
                  <a:pt x="204501" y="641928"/>
                </a:lnTo>
                <a:lnTo>
                  <a:pt x="206375" y="642216"/>
                </a:lnTo>
                <a:lnTo>
                  <a:pt x="207111" y="642658"/>
                </a:lnTo>
                <a:lnTo>
                  <a:pt x="207583" y="642540"/>
                </a:lnTo>
                <a:lnTo>
                  <a:pt x="209109" y="643406"/>
                </a:lnTo>
                <a:lnTo>
                  <a:pt x="210309" y="643511"/>
                </a:lnTo>
                <a:lnTo>
                  <a:pt x="210874" y="643865"/>
                </a:lnTo>
                <a:lnTo>
                  <a:pt x="211125" y="644345"/>
                </a:lnTo>
                <a:lnTo>
                  <a:pt x="211533" y="644304"/>
                </a:lnTo>
                <a:lnTo>
                  <a:pt x="212645" y="644977"/>
                </a:lnTo>
                <a:lnTo>
                  <a:pt x="213698" y="644875"/>
                </a:lnTo>
                <a:lnTo>
                  <a:pt x="214307" y="645198"/>
                </a:lnTo>
                <a:lnTo>
                  <a:pt x="215052" y="645231"/>
                </a:lnTo>
                <a:lnTo>
                  <a:pt x="216557" y="645002"/>
                </a:lnTo>
                <a:lnTo>
                  <a:pt x="217449" y="645233"/>
                </a:lnTo>
                <a:lnTo>
                  <a:pt x="218122" y="645005"/>
                </a:lnTo>
                <a:lnTo>
                  <a:pt x="218549" y="645339"/>
                </a:lnTo>
                <a:lnTo>
                  <a:pt x="219449" y="645260"/>
                </a:lnTo>
                <a:lnTo>
                  <a:pt x="219759" y="645463"/>
                </a:lnTo>
                <a:lnTo>
                  <a:pt x="221049" y="645105"/>
                </a:lnTo>
                <a:lnTo>
                  <a:pt x="221545" y="645295"/>
                </a:lnTo>
                <a:lnTo>
                  <a:pt x="222255" y="645202"/>
                </a:lnTo>
                <a:lnTo>
                  <a:pt x="222223" y="645443"/>
                </a:lnTo>
                <a:lnTo>
                  <a:pt x="223301" y="646159"/>
                </a:lnTo>
                <a:lnTo>
                  <a:pt x="223513" y="646090"/>
                </a:lnTo>
                <a:lnTo>
                  <a:pt x="223584" y="646401"/>
                </a:lnTo>
                <a:lnTo>
                  <a:pt x="224140" y="646507"/>
                </a:lnTo>
                <a:lnTo>
                  <a:pt x="224901" y="647478"/>
                </a:lnTo>
                <a:lnTo>
                  <a:pt x="225970" y="647652"/>
                </a:lnTo>
                <a:lnTo>
                  <a:pt x="228352" y="649118"/>
                </a:lnTo>
                <a:lnTo>
                  <a:pt x="229939" y="650568"/>
                </a:lnTo>
                <a:lnTo>
                  <a:pt x="229838" y="650846"/>
                </a:lnTo>
                <a:lnTo>
                  <a:pt x="230175" y="650882"/>
                </a:lnTo>
                <a:lnTo>
                  <a:pt x="230003" y="651145"/>
                </a:lnTo>
                <a:lnTo>
                  <a:pt x="230893" y="651958"/>
                </a:lnTo>
                <a:lnTo>
                  <a:pt x="232610" y="652938"/>
                </a:lnTo>
                <a:lnTo>
                  <a:pt x="234498" y="654567"/>
                </a:lnTo>
                <a:lnTo>
                  <a:pt x="236875" y="655629"/>
                </a:lnTo>
                <a:lnTo>
                  <a:pt x="238077" y="655499"/>
                </a:lnTo>
                <a:lnTo>
                  <a:pt x="238257" y="655824"/>
                </a:lnTo>
                <a:lnTo>
                  <a:pt x="239682" y="656415"/>
                </a:lnTo>
                <a:lnTo>
                  <a:pt x="240464" y="655908"/>
                </a:lnTo>
                <a:lnTo>
                  <a:pt x="242354" y="656568"/>
                </a:lnTo>
                <a:lnTo>
                  <a:pt x="242500" y="656431"/>
                </a:lnTo>
                <a:lnTo>
                  <a:pt x="243649" y="656760"/>
                </a:lnTo>
                <a:lnTo>
                  <a:pt x="244237" y="656610"/>
                </a:lnTo>
                <a:lnTo>
                  <a:pt x="244356" y="656841"/>
                </a:lnTo>
                <a:lnTo>
                  <a:pt x="245026" y="657040"/>
                </a:lnTo>
                <a:lnTo>
                  <a:pt x="245928" y="657018"/>
                </a:lnTo>
                <a:lnTo>
                  <a:pt x="245839" y="657161"/>
                </a:lnTo>
                <a:lnTo>
                  <a:pt x="246644" y="657478"/>
                </a:lnTo>
                <a:lnTo>
                  <a:pt x="246980" y="657870"/>
                </a:lnTo>
                <a:lnTo>
                  <a:pt x="247660" y="657934"/>
                </a:lnTo>
                <a:lnTo>
                  <a:pt x="248671" y="658543"/>
                </a:lnTo>
                <a:lnTo>
                  <a:pt x="249061" y="658405"/>
                </a:lnTo>
                <a:lnTo>
                  <a:pt x="249731" y="658685"/>
                </a:lnTo>
                <a:lnTo>
                  <a:pt x="249913" y="658522"/>
                </a:lnTo>
                <a:lnTo>
                  <a:pt x="250075" y="658863"/>
                </a:lnTo>
                <a:lnTo>
                  <a:pt x="251315" y="658955"/>
                </a:lnTo>
                <a:lnTo>
                  <a:pt x="252598" y="659516"/>
                </a:lnTo>
                <a:lnTo>
                  <a:pt x="252765" y="659438"/>
                </a:lnTo>
                <a:lnTo>
                  <a:pt x="252349" y="659048"/>
                </a:lnTo>
                <a:lnTo>
                  <a:pt x="252308" y="658288"/>
                </a:lnTo>
                <a:lnTo>
                  <a:pt x="252618" y="657750"/>
                </a:lnTo>
                <a:lnTo>
                  <a:pt x="253529" y="657011"/>
                </a:lnTo>
                <a:lnTo>
                  <a:pt x="255740" y="656460"/>
                </a:lnTo>
                <a:lnTo>
                  <a:pt x="257679" y="656588"/>
                </a:lnTo>
                <a:lnTo>
                  <a:pt x="259357" y="656905"/>
                </a:lnTo>
                <a:lnTo>
                  <a:pt x="262161" y="658418"/>
                </a:lnTo>
                <a:lnTo>
                  <a:pt x="262858" y="658356"/>
                </a:lnTo>
                <a:lnTo>
                  <a:pt x="262824" y="658716"/>
                </a:lnTo>
                <a:lnTo>
                  <a:pt x="263255" y="659014"/>
                </a:lnTo>
                <a:lnTo>
                  <a:pt x="263774" y="659017"/>
                </a:lnTo>
                <a:lnTo>
                  <a:pt x="264027" y="659395"/>
                </a:lnTo>
                <a:lnTo>
                  <a:pt x="264802" y="659470"/>
                </a:lnTo>
                <a:lnTo>
                  <a:pt x="265013" y="659209"/>
                </a:lnTo>
                <a:lnTo>
                  <a:pt x="266773" y="659968"/>
                </a:lnTo>
                <a:lnTo>
                  <a:pt x="267046" y="659511"/>
                </a:lnTo>
                <a:lnTo>
                  <a:pt x="267913" y="658997"/>
                </a:lnTo>
                <a:lnTo>
                  <a:pt x="269352" y="658771"/>
                </a:lnTo>
                <a:lnTo>
                  <a:pt x="271915" y="659737"/>
                </a:lnTo>
                <a:lnTo>
                  <a:pt x="273032" y="660410"/>
                </a:lnTo>
                <a:lnTo>
                  <a:pt x="273422" y="660304"/>
                </a:lnTo>
                <a:lnTo>
                  <a:pt x="273511" y="660608"/>
                </a:lnTo>
                <a:lnTo>
                  <a:pt x="273795" y="660518"/>
                </a:lnTo>
                <a:lnTo>
                  <a:pt x="274085" y="660779"/>
                </a:lnTo>
                <a:lnTo>
                  <a:pt x="275109" y="660567"/>
                </a:lnTo>
                <a:lnTo>
                  <a:pt x="275339" y="660938"/>
                </a:lnTo>
                <a:lnTo>
                  <a:pt x="276415" y="661094"/>
                </a:lnTo>
                <a:lnTo>
                  <a:pt x="276933" y="660661"/>
                </a:lnTo>
                <a:lnTo>
                  <a:pt x="277550" y="660631"/>
                </a:lnTo>
                <a:lnTo>
                  <a:pt x="280702" y="662338"/>
                </a:lnTo>
                <a:lnTo>
                  <a:pt x="281491" y="662451"/>
                </a:lnTo>
                <a:lnTo>
                  <a:pt x="281883" y="662868"/>
                </a:lnTo>
                <a:lnTo>
                  <a:pt x="283198" y="663313"/>
                </a:lnTo>
                <a:lnTo>
                  <a:pt x="283306" y="662547"/>
                </a:lnTo>
                <a:lnTo>
                  <a:pt x="282779" y="661899"/>
                </a:lnTo>
                <a:lnTo>
                  <a:pt x="283046" y="661207"/>
                </a:lnTo>
                <a:lnTo>
                  <a:pt x="283589" y="660656"/>
                </a:lnTo>
                <a:lnTo>
                  <a:pt x="285090" y="660124"/>
                </a:lnTo>
                <a:lnTo>
                  <a:pt x="287821" y="660592"/>
                </a:lnTo>
                <a:lnTo>
                  <a:pt x="286282" y="659358"/>
                </a:lnTo>
                <a:lnTo>
                  <a:pt x="286168" y="658968"/>
                </a:lnTo>
                <a:lnTo>
                  <a:pt x="285113" y="658418"/>
                </a:lnTo>
                <a:lnTo>
                  <a:pt x="284170" y="657587"/>
                </a:lnTo>
                <a:lnTo>
                  <a:pt x="282610" y="655919"/>
                </a:lnTo>
                <a:lnTo>
                  <a:pt x="284059" y="651719"/>
                </a:lnTo>
                <a:lnTo>
                  <a:pt x="284869" y="651288"/>
                </a:lnTo>
                <a:lnTo>
                  <a:pt x="287112" y="648762"/>
                </a:lnTo>
                <a:lnTo>
                  <a:pt x="289777" y="646830"/>
                </a:lnTo>
                <a:lnTo>
                  <a:pt x="292824" y="642982"/>
                </a:lnTo>
                <a:lnTo>
                  <a:pt x="293512" y="642831"/>
                </a:lnTo>
                <a:lnTo>
                  <a:pt x="294811" y="641857"/>
                </a:lnTo>
                <a:lnTo>
                  <a:pt x="294673" y="641516"/>
                </a:lnTo>
                <a:lnTo>
                  <a:pt x="294907" y="639916"/>
                </a:lnTo>
                <a:lnTo>
                  <a:pt x="295495" y="638747"/>
                </a:lnTo>
                <a:lnTo>
                  <a:pt x="295212" y="637630"/>
                </a:lnTo>
                <a:lnTo>
                  <a:pt x="296442" y="634437"/>
                </a:lnTo>
                <a:lnTo>
                  <a:pt x="295787" y="632934"/>
                </a:lnTo>
                <a:lnTo>
                  <a:pt x="295717" y="631418"/>
                </a:lnTo>
                <a:lnTo>
                  <a:pt x="297150" y="629683"/>
                </a:lnTo>
                <a:lnTo>
                  <a:pt x="300893" y="627265"/>
                </a:lnTo>
                <a:lnTo>
                  <a:pt x="303871" y="625927"/>
                </a:lnTo>
                <a:lnTo>
                  <a:pt x="307678" y="624808"/>
                </a:lnTo>
                <a:lnTo>
                  <a:pt x="308460" y="624858"/>
                </a:lnTo>
                <a:lnTo>
                  <a:pt x="309599" y="624394"/>
                </a:lnTo>
                <a:lnTo>
                  <a:pt x="315867" y="623546"/>
                </a:lnTo>
                <a:lnTo>
                  <a:pt x="319632" y="623251"/>
                </a:lnTo>
                <a:lnTo>
                  <a:pt x="326123" y="623330"/>
                </a:lnTo>
                <a:lnTo>
                  <a:pt x="332735" y="624149"/>
                </a:lnTo>
                <a:lnTo>
                  <a:pt x="339591" y="625915"/>
                </a:lnTo>
                <a:lnTo>
                  <a:pt x="346412" y="628393"/>
                </a:lnTo>
                <a:lnTo>
                  <a:pt x="347091" y="628998"/>
                </a:lnTo>
                <a:lnTo>
                  <a:pt x="351695" y="631447"/>
                </a:lnTo>
                <a:lnTo>
                  <a:pt x="352517" y="632085"/>
                </a:lnTo>
                <a:lnTo>
                  <a:pt x="353918" y="632710"/>
                </a:lnTo>
                <a:lnTo>
                  <a:pt x="356581" y="633314"/>
                </a:lnTo>
                <a:lnTo>
                  <a:pt x="358041" y="634228"/>
                </a:lnTo>
                <a:lnTo>
                  <a:pt x="358327" y="634682"/>
                </a:lnTo>
                <a:lnTo>
                  <a:pt x="360056" y="635419"/>
                </a:lnTo>
                <a:lnTo>
                  <a:pt x="360560" y="635107"/>
                </a:lnTo>
                <a:lnTo>
                  <a:pt x="361039" y="635282"/>
                </a:lnTo>
                <a:lnTo>
                  <a:pt x="361517" y="635053"/>
                </a:lnTo>
                <a:lnTo>
                  <a:pt x="361985" y="635245"/>
                </a:lnTo>
                <a:lnTo>
                  <a:pt x="363323" y="635126"/>
                </a:lnTo>
                <a:lnTo>
                  <a:pt x="364408" y="635415"/>
                </a:lnTo>
                <a:lnTo>
                  <a:pt x="366036" y="634711"/>
                </a:lnTo>
                <a:lnTo>
                  <a:pt x="368169" y="634487"/>
                </a:lnTo>
                <a:lnTo>
                  <a:pt x="370064" y="635209"/>
                </a:lnTo>
                <a:lnTo>
                  <a:pt x="371241" y="635242"/>
                </a:lnTo>
                <a:lnTo>
                  <a:pt x="372163" y="635597"/>
                </a:lnTo>
                <a:lnTo>
                  <a:pt x="373106" y="635410"/>
                </a:lnTo>
                <a:lnTo>
                  <a:pt x="374078" y="635984"/>
                </a:lnTo>
                <a:lnTo>
                  <a:pt x="375095" y="635692"/>
                </a:lnTo>
                <a:lnTo>
                  <a:pt x="377406" y="636718"/>
                </a:lnTo>
                <a:lnTo>
                  <a:pt x="378257" y="636618"/>
                </a:lnTo>
                <a:lnTo>
                  <a:pt x="379086" y="637024"/>
                </a:lnTo>
                <a:lnTo>
                  <a:pt x="381846" y="637275"/>
                </a:lnTo>
                <a:lnTo>
                  <a:pt x="383273" y="638117"/>
                </a:lnTo>
                <a:lnTo>
                  <a:pt x="384661" y="638097"/>
                </a:lnTo>
                <a:lnTo>
                  <a:pt x="384857" y="637714"/>
                </a:lnTo>
                <a:lnTo>
                  <a:pt x="385719" y="637749"/>
                </a:lnTo>
                <a:lnTo>
                  <a:pt x="386987" y="637258"/>
                </a:lnTo>
                <a:lnTo>
                  <a:pt x="388659" y="637527"/>
                </a:lnTo>
                <a:lnTo>
                  <a:pt x="389614" y="637982"/>
                </a:lnTo>
                <a:lnTo>
                  <a:pt x="389749" y="637489"/>
                </a:lnTo>
                <a:lnTo>
                  <a:pt x="390441" y="637535"/>
                </a:lnTo>
                <a:lnTo>
                  <a:pt x="391128" y="636839"/>
                </a:lnTo>
                <a:lnTo>
                  <a:pt x="391088" y="636480"/>
                </a:lnTo>
                <a:lnTo>
                  <a:pt x="391909" y="636224"/>
                </a:lnTo>
                <a:lnTo>
                  <a:pt x="391900" y="635805"/>
                </a:lnTo>
                <a:lnTo>
                  <a:pt x="392069" y="635473"/>
                </a:lnTo>
                <a:lnTo>
                  <a:pt x="392334" y="635488"/>
                </a:lnTo>
                <a:lnTo>
                  <a:pt x="392516" y="634933"/>
                </a:lnTo>
                <a:lnTo>
                  <a:pt x="393909" y="634367"/>
                </a:lnTo>
                <a:lnTo>
                  <a:pt x="396406" y="634439"/>
                </a:lnTo>
                <a:lnTo>
                  <a:pt x="397092" y="634746"/>
                </a:lnTo>
                <a:lnTo>
                  <a:pt x="397507" y="634687"/>
                </a:lnTo>
                <a:lnTo>
                  <a:pt x="397546" y="635102"/>
                </a:lnTo>
                <a:lnTo>
                  <a:pt x="399842" y="635317"/>
                </a:lnTo>
                <a:lnTo>
                  <a:pt x="399673" y="635036"/>
                </a:lnTo>
                <a:lnTo>
                  <a:pt x="399898" y="635010"/>
                </a:lnTo>
                <a:lnTo>
                  <a:pt x="398770" y="633392"/>
                </a:lnTo>
                <a:lnTo>
                  <a:pt x="397656" y="630204"/>
                </a:lnTo>
                <a:lnTo>
                  <a:pt x="395971" y="628245"/>
                </a:lnTo>
                <a:lnTo>
                  <a:pt x="395669" y="627499"/>
                </a:lnTo>
                <a:lnTo>
                  <a:pt x="394245" y="627106"/>
                </a:lnTo>
                <a:lnTo>
                  <a:pt x="392405" y="626113"/>
                </a:lnTo>
                <a:lnTo>
                  <a:pt x="392021" y="624170"/>
                </a:lnTo>
                <a:lnTo>
                  <a:pt x="390860" y="624968"/>
                </a:lnTo>
                <a:lnTo>
                  <a:pt x="390383" y="624586"/>
                </a:lnTo>
                <a:lnTo>
                  <a:pt x="390636" y="624409"/>
                </a:lnTo>
                <a:lnTo>
                  <a:pt x="390120" y="624402"/>
                </a:lnTo>
                <a:lnTo>
                  <a:pt x="389995" y="624240"/>
                </a:lnTo>
                <a:lnTo>
                  <a:pt x="391005" y="624122"/>
                </a:lnTo>
                <a:lnTo>
                  <a:pt x="390999" y="623898"/>
                </a:lnTo>
                <a:lnTo>
                  <a:pt x="390207" y="623955"/>
                </a:lnTo>
                <a:lnTo>
                  <a:pt x="389674" y="623665"/>
                </a:lnTo>
                <a:lnTo>
                  <a:pt x="391546" y="623414"/>
                </a:lnTo>
                <a:lnTo>
                  <a:pt x="391349" y="622851"/>
                </a:lnTo>
                <a:lnTo>
                  <a:pt x="389346" y="622977"/>
                </a:lnTo>
                <a:lnTo>
                  <a:pt x="388192" y="622297"/>
                </a:lnTo>
                <a:lnTo>
                  <a:pt x="387762" y="621706"/>
                </a:lnTo>
                <a:lnTo>
                  <a:pt x="387634" y="618896"/>
                </a:lnTo>
                <a:lnTo>
                  <a:pt x="387945" y="616990"/>
                </a:lnTo>
                <a:lnTo>
                  <a:pt x="389153" y="612895"/>
                </a:lnTo>
                <a:lnTo>
                  <a:pt x="390699" y="609078"/>
                </a:lnTo>
                <a:lnTo>
                  <a:pt x="390755" y="608539"/>
                </a:lnTo>
                <a:lnTo>
                  <a:pt x="390446" y="608239"/>
                </a:lnTo>
                <a:lnTo>
                  <a:pt x="390925" y="608186"/>
                </a:lnTo>
                <a:lnTo>
                  <a:pt x="391217" y="607819"/>
                </a:lnTo>
                <a:lnTo>
                  <a:pt x="391894" y="606234"/>
                </a:lnTo>
                <a:lnTo>
                  <a:pt x="395174" y="601497"/>
                </a:lnTo>
                <a:lnTo>
                  <a:pt x="397992" y="598560"/>
                </a:lnTo>
                <a:lnTo>
                  <a:pt x="400455" y="596519"/>
                </a:lnTo>
                <a:lnTo>
                  <a:pt x="405252" y="593373"/>
                </a:lnTo>
                <a:lnTo>
                  <a:pt x="406608" y="592821"/>
                </a:lnTo>
                <a:lnTo>
                  <a:pt x="408390" y="591696"/>
                </a:lnTo>
                <a:lnTo>
                  <a:pt x="409616" y="590561"/>
                </a:lnTo>
                <a:lnTo>
                  <a:pt x="412032" y="589135"/>
                </a:lnTo>
                <a:lnTo>
                  <a:pt x="418693" y="586267"/>
                </a:lnTo>
                <a:lnTo>
                  <a:pt x="427708" y="584520"/>
                </a:lnTo>
                <a:lnTo>
                  <a:pt x="434741" y="583862"/>
                </a:lnTo>
                <a:lnTo>
                  <a:pt x="444779" y="583487"/>
                </a:lnTo>
                <a:lnTo>
                  <a:pt x="451177" y="583864"/>
                </a:lnTo>
                <a:lnTo>
                  <a:pt x="458706" y="585169"/>
                </a:lnTo>
                <a:lnTo>
                  <a:pt x="465880" y="587250"/>
                </a:lnTo>
                <a:lnTo>
                  <a:pt x="474089" y="590519"/>
                </a:lnTo>
                <a:lnTo>
                  <a:pt x="477791" y="592340"/>
                </a:lnTo>
                <a:lnTo>
                  <a:pt x="478935" y="593207"/>
                </a:lnTo>
                <a:lnTo>
                  <a:pt x="480022" y="593509"/>
                </a:lnTo>
                <a:lnTo>
                  <a:pt x="484021" y="594295"/>
                </a:lnTo>
                <a:lnTo>
                  <a:pt x="486331" y="593875"/>
                </a:lnTo>
                <a:lnTo>
                  <a:pt x="487824" y="593302"/>
                </a:lnTo>
                <a:lnTo>
                  <a:pt x="491608" y="593079"/>
                </a:lnTo>
                <a:lnTo>
                  <a:pt x="497508" y="593916"/>
                </a:lnTo>
                <a:lnTo>
                  <a:pt x="500459" y="594964"/>
                </a:lnTo>
                <a:lnTo>
                  <a:pt x="503434" y="595566"/>
                </a:lnTo>
                <a:lnTo>
                  <a:pt x="503700" y="595258"/>
                </a:lnTo>
                <a:lnTo>
                  <a:pt x="504641" y="595033"/>
                </a:lnTo>
                <a:lnTo>
                  <a:pt x="505672" y="594364"/>
                </a:lnTo>
                <a:lnTo>
                  <a:pt x="507347" y="594410"/>
                </a:lnTo>
                <a:lnTo>
                  <a:pt x="508084" y="593878"/>
                </a:lnTo>
                <a:lnTo>
                  <a:pt x="511236" y="592748"/>
                </a:lnTo>
                <a:lnTo>
                  <a:pt x="513592" y="592442"/>
                </a:lnTo>
                <a:lnTo>
                  <a:pt x="514260" y="592011"/>
                </a:lnTo>
                <a:lnTo>
                  <a:pt x="514462" y="592128"/>
                </a:lnTo>
                <a:lnTo>
                  <a:pt x="515668" y="591784"/>
                </a:lnTo>
                <a:lnTo>
                  <a:pt x="515824" y="591456"/>
                </a:lnTo>
                <a:lnTo>
                  <a:pt x="517605" y="590402"/>
                </a:lnTo>
                <a:lnTo>
                  <a:pt x="518386" y="589424"/>
                </a:lnTo>
                <a:lnTo>
                  <a:pt x="520550" y="587804"/>
                </a:lnTo>
                <a:lnTo>
                  <a:pt x="522829" y="587290"/>
                </a:lnTo>
                <a:lnTo>
                  <a:pt x="524144" y="587144"/>
                </a:lnTo>
                <a:lnTo>
                  <a:pt x="524313" y="587411"/>
                </a:lnTo>
                <a:lnTo>
                  <a:pt x="524856" y="587291"/>
                </a:lnTo>
                <a:lnTo>
                  <a:pt x="524811" y="587068"/>
                </a:lnTo>
                <a:lnTo>
                  <a:pt x="525248" y="586859"/>
                </a:lnTo>
                <a:lnTo>
                  <a:pt x="525608" y="585932"/>
                </a:lnTo>
                <a:lnTo>
                  <a:pt x="526757" y="585563"/>
                </a:lnTo>
                <a:lnTo>
                  <a:pt x="527182" y="584836"/>
                </a:lnTo>
                <a:lnTo>
                  <a:pt x="527915" y="584256"/>
                </a:lnTo>
                <a:lnTo>
                  <a:pt x="529899" y="583459"/>
                </a:lnTo>
                <a:lnTo>
                  <a:pt x="530423" y="583803"/>
                </a:lnTo>
                <a:lnTo>
                  <a:pt x="532789" y="581705"/>
                </a:lnTo>
                <a:lnTo>
                  <a:pt x="534129" y="581389"/>
                </a:lnTo>
                <a:lnTo>
                  <a:pt x="534562" y="581531"/>
                </a:lnTo>
                <a:lnTo>
                  <a:pt x="535002" y="581203"/>
                </a:lnTo>
                <a:lnTo>
                  <a:pt x="535031" y="580692"/>
                </a:lnTo>
                <a:lnTo>
                  <a:pt x="535643" y="579944"/>
                </a:lnTo>
                <a:lnTo>
                  <a:pt x="538226" y="578985"/>
                </a:lnTo>
                <a:lnTo>
                  <a:pt x="539256" y="578352"/>
                </a:lnTo>
                <a:lnTo>
                  <a:pt x="539878" y="577474"/>
                </a:lnTo>
                <a:lnTo>
                  <a:pt x="540799" y="577013"/>
                </a:lnTo>
                <a:lnTo>
                  <a:pt x="544082" y="576024"/>
                </a:lnTo>
                <a:lnTo>
                  <a:pt x="546083" y="575847"/>
                </a:lnTo>
                <a:lnTo>
                  <a:pt x="546651" y="575483"/>
                </a:lnTo>
                <a:lnTo>
                  <a:pt x="547940" y="575340"/>
                </a:lnTo>
                <a:lnTo>
                  <a:pt x="551998" y="573965"/>
                </a:lnTo>
                <a:lnTo>
                  <a:pt x="554469" y="573813"/>
                </a:lnTo>
                <a:lnTo>
                  <a:pt x="556157" y="573252"/>
                </a:lnTo>
                <a:lnTo>
                  <a:pt x="557689" y="573131"/>
                </a:lnTo>
                <a:lnTo>
                  <a:pt x="558347" y="572563"/>
                </a:lnTo>
                <a:lnTo>
                  <a:pt x="559230" y="572256"/>
                </a:lnTo>
                <a:lnTo>
                  <a:pt x="559838" y="571487"/>
                </a:lnTo>
                <a:lnTo>
                  <a:pt x="560799" y="571279"/>
                </a:lnTo>
                <a:lnTo>
                  <a:pt x="561115" y="570444"/>
                </a:lnTo>
                <a:lnTo>
                  <a:pt x="562661" y="569669"/>
                </a:lnTo>
                <a:lnTo>
                  <a:pt x="562492" y="569324"/>
                </a:lnTo>
                <a:lnTo>
                  <a:pt x="562902" y="568902"/>
                </a:lnTo>
                <a:lnTo>
                  <a:pt x="564863" y="568343"/>
                </a:lnTo>
                <a:lnTo>
                  <a:pt x="566230" y="566830"/>
                </a:lnTo>
                <a:lnTo>
                  <a:pt x="567114" y="566491"/>
                </a:lnTo>
                <a:lnTo>
                  <a:pt x="567394" y="566155"/>
                </a:lnTo>
                <a:lnTo>
                  <a:pt x="568899" y="565655"/>
                </a:lnTo>
                <a:lnTo>
                  <a:pt x="569935" y="565636"/>
                </a:lnTo>
                <a:lnTo>
                  <a:pt x="570449" y="565280"/>
                </a:lnTo>
                <a:lnTo>
                  <a:pt x="571914" y="564922"/>
                </a:lnTo>
                <a:lnTo>
                  <a:pt x="574126" y="564641"/>
                </a:lnTo>
                <a:lnTo>
                  <a:pt x="577096" y="564617"/>
                </a:lnTo>
                <a:lnTo>
                  <a:pt x="577257" y="563904"/>
                </a:lnTo>
                <a:lnTo>
                  <a:pt x="578028" y="563269"/>
                </a:lnTo>
                <a:lnTo>
                  <a:pt x="581754" y="562147"/>
                </a:lnTo>
                <a:lnTo>
                  <a:pt x="581647" y="561098"/>
                </a:lnTo>
                <a:lnTo>
                  <a:pt x="581838" y="560802"/>
                </a:lnTo>
                <a:lnTo>
                  <a:pt x="582686" y="559989"/>
                </a:lnTo>
                <a:lnTo>
                  <a:pt x="583966" y="559299"/>
                </a:lnTo>
                <a:lnTo>
                  <a:pt x="585331" y="558770"/>
                </a:lnTo>
                <a:lnTo>
                  <a:pt x="586443" y="558724"/>
                </a:lnTo>
                <a:lnTo>
                  <a:pt x="586784" y="558460"/>
                </a:lnTo>
                <a:lnTo>
                  <a:pt x="587999" y="558303"/>
                </a:lnTo>
                <a:lnTo>
                  <a:pt x="588456" y="557993"/>
                </a:lnTo>
                <a:lnTo>
                  <a:pt x="591285" y="557633"/>
                </a:lnTo>
                <a:lnTo>
                  <a:pt x="591611" y="557312"/>
                </a:lnTo>
                <a:lnTo>
                  <a:pt x="591672" y="556786"/>
                </a:lnTo>
                <a:lnTo>
                  <a:pt x="592385" y="556243"/>
                </a:lnTo>
                <a:lnTo>
                  <a:pt x="593016" y="555091"/>
                </a:lnTo>
                <a:lnTo>
                  <a:pt x="593771" y="554506"/>
                </a:lnTo>
                <a:lnTo>
                  <a:pt x="594177" y="554581"/>
                </a:lnTo>
                <a:lnTo>
                  <a:pt x="594499" y="554359"/>
                </a:lnTo>
                <a:lnTo>
                  <a:pt x="594153" y="553805"/>
                </a:lnTo>
                <a:lnTo>
                  <a:pt x="594876" y="552844"/>
                </a:lnTo>
                <a:lnTo>
                  <a:pt x="595480" y="553011"/>
                </a:lnTo>
                <a:lnTo>
                  <a:pt x="595304" y="552505"/>
                </a:lnTo>
                <a:lnTo>
                  <a:pt x="595637" y="551706"/>
                </a:lnTo>
                <a:lnTo>
                  <a:pt x="596931" y="551036"/>
                </a:lnTo>
                <a:lnTo>
                  <a:pt x="596964" y="550698"/>
                </a:lnTo>
                <a:lnTo>
                  <a:pt x="597405" y="550355"/>
                </a:lnTo>
                <a:lnTo>
                  <a:pt x="599151" y="549340"/>
                </a:lnTo>
                <a:lnTo>
                  <a:pt x="599565" y="549230"/>
                </a:lnTo>
                <a:lnTo>
                  <a:pt x="599477" y="549408"/>
                </a:lnTo>
                <a:lnTo>
                  <a:pt x="599643" y="549430"/>
                </a:lnTo>
                <a:lnTo>
                  <a:pt x="600043" y="549002"/>
                </a:lnTo>
                <a:lnTo>
                  <a:pt x="601584" y="548375"/>
                </a:lnTo>
                <a:lnTo>
                  <a:pt x="603068" y="548004"/>
                </a:lnTo>
                <a:lnTo>
                  <a:pt x="604639" y="548024"/>
                </a:lnTo>
                <a:lnTo>
                  <a:pt x="605527" y="547576"/>
                </a:lnTo>
                <a:lnTo>
                  <a:pt x="606312" y="546459"/>
                </a:lnTo>
                <a:lnTo>
                  <a:pt x="607041" y="545888"/>
                </a:lnTo>
                <a:lnTo>
                  <a:pt x="607080" y="545265"/>
                </a:lnTo>
                <a:lnTo>
                  <a:pt x="607395" y="544765"/>
                </a:lnTo>
                <a:lnTo>
                  <a:pt x="609333" y="543179"/>
                </a:lnTo>
                <a:lnTo>
                  <a:pt x="612559" y="541631"/>
                </a:lnTo>
                <a:lnTo>
                  <a:pt x="616965" y="538217"/>
                </a:lnTo>
                <a:lnTo>
                  <a:pt x="619729" y="536569"/>
                </a:lnTo>
                <a:lnTo>
                  <a:pt x="620680" y="535611"/>
                </a:lnTo>
                <a:lnTo>
                  <a:pt x="622547" y="535026"/>
                </a:lnTo>
                <a:lnTo>
                  <a:pt x="624883" y="532666"/>
                </a:lnTo>
                <a:lnTo>
                  <a:pt x="627718" y="531594"/>
                </a:lnTo>
                <a:lnTo>
                  <a:pt x="631299" y="529488"/>
                </a:lnTo>
                <a:lnTo>
                  <a:pt x="632769" y="529010"/>
                </a:lnTo>
                <a:lnTo>
                  <a:pt x="633286" y="528402"/>
                </a:lnTo>
                <a:lnTo>
                  <a:pt x="634106" y="528065"/>
                </a:lnTo>
                <a:lnTo>
                  <a:pt x="635150" y="526298"/>
                </a:lnTo>
                <a:lnTo>
                  <a:pt x="636006" y="525449"/>
                </a:lnTo>
                <a:lnTo>
                  <a:pt x="638698" y="524190"/>
                </a:lnTo>
                <a:lnTo>
                  <a:pt x="639905" y="523942"/>
                </a:lnTo>
                <a:lnTo>
                  <a:pt x="641375" y="522908"/>
                </a:lnTo>
                <a:lnTo>
                  <a:pt x="642092" y="522673"/>
                </a:lnTo>
                <a:lnTo>
                  <a:pt x="642337" y="522297"/>
                </a:lnTo>
                <a:lnTo>
                  <a:pt x="642280" y="521456"/>
                </a:lnTo>
                <a:lnTo>
                  <a:pt x="642687" y="520872"/>
                </a:lnTo>
                <a:lnTo>
                  <a:pt x="643820" y="519972"/>
                </a:lnTo>
                <a:lnTo>
                  <a:pt x="644712" y="519791"/>
                </a:lnTo>
                <a:lnTo>
                  <a:pt x="647199" y="518055"/>
                </a:lnTo>
                <a:lnTo>
                  <a:pt x="647555" y="517564"/>
                </a:lnTo>
                <a:lnTo>
                  <a:pt x="647724" y="517625"/>
                </a:lnTo>
                <a:lnTo>
                  <a:pt x="647848" y="516853"/>
                </a:lnTo>
                <a:lnTo>
                  <a:pt x="648802" y="516040"/>
                </a:lnTo>
                <a:lnTo>
                  <a:pt x="655229" y="512947"/>
                </a:lnTo>
                <a:lnTo>
                  <a:pt x="656251" y="511795"/>
                </a:lnTo>
                <a:lnTo>
                  <a:pt x="656292" y="511300"/>
                </a:lnTo>
                <a:lnTo>
                  <a:pt x="657339" y="511147"/>
                </a:lnTo>
                <a:lnTo>
                  <a:pt x="657925" y="510823"/>
                </a:lnTo>
                <a:lnTo>
                  <a:pt x="659130" y="510840"/>
                </a:lnTo>
                <a:lnTo>
                  <a:pt x="659328" y="510389"/>
                </a:lnTo>
                <a:lnTo>
                  <a:pt x="660227" y="510003"/>
                </a:lnTo>
                <a:lnTo>
                  <a:pt x="660250" y="509398"/>
                </a:lnTo>
                <a:lnTo>
                  <a:pt x="660815" y="508587"/>
                </a:lnTo>
                <a:lnTo>
                  <a:pt x="663249" y="507711"/>
                </a:lnTo>
                <a:lnTo>
                  <a:pt x="663460" y="507515"/>
                </a:lnTo>
                <a:lnTo>
                  <a:pt x="663453" y="506932"/>
                </a:lnTo>
                <a:lnTo>
                  <a:pt x="664844" y="506308"/>
                </a:lnTo>
                <a:lnTo>
                  <a:pt x="665143" y="505587"/>
                </a:lnTo>
                <a:lnTo>
                  <a:pt x="665956" y="505306"/>
                </a:lnTo>
                <a:lnTo>
                  <a:pt x="666962" y="504376"/>
                </a:lnTo>
                <a:lnTo>
                  <a:pt x="666987" y="503952"/>
                </a:lnTo>
                <a:lnTo>
                  <a:pt x="667692" y="503113"/>
                </a:lnTo>
                <a:lnTo>
                  <a:pt x="669684" y="502278"/>
                </a:lnTo>
                <a:lnTo>
                  <a:pt x="669545" y="502010"/>
                </a:lnTo>
                <a:lnTo>
                  <a:pt x="669953" y="501387"/>
                </a:lnTo>
                <a:lnTo>
                  <a:pt x="670738" y="500936"/>
                </a:lnTo>
                <a:lnTo>
                  <a:pt x="671775" y="500709"/>
                </a:lnTo>
                <a:lnTo>
                  <a:pt x="672655" y="500137"/>
                </a:lnTo>
                <a:lnTo>
                  <a:pt x="673121" y="499380"/>
                </a:lnTo>
                <a:lnTo>
                  <a:pt x="673204" y="498661"/>
                </a:lnTo>
                <a:lnTo>
                  <a:pt x="674544" y="497992"/>
                </a:lnTo>
                <a:lnTo>
                  <a:pt x="674811" y="497388"/>
                </a:lnTo>
                <a:lnTo>
                  <a:pt x="675769" y="496635"/>
                </a:lnTo>
                <a:lnTo>
                  <a:pt x="676663" y="495121"/>
                </a:lnTo>
                <a:lnTo>
                  <a:pt x="677806" y="494547"/>
                </a:lnTo>
                <a:lnTo>
                  <a:pt x="678713" y="494391"/>
                </a:lnTo>
                <a:lnTo>
                  <a:pt x="679286" y="493726"/>
                </a:lnTo>
                <a:lnTo>
                  <a:pt x="681353" y="492731"/>
                </a:lnTo>
                <a:lnTo>
                  <a:pt x="682860" y="492333"/>
                </a:lnTo>
                <a:lnTo>
                  <a:pt x="684194" y="492335"/>
                </a:lnTo>
                <a:lnTo>
                  <a:pt x="687286" y="490331"/>
                </a:lnTo>
                <a:lnTo>
                  <a:pt x="688792" y="489955"/>
                </a:lnTo>
                <a:lnTo>
                  <a:pt x="689296" y="490105"/>
                </a:lnTo>
                <a:lnTo>
                  <a:pt x="689856" y="489959"/>
                </a:lnTo>
                <a:lnTo>
                  <a:pt x="689974" y="489064"/>
                </a:lnTo>
                <a:lnTo>
                  <a:pt x="690731" y="488114"/>
                </a:lnTo>
                <a:lnTo>
                  <a:pt x="692573" y="487513"/>
                </a:lnTo>
                <a:lnTo>
                  <a:pt x="692593" y="487306"/>
                </a:lnTo>
                <a:lnTo>
                  <a:pt x="693457" y="486949"/>
                </a:lnTo>
                <a:lnTo>
                  <a:pt x="694012" y="486382"/>
                </a:lnTo>
                <a:lnTo>
                  <a:pt x="695252" y="485899"/>
                </a:lnTo>
                <a:lnTo>
                  <a:pt x="695314" y="485452"/>
                </a:lnTo>
                <a:lnTo>
                  <a:pt x="696353" y="485220"/>
                </a:lnTo>
                <a:lnTo>
                  <a:pt x="698727" y="483617"/>
                </a:lnTo>
                <a:lnTo>
                  <a:pt x="700604" y="483409"/>
                </a:lnTo>
                <a:lnTo>
                  <a:pt x="701452" y="482820"/>
                </a:lnTo>
                <a:lnTo>
                  <a:pt x="702252" y="481744"/>
                </a:lnTo>
                <a:lnTo>
                  <a:pt x="703896" y="481085"/>
                </a:lnTo>
                <a:lnTo>
                  <a:pt x="703328" y="480682"/>
                </a:lnTo>
                <a:lnTo>
                  <a:pt x="702678" y="480767"/>
                </a:lnTo>
                <a:lnTo>
                  <a:pt x="702681" y="480344"/>
                </a:lnTo>
                <a:lnTo>
                  <a:pt x="703395" y="479495"/>
                </a:lnTo>
                <a:lnTo>
                  <a:pt x="703601" y="478375"/>
                </a:lnTo>
                <a:lnTo>
                  <a:pt x="705100" y="477381"/>
                </a:lnTo>
                <a:lnTo>
                  <a:pt x="706335" y="476986"/>
                </a:lnTo>
                <a:lnTo>
                  <a:pt x="706715" y="476544"/>
                </a:lnTo>
                <a:lnTo>
                  <a:pt x="707678" y="476293"/>
                </a:lnTo>
                <a:lnTo>
                  <a:pt x="707330" y="475134"/>
                </a:lnTo>
                <a:lnTo>
                  <a:pt x="708969" y="473272"/>
                </a:lnTo>
                <a:lnTo>
                  <a:pt x="710133" y="472483"/>
                </a:lnTo>
                <a:lnTo>
                  <a:pt x="712449" y="471940"/>
                </a:lnTo>
                <a:lnTo>
                  <a:pt x="713294" y="470782"/>
                </a:lnTo>
                <a:lnTo>
                  <a:pt x="714934" y="469694"/>
                </a:lnTo>
                <a:lnTo>
                  <a:pt x="715664" y="469692"/>
                </a:lnTo>
                <a:lnTo>
                  <a:pt x="716321" y="469244"/>
                </a:lnTo>
                <a:lnTo>
                  <a:pt x="717146" y="469075"/>
                </a:lnTo>
                <a:lnTo>
                  <a:pt x="718187" y="467952"/>
                </a:lnTo>
                <a:lnTo>
                  <a:pt x="719204" y="467809"/>
                </a:lnTo>
                <a:lnTo>
                  <a:pt x="718963" y="466489"/>
                </a:lnTo>
                <a:lnTo>
                  <a:pt x="719576" y="466402"/>
                </a:lnTo>
                <a:lnTo>
                  <a:pt x="719846" y="465904"/>
                </a:lnTo>
                <a:lnTo>
                  <a:pt x="720821" y="465436"/>
                </a:lnTo>
                <a:lnTo>
                  <a:pt x="722359" y="464120"/>
                </a:lnTo>
                <a:lnTo>
                  <a:pt x="723188" y="464026"/>
                </a:lnTo>
                <a:lnTo>
                  <a:pt x="724363" y="463409"/>
                </a:lnTo>
                <a:lnTo>
                  <a:pt x="725683" y="463091"/>
                </a:lnTo>
                <a:lnTo>
                  <a:pt x="725618" y="462766"/>
                </a:lnTo>
                <a:lnTo>
                  <a:pt x="724970" y="462322"/>
                </a:lnTo>
                <a:lnTo>
                  <a:pt x="726338" y="460804"/>
                </a:lnTo>
                <a:lnTo>
                  <a:pt x="726997" y="460611"/>
                </a:lnTo>
                <a:lnTo>
                  <a:pt x="727249" y="460019"/>
                </a:lnTo>
                <a:lnTo>
                  <a:pt x="727549" y="459799"/>
                </a:lnTo>
                <a:lnTo>
                  <a:pt x="727859" y="460109"/>
                </a:lnTo>
                <a:lnTo>
                  <a:pt x="728023" y="459543"/>
                </a:lnTo>
                <a:lnTo>
                  <a:pt x="728372" y="459293"/>
                </a:lnTo>
                <a:lnTo>
                  <a:pt x="728251" y="458901"/>
                </a:lnTo>
                <a:lnTo>
                  <a:pt x="728560" y="458741"/>
                </a:lnTo>
                <a:lnTo>
                  <a:pt x="728532" y="457913"/>
                </a:lnTo>
                <a:lnTo>
                  <a:pt x="729583" y="456927"/>
                </a:lnTo>
                <a:lnTo>
                  <a:pt x="729815" y="455343"/>
                </a:lnTo>
                <a:lnTo>
                  <a:pt x="730753" y="454680"/>
                </a:lnTo>
                <a:lnTo>
                  <a:pt x="730990" y="453880"/>
                </a:lnTo>
                <a:lnTo>
                  <a:pt x="731524" y="453591"/>
                </a:lnTo>
                <a:lnTo>
                  <a:pt x="731257" y="453231"/>
                </a:lnTo>
                <a:lnTo>
                  <a:pt x="731306" y="452385"/>
                </a:lnTo>
                <a:lnTo>
                  <a:pt x="731013" y="451589"/>
                </a:lnTo>
                <a:lnTo>
                  <a:pt x="731101" y="450157"/>
                </a:lnTo>
                <a:lnTo>
                  <a:pt x="734224" y="446517"/>
                </a:lnTo>
                <a:lnTo>
                  <a:pt x="736542" y="444803"/>
                </a:lnTo>
                <a:lnTo>
                  <a:pt x="738630" y="443750"/>
                </a:lnTo>
                <a:lnTo>
                  <a:pt x="746667" y="441588"/>
                </a:lnTo>
                <a:lnTo>
                  <a:pt x="747421" y="441066"/>
                </a:lnTo>
                <a:lnTo>
                  <a:pt x="748047" y="441075"/>
                </a:lnTo>
                <a:lnTo>
                  <a:pt x="748991" y="440247"/>
                </a:lnTo>
                <a:lnTo>
                  <a:pt x="749602" y="440370"/>
                </a:lnTo>
                <a:lnTo>
                  <a:pt x="750590" y="439405"/>
                </a:lnTo>
                <a:lnTo>
                  <a:pt x="751473" y="439541"/>
                </a:lnTo>
                <a:lnTo>
                  <a:pt x="752172" y="439361"/>
                </a:lnTo>
                <a:lnTo>
                  <a:pt x="754286" y="437487"/>
                </a:lnTo>
                <a:lnTo>
                  <a:pt x="754758" y="436424"/>
                </a:lnTo>
                <a:lnTo>
                  <a:pt x="756292" y="435881"/>
                </a:lnTo>
                <a:lnTo>
                  <a:pt x="756549" y="435197"/>
                </a:lnTo>
                <a:lnTo>
                  <a:pt x="757671" y="434186"/>
                </a:lnTo>
                <a:lnTo>
                  <a:pt x="758078" y="434411"/>
                </a:lnTo>
                <a:lnTo>
                  <a:pt x="758528" y="434039"/>
                </a:lnTo>
                <a:lnTo>
                  <a:pt x="759000" y="434079"/>
                </a:lnTo>
                <a:lnTo>
                  <a:pt x="760102" y="433011"/>
                </a:lnTo>
                <a:lnTo>
                  <a:pt x="760751" y="433139"/>
                </a:lnTo>
                <a:lnTo>
                  <a:pt x="761156" y="432537"/>
                </a:lnTo>
                <a:lnTo>
                  <a:pt x="761746" y="432601"/>
                </a:lnTo>
                <a:lnTo>
                  <a:pt x="761948" y="432090"/>
                </a:lnTo>
                <a:lnTo>
                  <a:pt x="762690" y="431520"/>
                </a:lnTo>
                <a:lnTo>
                  <a:pt x="763814" y="431707"/>
                </a:lnTo>
                <a:lnTo>
                  <a:pt x="764623" y="431574"/>
                </a:lnTo>
                <a:lnTo>
                  <a:pt x="765454" y="431882"/>
                </a:lnTo>
                <a:lnTo>
                  <a:pt x="766747" y="431185"/>
                </a:lnTo>
                <a:lnTo>
                  <a:pt x="766700" y="430108"/>
                </a:lnTo>
                <a:lnTo>
                  <a:pt x="766964" y="428869"/>
                </a:lnTo>
                <a:lnTo>
                  <a:pt x="767537" y="428589"/>
                </a:lnTo>
                <a:lnTo>
                  <a:pt x="767855" y="428061"/>
                </a:lnTo>
                <a:lnTo>
                  <a:pt x="769073" y="427080"/>
                </a:lnTo>
                <a:lnTo>
                  <a:pt x="769499" y="426287"/>
                </a:lnTo>
                <a:lnTo>
                  <a:pt x="770512" y="425342"/>
                </a:lnTo>
                <a:lnTo>
                  <a:pt x="771697" y="424724"/>
                </a:lnTo>
                <a:lnTo>
                  <a:pt x="772962" y="423643"/>
                </a:lnTo>
                <a:lnTo>
                  <a:pt x="773109" y="423016"/>
                </a:lnTo>
                <a:lnTo>
                  <a:pt x="774428" y="421754"/>
                </a:lnTo>
                <a:lnTo>
                  <a:pt x="774837" y="420992"/>
                </a:lnTo>
                <a:lnTo>
                  <a:pt x="774683" y="420608"/>
                </a:lnTo>
                <a:lnTo>
                  <a:pt x="775474" y="419631"/>
                </a:lnTo>
                <a:lnTo>
                  <a:pt x="777770" y="418564"/>
                </a:lnTo>
                <a:lnTo>
                  <a:pt x="779468" y="418204"/>
                </a:lnTo>
                <a:lnTo>
                  <a:pt x="779691" y="418323"/>
                </a:lnTo>
                <a:lnTo>
                  <a:pt x="780293" y="417891"/>
                </a:lnTo>
                <a:lnTo>
                  <a:pt x="780876" y="417993"/>
                </a:lnTo>
                <a:lnTo>
                  <a:pt x="782422" y="416359"/>
                </a:lnTo>
                <a:lnTo>
                  <a:pt x="784741" y="415690"/>
                </a:lnTo>
                <a:lnTo>
                  <a:pt x="785157" y="415859"/>
                </a:lnTo>
                <a:lnTo>
                  <a:pt x="785976" y="415681"/>
                </a:lnTo>
                <a:lnTo>
                  <a:pt x="787177" y="414765"/>
                </a:lnTo>
                <a:lnTo>
                  <a:pt x="787793" y="413995"/>
                </a:lnTo>
                <a:lnTo>
                  <a:pt x="788514" y="412145"/>
                </a:lnTo>
                <a:lnTo>
                  <a:pt x="790142" y="411166"/>
                </a:lnTo>
                <a:lnTo>
                  <a:pt x="791850" y="410824"/>
                </a:lnTo>
                <a:lnTo>
                  <a:pt x="792042" y="410497"/>
                </a:lnTo>
                <a:lnTo>
                  <a:pt x="791966" y="409979"/>
                </a:lnTo>
                <a:lnTo>
                  <a:pt x="792468" y="409000"/>
                </a:lnTo>
                <a:lnTo>
                  <a:pt x="792191" y="408276"/>
                </a:lnTo>
                <a:lnTo>
                  <a:pt x="792511" y="407533"/>
                </a:lnTo>
                <a:lnTo>
                  <a:pt x="794816" y="405985"/>
                </a:lnTo>
                <a:lnTo>
                  <a:pt x="795494" y="405157"/>
                </a:lnTo>
                <a:lnTo>
                  <a:pt x="796385" y="403019"/>
                </a:lnTo>
                <a:lnTo>
                  <a:pt x="797546" y="402369"/>
                </a:lnTo>
                <a:lnTo>
                  <a:pt x="798278" y="402458"/>
                </a:lnTo>
                <a:lnTo>
                  <a:pt x="798945" y="402015"/>
                </a:lnTo>
                <a:lnTo>
                  <a:pt x="799233" y="401456"/>
                </a:lnTo>
                <a:lnTo>
                  <a:pt x="799403" y="399874"/>
                </a:lnTo>
                <a:lnTo>
                  <a:pt x="799794" y="399372"/>
                </a:lnTo>
                <a:lnTo>
                  <a:pt x="800323" y="399231"/>
                </a:lnTo>
                <a:lnTo>
                  <a:pt x="801036" y="398352"/>
                </a:lnTo>
                <a:lnTo>
                  <a:pt x="802767" y="397858"/>
                </a:lnTo>
                <a:lnTo>
                  <a:pt x="803420" y="397302"/>
                </a:lnTo>
                <a:lnTo>
                  <a:pt x="803877" y="397377"/>
                </a:lnTo>
                <a:lnTo>
                  <a:pt x="804098" y="396938"/>
                </a:lnTo>
                <a:lnTo>
                  <a:pt x="805224" y="396561"/>
                </a:lnTo>
                <a:lnTo>
                  <a:pt x="805973" y="396973"/>
                </a:lnTo>
                <a:lnTo>
                  <a:pt x="806244" y="396125"/>
                </a:lnTo>
                <a:lnTo>
                  <a:pt x="806914" y="395531"/>
                </a:lnTo>
                <a:lnTo>
                  <a:pt x="806510" y="394347"/>
                </a:lnTo>
                <a:lnTo>
                  <a:pt x="807310" y="392964"/>
                </a:lnTo>
                <a:lnTo>
                  <a:pt x="808181" y="392199"/>
                </a:lnTo>
                <a:lnTo>
                  <a:pt x="808752" y="392180"/>
                </a:lnTo>
                <a:lnTo>
                  <a:pt x="808893" y="391518"/>
                </a:lnTo>
                <a:lnTo>
                  <a:pt x="809758" y="391458"/>
                </a:lnTo>
                <a:lnTo>
                  <a:pt x="810252" y="390850"/>
                </a:lnTo>
                <a:lnTo>
                  <a:pt x="811003" y="390430"/>
                </a:lnTo>
                <a:lnTo>
                  <a:pt x="810950" y="389631"/>
                </a:lnTo>
                <a:lnTo>
                  <a:pt x="812206" y="389000"/>
                </a:lnTo>
                <a:lnTo>
                  <a:pt x="811999" y="388605"/>
                </a:lnTo>
                <a:lnTo>
                  <a:pt x="812397" y="388602"/>
                </a:lnTo>
                <a:lnTo>
                  <a:pt x="812470" y="388804"/>
                </a:lnTo>
                <a:lnTo>
                  <a:pt x="812593" y="388390"/>
                </a:lnTo>
                <a:lnTo>
                  <a:pt x="812945" y="388370"/>
                </a:lnTo>
                <a:lnTo>
                  <a:pt x="813063" y="388067"/>
                </a:lnTo>
                <a:lnTo>
                  <a:pt x="813754" y="388105"/>
                </a:lnTo>
                <a:lnTo>
                  <a:pt x="814172" y="387165"/>
                </a:lnTo>
                <a:lnTo>
                  <a:pt x="814544" y="387104"/>
                </a:lnTo>
                <a:lnTo>
                  <a:pt x="814247" y="386824"/>
                </a:lnTo>
                <a:lnTo>
                  <a:pt x="814485" y="386424"/>
                </a:lnTo>
                <a:lnTo>
                  <a:pt x="816559" y="384790"/>
                </a:lnTo>
                <a:lnTo>
                  <a:pt x="816688" y="384164"/>
                </a:lnTo>
                <a:lnTo>
                  <a:pt x="816848" y="384330"/>
                </a:lnTo>
                <a:lnTo>
                  <a:pt x="818139" y="383952"/>
                </a:lnTo>
                <a:lnTo>
                  <a:pt x="819276" y="383320"/>
                </a:lnTo>
                <a:lnTo>
                  <a:pt x="819341" y="383517"/>
                </a:lnTo>
                <a:lnTo>
                  <a:pt x="819735" y="382861"/>
                </a:lnTo>
                <a:lnTo>
                  <a:pt x="819925" y="381756"/>
                </a:lnTo>
                <a:lnTo>
                  <a:pt x="820364" y="381358"/>
                </a:lnTo>
                <a:lnTo>
                  <a:pt x="820541" y="380579"/>
                </a:lnTo>
                <a:lnTo>
                  <a:pt x="820415" y="379990"/>
                </a:lnTo>
                <a:lnTo>
                  <a:pt x="821579" y="379461"/>
                </a:lnTo>
                <a:lnTo>
                  <a:pt x="822109" y="378646"/>
                </a:lnTo>
                <a:lnTo>
                  <a:pt x="823431" y="377906"/>
                </a:lnTo>
                <a:lnTo>
                  <a:pt x="824140" y="376809"/>
                </a:lnTo>
                <a:lnTo>
                  <a:pt x="824306" y="376139"/>
                </a:lnTo>
                <a:lnTo>
                  <a:pt x="825161" y="375509"/>
                </a:lnTo>
                <a:lnTo>
                  <a:pt x="825237" y="375099"/>
                </a:lnTo>
                <a:lnTo>
                  <a:pt x="825969" y="374538"/>
                </a:lnTo>
                <a:lnTo>
                  <a:pt x="826210" y="374868"/>
                </a:lnTo>
                <a:lnTo>
                  <a:pt x="826755" y="374767"/>
                </a:lnTo>
                <a:lnTo>
                  <a:pt x="829529" y="373089"/>
                </a:lnTo>
                <a:lnTo>
                  <a:pt x="829623" y="371669"/>
                </a:lnTo>
                <a:lnTo>
                  <a:pt x="830716" y="371328"/>
                </a:lnTo>
                <a:lnTo>
                  <a:pt x="831897" y="369368"/>
                </a:lnTo>
                <a:lnTo>
                  <a:pt x="832572" y="369286"/>
                </a:lnTo>
                <a:lnTo>
                  <a:pt x="832872" y="368741"/>
                </a:lnTo>
                <a:lnTo>
                  <a:pt x="833361" y="368530"/>
                </a:lnTo>
                <a:lnTo>
                  <a:pt x="834526" y="368673"/>
                </a:lnTo>
                <a:lnTo>
                  <a:pt x="835180" y="368363"/>
                </a:lnTo>
                <a:lnTo>
                  <a:pt x="835732" y="367298"/>
                </a:lnTo>
                <a:lnTo>
                  <a:pt x="836579" y="366672"/>
                </a:lnTo>
                <a:lnTo>
                  <a:pt x="837065" y="366941"/>
                </a:lnTo>
                <a:lnTo>
                  <a:pt x="837167" y="366546"/>
                </a:lnTo>
                <a:lnTo>
                  <a:pt x="837849" y="366003"/>
                </a:lnTo>
                <a:lnTo>
                  <a:pt x="839002" y="365526"/>
                </a:lnTo>
                <a:lnTo>
                  <a:pt x="839331" y="365630"/>
                </a:lnTo>
                <a:lnTo>
                  <a:pt x="839065" y="364444"/>
                </a:lnTo>
                <a:lnTo>
                  <a:pt x="841154" y="361953"/>
                </a:lnTo>
                <a:lnTo>
                  <a:pt x="841227" y="361698"/>
                </a:lnTo>
                <a:lnTo>
                  <a:pt x="841034" y="361578"/>
                </a:lnTo>
                <a:lnTo>
                  <a:pt x="841369" y="361063"/>
                </a:lnTo>
                <a:lnTo>
                  <a:pt x="841351" y="360035"/>
                </a:lnTo>
                <a:lnTo>
                  <a:pt x="841661" y="359991"/>
                </a:lnTo>
                <a:lnTo>
                  <a:pt x="841906" y="360293"/>
                </a:lnTo>
                <a:lnTo>
                  <a:pt x="842756" y="360223"/>
                </a:lnTo>
                <a:lnTo>
                  <a:pt x="843360" y="359973"/>
                </a:lnTo>
                <a:lnTo>
                  <a:pt x="843587" y="359620"/>
                </a:lnTo>
                <a:lnTo>
                  <a:pt x="844487" y="359463"/>
                </a:lnTo>
                <a:lnTo>
                  <a:pt x="844514" y="358664"/>
                </a:lnTo>
                <a:lnTo>
                  <a:pt x="845112" y="357911"/>
                </a:lnTo>
                <a:lnTo>
                  <a:pt x="845506" y="357766"/>
                </a:lnTo>
                <a:lnTo>
                  <a:pt x="845339" y="357237"/>
                </a:lnTo>
                <a:lnTo>
                  <a:pt x="846445" y="356847"/>
                </a:lnTo>
                <a:lnTo>
                  <a:pt x="846915" y="356565"/>
                </a:lnTo>
                <a:lnTo>
                  <a:pt x="847019" y="356230"/>
                </a:lnTo>
                <a:lnTo>
                  <a:pt x="847724" y="356036"/>
                </a:lnTo>
                <a:lnTo>
                  <a:pt x="847798" y="355279"/>
                </a:lnTo>
                <a:lnTo>
                  <a:pt x="848198" y="355238"/>
                </a:lnTo>
                <a:lnTo>
                  <a:pt x="848351" y="354787"/>
                </a:lnTo>
                <a:lnTo>
                  <a:pt x="848723" y="354797"/>
                </a:lnTo>
                <a:lnTo>
                  <a:pt x="848263" y="353754"/>
                </a:lnTo>
                <a:lnTo>
                  <a:pt x="848842" y="352910"/>
                </a:lnTo>
                <a:lnTo>
                  <a:pt x="849567" y="352075"/>
                </a:lnTo>
                <a:lnTo>
                  <a:pt x="849784" y="351956"/>
                </a:lnTo>
                <a:lnTo>
                  <a:pt x="849849" y="352247"/>
                </a:lnTo>
                <a:lnTo>
                  <a:pt x="850264" y="352031"/>
                </a:lnTo>
                <a:lnTo>
                  <a:pt x="850568" y="350919"/>
                </a:lnTo>
                <a:lnTo>
                  <a:pt x="851338" y="350717"/>
                </a:lnTo>
                <a:lnTo>
                  <a:pt x="852159" y="349954"/>
                </a:lnTo>
                <a:lnTo>
                  <a:pt x="852465" y="350063"/>
                </a:lnTo>
                <a:lnTo>
                  <a:pt x="852280" y="349330"/>
                </a:lnTo>
                <a:lnTo>
                  <a:pt x="853076" y="349244"/>
                </a:lnTo>
                <a:lnTo>
                  <a:pt x="853579" y="348621"/>
                </a:lnTo>
                <a:lnTo>
                  <a:pt x="853452" y="348372"/>
                </a:lnTo>
                <a:lnTo>
                  <a:pt x="853643" y="348647"/>
                </a:lnTo>
                <a:lnTo>
                  <a:pt x="854020" y="348571"/>
                </a:lnTo>
                <a:lnTo>
                  <a:pt x="855456" y="347176"/>
                </a:lnTo>
                <a:lnTo>
                  <a:pt x="855550" y="346817"/>
                </a:lnTo>
                <a:lnTo>
                  <a:pt x="855022" y="346371"/>
                </a:lnTo>
                <a:lnTo>
                  <a:pt x="855389" y="346411"/>
                </a:lnTo>
                <a:lnTo>
                  <a:pt x="856092" y="345539"/>
                </a:lnTo>
                <a:lnTo>
                  <a:pt x="857128" y="344882"/>
                </a:lnTo>
                <a:lnTo>
                  <a:pt x="857620" y="343835"/>
                </a:lnTo>
                <a:lnTo>
                  <a:pt x="857562" y="343654"/>
                </a:lnTo>
                <a:lnTo>
                  <a:pt x="857212" y="343759"/>
                </a:lnTo>
                <a:lnTo>
                  <a:pt x="857158" y="343468"/>
                </a:lnTo>
                <a:lnTo>
                  <a:pt x="857463" y="343358"/>
                </a:lnTo>
                <a:lnTo>
                  <a:pt x="857519" y="342729"/>
                </a:lnTo>
                <a:lnTo>
                  <a:pt x="857876" y="342200"/>
                </a:lnTo>
                <a:lnTo>
                  <a:pt x="859117" y="341045"/>
                </a:lnTo>
                <a:lnTo>
                  <a:pt x="859094" y="340738"/>
                </a:lnTo>
                <a:lnTo>
                  <a:pt x="860487" y="340485"/>
                </a:lnTo>
                <a:lnTo>
                  <a:pt x="860705" y="340202"/>
                </a:lnTo>
                <a:lnTo>
                  <a:pt x="860568" y="339456"/>
                </a:lnTo>
                <a:lnTo>
                  <a:pt x="860869" y="339942"/>
                </a:lnTo>
                <a:lnTo>
                  <a:pt x="861663" y="339814"/>
                </a:lnTo>
                <a:lnTo>
                  <a:pt x="861653" y="339617"/>
                </a:lnTo>
                <a:lnTo>
                  <a:pt x="862557" y="338899"/>
                </a:lnTo>
                <a:lnTo>
                  <a:pt x="862559" y="338540"/>
                </a:lnTo>
                <a:lnTo>
                  <a:pt x="863373" y="338067"/>
                </a:lnTo>
                <a:lnTo>
                  <a:pt x="864742" y="337937"/>
                </a:lnTo>
                <a:lnTo>
                  <a:pt x="865097" y="337095"/>
                </a:lnTo>
                <a:lnTo>
                  <a:pt x="865634" y="337367"/>
                </a:lnTo>
                <a:lnTo>
                  <a:pt x="866016" y="336742"/>
                </a:lnTo>
                <a:lnTo>
                  <a:pt x="865544" y="335827"/>
                </a:lnTo>
                <a:lnTo>
                  <a:pt x="865979" y="335732"/>
                </a:lnTo>
                <a:lnTo>
                  <a:pt x="866887" y="334957"/>
                </a:lnTo>
                <a:lnTo>
                  <a:pt x="866802" y="334694"/>
                </a:lnTo>
                <a:lnTo>
                  <a:pt x="867235" y="334463"/>
                </a:lnTo>
                <a:lnTo>
                  <a:pt x="867189" y="334176"/>
                </a:lnTo>
                <a:lnTo>
                  <a:pt x="867464" y="334608"/>
                </a:lnTo>
                <a:lnTo>
                  <a:pt x="868401" y="334429"/>
                </a:lnTo>
                <a:lnTo>
                  <a:pt x="868680" y="334609"/>
                </a:lnTo>
                <a:lnTo>
                  <a:pt x="868724" y="334081"/>
                </a:lnTo>
                <a:lnTo>
                  <a:pt x="868447" y="333764"/>
                </a:lnTo>
                <a:lnTo>
                  <a:pt x="868712" y="333379"/>
                </a:lnTo>
                <a:lnTo>
                  <a:pt x="868490" y="332455"/>
                </a:lnTo>
                <a:lnTo>
                  <a:pt x="868618" y="331982"/>
                </a:lnTo>
                <a:lnTo>
                  <a:pt x="869154" y="331932"/>
                </a:lnTo>
                <a:lnTo>
                  <a:pt x="869284" y="331427"/>
                </a:lnTo>
                <a:lnTo>
                  <a:pt x="870327" y="330621"/>
                </a:lnTo>
                <a:lnTo>
                  <a:pt x="870824" y="329237"/>
                </a:lnTo>
                <a:lnTo>
                  <a:pt x="871430" y="329071"/>
                </a:lnTo>
                <a:lnTo>
                  <a:pt x="871410" y="328307"/>
                </a:lnTo>
                <a:lnTo>
                  <a:pt x="872646" y="327758"/>
                </a:lnTo>
                <a:lnTo>
                  <a:pt x="872183" y="327734"/>
                </a:lnTo>
                <a:lnTo>
                  <a:pt x="872103" y="327072"/>
                </a:lnTo>
                <a:lnTo>
                  <a:pt x="872623" y="327061"/>
                </a:lnTo>
                <a:lnTo>
                  <a:pt x="872682" y="326726"/>
                </a:lnTo>
                <a:lnTo>
                  <a:pt x="873148" y="326352"/>
                </a:lnTo>
                <a:lnTo>
                  <a:pt x="873896" y="326357"/>
                </a:lnTo>
                <a:lnTo>
                  <a:pt x="873728" y="325832"/>
                </a:lnTo>
                <a:lnTo>
                  <a:pt x="874788" y="325012"/>
                </a:lnTo>
                <a:lnTo>
                  <a:pt x="874763" y="324174"/>
                </a:lnTo>
                <a:lnTo>
                  <a:pt x="875109" y="324003"/>
                </a:lnTo>
                <a:lnTo>
                  <a:pt x="875135" y="322808"/>
                </a:lnTo>
                <a:lnTo>
                  <a:pt x="875465" y="322507"/>
                </a:lnTo>
                <a:lnTo>
                  <a:pt x="875860" y="322497"/>
                </a:lnTo>
                <a:lnTo>
                  <a:pt x="875733" y="321317"/>
                </a:lnTo>
                <a:lnTo>
                  <a:pt x="876684" y="320683"/>
                </a:lnTo>
                <a:lnTo>
                  <a:pt x="877245" y="320584"/>
                </a:lnTo>
                <a:lnTo>
                  <a:pt x="877467" y="320020"/>
                </a:lnTo>
                <a:lnTo>
                  <a:pt x="877698" y="320204"/>
                </a:lnTo>
                <a:lnTo>
                  <a:pt x="878185" y="320017"/>
                </a:lnTo>
                <a:lnTo>
                  <a:pt x="877819" y="319591"/>
                </a:lnTo>
                <a:lnTo>
                  <a:pt x="878237" y="318917"/>
                </a:lnTo>
                <a:lnTo>
                  <a:pt x="879172" y="318604"/>
                </a:lnTo>
                <a:lnTo>
                  <a:pt x="879630" y="317673"/>
                </a:lnTo>
                <a:lnTo>
                  <a:pt x="880206" y="317630"/>
                </a:lnTo>
                <a:lnTo>
                  <a:pt x="880353" y="316683"/>
                </a:lnTo>
                <a:lnTo>
                  <a:pt x="881811" y="315711"/>
                </a:lnTo>
                <a:lnTo>
                  <a:pt x="882541" y="314821"/>
                </a:lnTo>
                <a:lnTo>
                  <a:pt x="882363" y="314504"/>
                </a:lnTo>
                <a:lnTo>
                  <a:pt x="883699" y="313949"/>
                </a:lnTo>
                <a:lnTo>
                  <a:pt x="884974" y="313965"/>
                </a:lnTo>
                <a:lnTo>
                  <a:pt x="885041" y="313720"/>
                </a:lnTo>
                <a:lnTo>
                  <a:pt x="885631" y="313763"/>
                </a:lnTo>
                <a:lnTo>
                  <a:pt x="885921" y="313516"/>
                </a:lnTo>
                <a:lnTo>
                  <a:pt x="886689" y="313589"/>
                </a:lnTo>
                <a:lnTo>
                  <a:pt x="887254" y="312726"/>
                </a:lnTo>
                <a:lnTo>
                  <a:pt x="887225" y="312314"/>
                </a:lnTo>
                <a:lnTo>
                  <a:pt x="886870" y="312215"/>
                </a:lnTo>
                <a:lnTo>
                  <a:pt x="887002" y="311360"/>
                </a:lnTo>
                <a:lnTo>
                  <a:pt x="888398" y="310544"/>
                </a:lnTo>
                <a:lnTo>
                  <a:pt x="888605" y="309548"/>
                </a:lnTo>
                <a:lnTo>
                  <a:pt x="889572" y="308837"/>
                </a:lnTo>
                <a:lnTo>
                  <a:pt x="889869" y="307782"/>
                </a:lnTo>
                <a:lnTo>
                  <a:pt x="890941" y="307194"/>
                </a:lnTo>
                <a:lnTo>
                  <a:pt x="891412" y="306411"/>
                </a:lnTo>
                <a:lnTo>
                  <a:pt x="891003" y="305848"/>
                </a:lnTo>
                <a:lnTo>
                  <a:pt x="891105" y="305600"/>
                </a:lnTo>
                <a:lnTo>
                  <a:pt x="891551" y="305434"/>
                </a:lnTo>
                <a:lnTo>
                  <a:pt x="891559" y="305075"/>
                </a:lnTo>
                <a:lnTo>
                  <a:pt x="891832" y="304861"/>
                </a:lnTo>
                <a:lnTo>
                  <a:pt x="892191" y="304664"/>
                </a:lnTo>
                <a:lnTo>
                  <a:pt x="892455" y="304777"/>
                </a:lnTo>
                <a:lnTo>
                  <a:pt x="892440" y="304562"/>
                </a:lnTo>
                <a:lnTo>
                  <a:pt x="893356" y="304276"/>
                </a:lnTo>
                <a:lnTo>
                  <a:pt x="893859" y="303623"/>
                </a:lnTo>
                <a:lnTo>
                  <a:pt x="893691" y="303189"/>
                </a:lnTo>
                <a:lnTo>
                  <a:pt x="893976" y="302589"/>
                </a:lnTo>
                <a:lnTo>
                  <a:pt x="893770" y="301772"/>
                </a:lnTo>
                <a:lnTo>
                  <a:pt x="894175" y="301424"/>
                </a:lnTo>
                <a:lnTo>
                  <a:pt x="894110" y="300831"/>
                </a:lnTo>
                <a:lnTo>
                  <a:pt x="894904" y="300136"/>
                </a:lnTo>
                <a:lnTo>
                  <a:pt x="895550" y="300079"/>
                </a:lnTo>
                <a:lnTo>
                  <a:pt x="896489" y="298918"/>
                </a:lnTo>
                <a:lnTo>
                  <a:pt x="896452" y="298478"/>
                </a:lnTo>
                <a:lnTo>
                  <a:pt x="896974" y="298406"/>
                </a:lnTo>
                <a:lnTo>
                  <a:pt x="897266" y="297761"/>
                </a:lnTo>
                <a:lnTo>
                  <a:pt x="897534" y="297755"/>
                </a:lnTo>
                <a:lnTo>
                  <a:pt x="898089" y="297196"/>
                </a:lnTo>
                <a:lnTo>
                  <a:pt x="898306" y="296407"/>
                </a:lnTo>
                <a:lnTo>
                  <a:pt x="899000" y="295814"/>
                </a:lnTo>
                <a:lnTo>
                  <a:pt x="899278" y="295916"/>
                </a:lnTo>
                <a:lnTo>
                  <a:pt x="899890" y="295319"/>
                </a:lnTo>
                <a:lnTo>
                  <a:pt x="899678" y="295030"/>
                </a:lnTo>
                <a:lnTo>
                  <a:pt x="900395" y="294885"/>
                </a:lnTo>
                <a:lnTo>
                  <a:pt x="900769" y="294278"/>
                </a:lnTo>
                <a:lnTo>
                  <a:pt x="901570" y="293741"/>
                </a:lnTo>
                <a:lnTo>
                  <a:pt x="901631" y="293345"/>
                </a:lnTo>
                <a:lnTo>
                  <a:pt x="902352" y="293028"/>
                </a:lnTo>
                <a:lnTo>
                  <a:pt x="902444" y="292599"/>
                </a:lnTo>
                <a:lnTo>
                  <a:pt x="903925" y="292092"/>
                </a:lnTo>
                <a:lnTo>
                  <a:pt x="904696" y="292311"/>
                </a:lnTo>
                <a:lnTo>
                  <a:pt x="905305" y="291866"/>
                </a:lnTo>
                <a:lnTo>
                  <a:pt x="906044" y="291864"/>
                </a:lnTo>
                <a:lnTo>
                  <a:pt x="906240" y="291676"/>
                </a:lnTo>
                <a:lnTo>
                  <a:pt x="906459" y="291018"/>
                </a:lnTo>
                <a:lnTo>
                  <a:pt x="905942" y="290135"/>
                </a:lnTo>
                <a:lnTo>
                  <a:pt x="906257" y="289751"/>
                </a:lnTo>
                <a:lnTo>
                  <a:pt x="906614" y="289923"/>
                </a:lnTo>
                <a:lnTo>
                  <a:pt x="907328" y="289197"/>
                </a:lnTo>
                <a:lnTo>
                  <a:pt x="907600" y="288527"/>
                </a:lnTo>
                <a:lnTo>
                  <a:pt x="907835" y="287228"/>
                </a:lnTo>
                <a:lnTo>
                  <a:pt x="907829" y="284465"/>
                </a:lnTo>
                <a:lnTo>
                  <a:pt x="908585" y="284287"/>
                </a:lnTo>
                <a:lnTo>
                  <a:pt x="910110" y="282929"/>
                </a:lnTo>
                <a:lnTo>
                  <a:pt x="911585" y="282777"/>
                </a:lnTo>
                <a:lnTo>
                  <a:pt x="912343" y="281794"/>
                </a:lnTo>
                <a:lnTo>
                  <a:pt x="913177" y="281223"/>
                </a:lnTo>
                <a:lnTo>
                  <a:pt x="914377" y="280808"/>
                </a:lnTo>
                <a:lnTo>
                  <a:pt x="914345" y="280106"/>
                </a:lnTo>
                <a:lnTo>
                  <a:pt x="914936" y="279634"/>
                </a:lnTo>
                <a:lnTo>
                  <a:pt x="914489" y="279329"/>
                </a:lnTo>
                <a:lnTo>
                  <a:pt x="914658" y="279051"/>
                </a:lnTo>
                <a:lnTo>
                  <a:pt x="914559" y="278411"/>
                </a:lnTo>
                <a:lnTo>
                  <a:pt x="915699" y="277653"/>
                </a:lnTo>
                <a:lnTo>
                  <a:pt x="915876" y="276483"/>
                </a:lnTo>
                <a:lnTo>
                  <a:pt x="916202" y="276211"/>
                </a:lnTo>
                <a:lnTo>
                  <a:pt x="916427" y="276283"/>
                </a:lnTo>
                <a:lnTo>
                  <a:pt x="916587" y="275458"/>
                </a:lnTo>
                <a:lnTo>
                  <a:pt x="917095" y="274796"/>
                </a:lnTo>
                <a:lnTo>
                  <a:pt x="917633" y="274836"/>
                </a:lnTo>
                <a:lnTo>
                  <a:pt x="917730" y="274508"/>
                </a:lnTo>
                <a:lnTo>
                  <a:pt x="917349" y="274121"/>
                </a:lnTo>
                <a:lnTo>
                  <a:pt x="918699" y="273333"/>
                </a:lnTo>
                <a:lnTo>
                  <a:pt x="919493" y="273087"/>
                </a:lnTo>
                <a:lnTo>
                  <a:pt x="920060" y="273188"/>
                </a:lnTo>
                <a:lnTo>
                  <a:pt x="920656" y="272541"/>
                </a:lnTo>
                <a:lnTo>
                  <a:pt x="922563" y="271870"/>
                </a:lnTo>
                <a:lnTo>
                  <a:pt x="924451" y="272169"/>
                </a:lnTo>
                <a:lnTo>
                  <a:pt x="925079" y="271759"/>
                </a:lnTo>
                <a:lnTo>
                  <a:pt x="927308" y="271163"/>
                </a:lnTo>
                <a:lnTo>
                  <a:pt x="927141" y="270800"/>
                </a:lnTo>
                <a:lnTo>
                  <a:pt x="927721" y="270321"/>
                </a:lnTo>
                <a:lnTo>
                  <a:pt x="928536" y="270254"/>
                </a:lnTo>
                <a:lnTo>
                  <a:pt x="928539" y="269862"/>
                </a:lnTo>
                <a:lnTo>
                  <a:pt x="929169" y="268863"/>
                </a:lnTo>
                <a:lnTo>
                  <a:pt x="930273" y="268911"/>
                </a:lnTo>
                <a:lnTo>
                  <a:pt x="931176" y="267763"/>
                </a:lnTo>
                <a:lnTo>
                  <a:pt x="931701" y="267727"/>
                </a:lnTo>
                <a:lnTo>
                  <a:pt x="932112" y="268115"/>
                </a:lnTo>
                <a:lnTo>
                  <a:pt x="932598" y="267684"/>
                </a:lnTo>
                <a:lnTo>
                  <a:pt x="933298" y="267684"/>
                </a:lnTo>
                <a:lnTo>
                  <a:pt x="934231" y="266916"/>
                </a:lnTo>
                <a:lnTo>
                  <a:pt x="934584" y="266983"/>
                </a:lnTo>
                <a:lnTo>
                  <a:pt x="935040" y="266284"/>
                </a:lnTo>
                <a:lnTo>
                  <a:pt x="935533" y="266242"/>
                </a:lnTo>
                <a:lnTo>
                  <a:pt x="935836" y="265821"/>
                </a:lnTo>
                <a:lnTo>
                  <a:pt x="935189" y="265248"/>
                </a:lnTo>
                <a:lnTo>
                  <a:pt x="935289" y="264674"/>
                </a:lnTo>
                <a:lnTo>
                  <a:pt x="936235" y="263931"/>
                </a:lnTo>
                <a:lnTo>
                  <a:pt x="940063" y="261796"/>
                </a:lnTo>
                <a:lnTo>
                  <a:pt x="941359" y="261564"/>
                </a:lnTo>
                <a:lnTo>
                  <a:pt x="941743" y="261082"/>
                </a:lnTo>
                <a:lnTo>
                  <a:pt x="942066" y="261098"/>
                </a:lnTo>
                <a:lnTo>
                  <a:pt x="942897" y="260497"/>
                </a:lnTo>
                <a:lnTo>
                  <a:pt x="943091" y="259990"/>
                </a:lnTo>
                <a:lnTo>
                  <a:pt x="943740" y="259849"/>
                </a:lnTo>
                <a:lnTo>
                  <a:pt x="943608" y="259432"/>
                </a:lnTo>
                <a:lnTo>
                  <a:pt x="946179" y="258230"/>
                </a:lnTo>
                <a:lnTo>
                  <a:pt x="946333" y="257973"/>
                </a:lnTo>
                <a:lnTo>
                  <a:pt x="946122" y="257720"/>
                </a:lnTo>
                <a:lnTo>
                  <a:pt x="946750" y="256982"/>
                </a:lnTo>
                <a:lnTo>
                  <a:pt x="946883" y="256319"/>
                </a:lnTo>
                <a:lnTo>
                  <a:pt x="947349" y="256028"/>
                </a:lnTo>
                <a:lnTo>
                  <a:pt x="947362" y="255526"/>
                </a:lnTo>
                <a:lnTo>
                  <a:pt x="947830" y="254905"/>
                </a:lnTo>
                <a:lnTo>
                  <a:pt x="950166" y="253792"/>
                </a:lnTo>
                <a:lnTo>
                  <a:pt x="951481" y="252575"/>
                </a:lnTo>
                <a:lnTo>
                  <a:pt x="951910" y="253168"/>
                </a:lnTo>
                <a:lnTo>
                  <a:pt x="952588" y="252765"/>
                </a:lnTo>
                <a:lnTo>
                  <a:pt x="953825" y="251243"/>
                </a:lnTo>
                <a:lnTo>
                  <a:pt x="954588" y="250750"/>
                </a:lnTo>
                <a:lnTo>
                  <a:pt x="954936" y="249387"/>
                </a:lnTo>
                <a:lnTo>
                  <a:pt x="955493" y="249537"/>
                </a:lnTo>
                <a:lnTo>
                  <a:pt x="956196" y="249272"/>
                </a:lnTo>
                <a:lnTo>
                  <a:pt x="958518" y="246393"/>
                </a:lnTo>
                <a:lnTo>
                  <a:pt x="959204" y="244909"/>
                </a:lnTo>
                <a:lnTo>
                  <a:pt x="959611" y="244529"/>
                </a:lnTo>
                <a:lnTo>
                  <a:pt x="960114" y="244491"/>
                </a:lnTo>
                <a:lnTo>
                  <a:pt x="960273" y="243912"/>
                </a:lnTo>
                <a:lnTo>
                  <a:pt x="960033" y="242484"/>
                </a:lnTo>
                <a:lnTo>
                  <a:pt x="960561" y="242317"/>
                </a:lnTo>
                <a:lnTo>
                  <a:pt x="961266" y="242524"/>
                </a:lnTo>
                <a:lnTo>
                  <a:pt x="961975" y="241908"/>
                </a:lnTo>
                <a:lnTo>
                  <a:pt x="961874" y="241315"/>
                </a:lnTo>
                <a:lnTo>
                  <a:pt x="962142" y="240042"/>
                </a:lnTo>
                <a:lnTo>
                  <a:pt x="962641" y="239574"/>
                </a:lnTo>
                <a:lnTo>
                  <a:pt x="962871" y="239976"/>
                </a:lnTo>
                <a:lnTo>
                  <a:pt x="965621" y="237779"/>
                </a:lnTo>
                <a:lnTo>
                  <a:pt x="966420" y="237877"/>
                </a:lnTo>
                <a:lnTo>
                  <a:pt x="966639" y="237623"/>
                </a:lnTo>
                <a:lnTo>
                  <a:pt x="966327" y="237339"/>
                </a:lnTo>
                <a:lnTo>
                  <a:pt x="967082" y="237316"/>
                </a:lnTo>
                <a:lnTo>
                  <a:pt x="967186" y="236670"/>
                </a:lnTo>
                <a:lnTo>
                  <a:pt x="968015" y="237224"/>
                </a:lnTo>
                <a:lnTo>
                  <a:pt x="969014" y="236510"/>
                </a:lnTo>
                <a:lnTo>
                  <a:pt x="969318" y="236702"/>
                </a:lnTo>
                <a:lnTo>
                  <a:pt x="971911" y="236447"/>
                </a:lnTo>
                <a:lnTo>
                  <a:pt x="972790" y="236787"/>
                </a:lnTo>
                <a:lnTo>
                  <a:pt x="974543" y="236625"/>
                </a:lnTo>
                <a:lnTo>
                  <a:pt x="976067" y="236803"/>
                </a:lnTo>
                <a:lnTo>
                  <a:pt x="977795" y="235438"/>
                </a:lnTo>
                <a:lnTo>
                  <a:pt x="978819" y="234856"/>
                </a:lnTo>
                <a:lnTo>
                  <a:pt x="979642" y="234688"/>
                </a:lnTo>
                <a:lnTo>
                  <a:pt x="980149" y="233884"/>
                </a:lnTo>
                <a:lnTo>
                  <a:pt x="980870" y="233675"/>
                </a:lnTo>
                <a:lnTo>
                  <a:pt x="981721" y="232396"/>
                </a:lnTo>
                <a:lnTo>
                  <a:pt x="981907" y="231280"/>
                </a:lnTo>
                <a:lnTo>
                  <a:pt x="986216" y="229270"/>
                </a:lnTo>
                <a:lnTo>
                  <a:pt x="986562" y="228602"/>
                </a:lnTo>
                <a:lnTo>
                  <a:pt x="986205" y="227910"/>
                </a:lnTo>
                <a:lnTo>
                  <a:pt x="986329" y="227340"/>
                </a:lnTo>
                <a:lnTo>
                  <a:pt x="987339" y="227228"/>
                </a:lnTo>
                <a:lnTo>
                  <a:pt x="988323" y="226368"/>
                </a:lnTo>
                <a:lnTo>
                  <a:pt x="988659" y="225745"/>
                </a:lnTo>
                <a:lnTo>
                  <a:pt x="991091" y="224524"/>
                </a:lnTo>
                <a:lnTo>
                  <a:pt x="991614" y="223313"/>
                </a:lnTo>
                <a:lnTo>
                  <a:pt x="993911" y="221829"/>
                </a:lnTo>
                <a:lnTo>
                  <a:pt x="994232" y="221039"/>
                </a:lnTo>
                <a:lnTo>
                  <a:pt x="994906" y="220313"/>
                </a:lnTo>
                <a:lnTo>
                  <a:pt x="994939" y="219343"/>
                </a:lnTo>
                <a:lnTo>
                  <a:pt x="995515" y="219134"/>
                </a:lnTo>
                <a:lnTo>
                  <a:pt x="995566" y="218769"/>
                </a:lnTo>
                <a:lnTo>
                  <a:pt x="995275" y="218611"/>
                </a:lnTo>
                <a:lnTo>
                  <a:pt x="995125" y="217985"/>
                </a:lnTo>
                <a:lnTo>
                  <a:pt x="995904" y="217680"/>
                </a:lnTo>
                <a:lnTo>
                  <a:pt x="996160" y="217886"/>
                </a:lnTo>
                <a:lnTo>
                  <a:pt x="996506" y="217814"/>
                </a:lnTo>
                <a:lnTo>
                  <a:pt x="997478" y="217344"/>
                </a:lnTo>
                <a:lnTo>
                  <a:pt x="997869" y="216869"/>
                </a:lnTo>
                <a:lnTo>
                  <a:pt x="999394" y="216234"/>
                </a:lnTo>
                <a:lnTo>
                  <a:pt x="1001790" y="213920"/>
                </a:lnTo>
                <a:lnTo>
                  <a:pt x="1002042" y="213213"/>
                </a:lnTo>
                <a:lnTo>
                  <a:pt x="1001667" y="212890"/>
                </a:lnTo>
                <a:lnTo>
                  <a:pt x="1002644" y="212416"/>
                </a:lnTo>
                <a:lnTo>
                  <a:pt x="1005592" y="209831"/>
                </a:lnTo>
                <a:lnTo>
                  <a:pt x="1005854" y="209125"/>
                </a:lnTo>
                <a:lnTo>
                  <a:pt x="1006687" y="208395"/>
                </a:lnTo>
                <a:lnTo>
                  <a:pt x="1006784" y="207463"/>
                </a:lnTo>
                <a:lnTo>
                  <a:pt x="1007221" y="206646"/>
                </a:lnTo>
                <a:lnTo>
                  <a:pt x="1008348" y="206438"/>
                </a:lnTo>
                <a:lnTo>
                  <a:pt x="1010193" y="205250"/>
                </a:lnTo>
                <a:lnTo>
                  <a:pt x="1010172" y="203791"/>
                </a:lnTo>
                <a:lnTo>
                  <a:pt x="1010492" y="202621"/>
                </a:lnTo>
                <a:lnTo>
                  <a:pt x="1012608" y="201169"/>
                </a:lnTo>
                <a:lnTo>
                  <a:pt x="1014356" y="198427"/>
                </a:lnTo>
                <a:lnTo>
                  <a:pt x="1015147" y="198228"/>
                </a:lnTo>
                <a:lnTo>
                  <a:pt x="1015130" y="197782"/>
                </a:lnTo>
                <a:lnTo>
                  <a:pt x="1014532" y="197480"/>
                </a:lnTo>
                <a:lnTo>
                  <a:pt x="1016790" y="196872"/>
                </a:lnTo>
                <a:lnTo>
                  <a:pt x="1017637" y="196083"/>
                </a:lnTo>
                <a:lnTo>
                  <a:pt x="1018739" y="194280"/>
                </a:lnTo>
                <a:lnTo>
                  <a:pt x="1018770" y="193919"/>
                </a:lnTo>
                <a:lnTo>
                  <a:pt x="1018320" y="193625"/>
                </a:lnTo>
                <a:lnTo>
                  <a:pt x="1022894" y="190110"/>
                </a:lnTo>
                <a:lnTo>
                  <a:pt x="1023451" y="188210"/>
                </a:lnTo>
                <a:lnTo>
                  <a:pt x="1023884" y="187892"/>
                </a:lnTo>
                <a:lnTo>
                  <a:pt x="1024110" y="187199"/>
                </a:lnTo>
                <a:lnTo>
                  <a:pt x="1025444" y="186530"/>
                </a:lnTo>
                <a:lnTo>
                  <a:pt x="1025775" y="185926"/>
                </a:lnTo>
                <a:lnTo>
                  <a:pt x="1025822" y="184824"/>
                </a:lnTo>
                <a:lnTo>
                  <a:pt x="1026881" y="184134"/>
                </a:lnTo>
                <a:lnTo>
                  <a:pt x="1028744" y="181051"/>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3729183" y="3741032"/>
            <a:ext cx="779703" cy="642342"/>
          </a:xfrm>
          <a:custGeom>
            <a:avLst/>
            <a:gdLst/>
            <a:ahLst/>
            <a:cxnLst/>
            <a:rect l="l" t="t" r="r" b="b"/>
            <a:pathLst>
              <a:path w="779703" h="642342">
                <a:moveTo>
                  <a:pt x="422806" y="585904"/>
                </a:moveTo>
                <a:lnTo>
                  <a:pt x="422808" y="585532"/>
                </a:lnTo>
                <a:lnTo>
                  <a:pt x="423754" y="584772"/>
                </a:lnTo>
                <a:lnTo>
                  <a:pt x="424150" y="585448"/>
                </a:lnTo>
                <a:lnTo>
                  <a:pt x="424724" y="585169"/>
                </a:lnTo>
                <a:lnTo>
                  <a:pt x="424866" y="584642"/>
                </a:lnTo>
                <a:lnTo>
                  <a:pt x="423997" y="583318"/>
                </a:lnTo>
                <a:lnTo>
                  <a:pt x="424340" y="582902"/>
                </a:lnTo>
                <a:lnTo>
                  <a:pt x="425266" y="583293"/>
                </a:lnTo>
                <a:lnTo>
                  <a:pt x="425388" y="582846"/>
                </a:lnTo>
                <a:lnTo>
                  <a:pt x="425152" y="582183"/>
                </a:lnTo>
                <a:lnTo>
                  <a:pt x="423771" y="582256"/>
                </a:lnTo>
                <a:lnTo>
                  <a:pt x="423292" y="581579"/>
                </a:lnTo>
                <a:lnTo>
                  <a:pt x="424611" y="580524"/>
                </a:lnTo>
                <a:lnTo>
                  <a:pt x="424050" y="579875"/>
                </a:lnTo>
                <a:lnTo>
                  <a:pt x="424667" y="579261"/>
                </a:lnTo>
                <a:lnTo>
                  <a:pt x="424681" y="578928"/>
                </a:lnTo>
                <a:lnTo>
                  <a:pt x="424419" y="578646"/>
                </a:lnTo>
                <a:lnTo>
                  <a:pt x="423765" y="578715"/>
                </a:lnTo>
                <a:lnTo>
                  <a:pt x="423400" y="577404"/>
                </a:lnTo>
                <a:lnTo>
                  <a:pt x="423034" y="577692"/>
                </a:lnTo>
                <a:lnTo>
                  <a:pt x="422915" y="578274"/>
                </a:lnTo>
                <a:lnTo>
                  <a:pt x="422531" y="578415"/>
                </a:lnTo>
                <a:lnTo>
                  <a:pt x="421902" y="578139"/>
                </a:lnTo>
                <a:lnTo>
                  <a:pt x="421600" y="577295"/>
                </a:lnTo>
                <a:lnTo>
                  <a:pt x="422064" y="576743"/>
                </a:lnTo>
                <a:lnTo>
                  <a:pt x="422171" y="576236"/>
                </a:lnTo>
                <a:lnTo>
                  <a:pt x="421504" y="574928"/>
                </a:lnTo>
                <a:lnTo>
                  <a:pt x="422224" y="573248"/>
                </a:lnTo>
                <a:lnTo>
                  <a:pt x="421719" y="571410"/>
                </a:lnTo>
                <a:lnTo>
                  <a:pt x="422261" y="569834"/>
                </a:lnTo>
                <a:lnTo>
                  <a:pt x="421651" y="568303"/>
                </a:lnTo>
                <a:lnTo>
                  <a:pt x="421998" y="567558"/>
                </a:lnTo>
                <a:lnTo>
                  <a:pt x="422865" y="566587"/>
                </a:lnTo>
                <a:lnTo>
                  <a:pt x="423122" y="565210"/>
                </a:lnTo>
                <a:lnTo>
                  <a:pt x="422567" y="565091"/>
                </a:lnTo>
                <a:lnTo>
                  <a:pt x="422160" y="564166"/>
                </a:lnTo>
                <a:lnTo>
                  <a:pt x="422542" y="563811"/>
                </a:lnTo>
                <a:lnTo>
                  <a:pt x="424050" y="564633"/>
                </a:lnTo>
                <a:lnTo>
                  <a:pt x="424663" y="564412"/>
                </a:lnTo>
                <a:lnTo>
                  <a:pt x="424714" y="562704"/>
                </a:lnTo>
                <a:lnTo>
                  <a:pt x="424013" y="562388"/>
                </a:lnTo>
                <a:lnTo>
                  <a:pt x="424010" y="561851"/>
                </a:lnTo>
                <a:lnTo>
                  <a:pt x="425191" y="561972"/>
                </a:lnTo>
                <a:lnTo>
                  <a:pt x="425502" y="561665"/>
                </a:lnTo>
                <a:lnTo>
                  <a:pt x="425647" y="560206"/>
                </a:lnTo>
                <a:lnTo>
                  <a:pt x="426969" y="559713"/>
                </a:lnTo>
                <a:lnTo>
                  <a:pt x="426953" y="558867"/>
                </a:lnTo>
                <a:lnTo>
                  <a:pt x="428043" y="558429"/>
                </a:lnTo>
                <a:lnTo>
                  <a:pt x="428195" y="557883"/>
                </a:lnTo>
                <a:lnTo>
                  <a:pt x="427421" y="557493"/>
                </a:lnTo>
                <a:lnTo>
                  <a:pt x="427844" y="556655"/>
                </a:lnTo>
                <a:lnTo>
                  <a:pt x="427141" y="555760"/>
                </a:lnTo>
                <a:lnTo>
                  <a:pt x="425434" y="556408"/>
                </a:lnTo>
                <a:lnTo>
                  <a:pt x="418583" y="556638"/>
                </a:lnTo>
                <a:lnTo>
                  <a:pt x="417866" y="556910"/>
                </a:lnTo>
                <a:lnTo>
                  <a:pt x="416585" y="556925"/>
                </a:lnTo>
                <a:lnTo>
                  <a:pt x="416072" y="555590"/>
                </a:lnTo>
                <a:lnTo>
                  <a:pt x="412759" y="542014"/>
                </a:lnTo>
                <a:lnTo>
                  <a:pt x="411995" y="541055"/>
                </a:lnTo>
                <a:lnTo>
                  <a:pt x="408890" y="539803"/>
                </a:lnTo>
                <a:lnTo>
                  <a:pt x="408507" y="538217"/>
                </a:lnTo>
                <a:lnTo>
                  <a:pt x="409108" y="537076"/>
                </a:lnTo>
                <a:lnTo>
                  <a:pt x="406921" y="537023"/>
                </a:lnTo>
                <a:lnTo>
                  <a:pt x="404314" y="534091"/>
                </a:lnTo>
                <a:lnTo>
                  <a:pt x="402094" y="534317"/>
                </a:lnTo>
                <a:lnTo>
                  <a:pt x="402843" y="533649"/>
                </a:lnTo>
                <a:lnTo>
                  <a:pt x="402723" y="532199"/>
                </a:lnTo>
                <a:lnTo>
                  <a:pt x="386159" y="488831"/>
                </a:lnTo>
                <a:lnTo>
                  <a:pt x="384330" y="487669"/>
                </a:lnTo>
                <a:lnTo>
                  <a:pt x="384999" y="487119"/>
                </a:lnTo>
                <a:lnTo>
                  <a:pt x="381742" y="484725"/>
                </a:lnTo>
                <a:lnTo>
                  <a:pt x="378225" y="480110"/>
                </a:lnTo>
                <a:lnTo>
                  <a:pt x="376828" y="479128"/>
                </a:lnTo>
                <a:lnTo>
                  <a:pt x="376275" y="478316"/>
                </a:lnTo>
                <a:lnTo>
                  <a:pt x="375605" y="478400"/>
                </a:lnTo>
                <a:lnTo>
                  <a:pt x="375630" y="477992"/>
                </a:lnTo>
                <a:lnTo>
                  <a:pt x="374752" y="477449"/>
                </a:lnTo>
                <a:lnTo>
                  <a:pt x="374561" y="475449"/>
                </a:lnTo>
                <a:lnTo>
                  <a:pt x="376616" y="474441"/>
                </a:lnTo>
                <a:lnTo>
                  <a:pt x="376921" y="473940"/>
                </a:lnTo>
                <a:lnTo>
                  <a:pt x="376526" y="472226"/>
                </a:lnTo>
                <a:lnTo>
                  <a:pt x="375510" y="470774"/>
                </a:lnTo>
                <a:lnTo>
                  <a:pt x="375634" y="470368"/>
                </a:lnTo>
                <a:lnTo>
                  <a:pt x="377074" y="470225"/>
                </a:lnTo>
                <a:lnTo>
                  <a:pt x="377839" y="469875"/>
                </a:lnTo>
                <a:lnTo>
                  <a:pt x="378219" y="471190"/>
                </a:lnTo>
                <a:lnTo>
                  <a:pt x="379093" y="472490"/>
                </a:lnTo>
                <a:lnTo>
                  <a:pt x="379834" y="473284"/>
                </a:lnTo>
                <a:lnTo>
                  <a:pt x="381015" y="473767"/>
                </a:lnTo>
                <a:lnTo>
                  <a:pt x="382308" y="470967"/>
                </a:lnTo>
                <a:lnTo>
                  <a:pt x="382083" y="469693"/>
                </a:lnTo>
                <a:lnTo>
                  <a:pt x="382460" y="468853"/>
                </a:lnTo>
                <a:lnTo>
                  <a:pt x="382256" y="467716"/>
                </a:lnTo>
                <a:lnTo>
                  <a:pt x="382456" y="467388"/>
                </a:lnTo>
                <a:lnTo>
                  <a:pt x="382905" y="467481"/>
                </a:lnTo>
                <a:lnTo>
                  <a:pt x="383718" y="468200"/>
                </a:lnTo>
                <a:lnTo>
                  <a:pt x="384202" y="469755"/>
                </a:lnTo>
                <a:lnTo>
                  <a:pt x="384542" y="470235"/>
                </a:lnTo>
                <a:lnTo>
                  <a:pt x="385032" y="470316"/>
                </a:lnTo>
                <a:lnTo>
                  <a:pt x="385642" y="469266"/>
                </a:lnTo>
                <a:lnTo>
                  <a:pt x="386427" y="468668"/>
                </a:lnTo>
                <a:lnTo>
                  <a:pt x="388037" y="468452"/>
                </a:lnTo>
                <a:lnTo>
                  <a:pt x="387789" y="466404"/>
                </a:lnTo>
                <a:lnTo>
                  <a:pt x="389285" y="465624"/>
                </a:lnTo>
                <a:lnTo>
                  <a:pt x="390008" y="464435"/>
                </a:lnTo>
                <a:lnTo>
                  <a:pt x="391510" y="463826"/>
                </a:lnTo>
                <a:lnTo>
                  <a:pt x="392236" y="463796"/>
                </a:lnTo>
                <a:lnTo>
                  <a:pt x="393067" y="464102"/>
                </a:lnTo>
                <a:lnTo>
                  <a:pt x="394968" y="461866"/>
                </a:lnTo>
                <a:lnTo>
                  <a:pt x="395612" y="461659"/>
                </a:lnTo>
                <a:lnTo>
                  <a:pt x="396494" y="462146"/>
                </a:lnTo>
                <a:lnTo>
                  <a:pt x="399277" y="462763"/>
                </a:lnTo>
                <a:lnTo>
                  <a:pt x="399899" y="463420"/>
                </a:lnTo>
                <a:lnTo>
                  <a:pt x="400662" y="463071"/>
                </a:lnTo>
                <a:lnTo>
                  <a:pt x="401752" y="463278"/>
                </a:lnTo>
                <a:lnTo>
                  <a:pt x="402587" y="462815"/>
                </a:lnTo>
                <a:lnTo>
                  <a:pt x="402255" y="461966"/>
                </a:lnTo>
                <a:lnTo>
                  <a:pt x="402375" y="461543"/>
                </a:lnTo>
                <a:lnTo>
                  <a:pt x="404513" y="460262"/>
                </a:lnTo>
                <a:lnTo>
                  <a:pt x="404375" y="459666"/>
                </a:lnTo>
                <a:lnTo>
                  <a:pt x="404593" y="459459"/>
                </a:lnTo>
                <a:lnTo>
                  <a:pt x="405267" y="459339"/>
                </a:lnTo>
                <a:lnTo>
                  <a:pt x="405863" y="461063"/>
                </a:lnTo>
                <a:lnTo>
                  <a:pt x="406837" y="460899"/>
                </a:lnTo>
                <a:lnTo>
                  <a:pt x="407611" y="461151"/>
                </a:lnTo>
                <a:lnTo>
                  <a:pt x="409337" y="460071"/>
                </a:lnTo>
                <a:lnTo>
                  <a:pt x="409235" y="458348"/>
                </a:lnTo>
                <a:lnTo>
                  <a:pt x="409591" y="457782"/>
                </a:lnTo>
                <a:lnTo>
                  <a:pt x="410366" y="457808"/>
                </a:lnTo>
                <a:lnTo>
                  <a:pt x="412371" y="456737"/>
                </a:lnTo>
                <a:lnTo>
                  <a:pt x="413247" y="457031"/>
                </a:lnTo>
                <a:lnTo>
                  <a:pt x="414063" y="457920"/>
                </a:lnTo>
                <a:lnTo>
                  <a:pt x="415857" y="457821"/>
                </a:lnTo>
                <a:lnTo>
                  <a:pt x="416428" y="457995"/>
                </a:lnTo>
                <a:lnTo>
                  <a:pt x="416240" y="456000"/>
                </a:lnTo>
                <a:lnTo>
                  <a:pt x="415861" y="455405"/>
                </a:lnTo>
                <a:lnTo>
                  <a:pt x="415717" y="454576"/>
                </a:lnTo>
                <a:lnTo>
                  <a:pt x="416440" y="453611"/>
                </a:lnTo>
                <a:lnTo>
                  <a:pt x="416354" y="452652"/>
                </a:lnTo>
                <a:lnTo>
                  <a:pt x="416602" y="452164"/>
                </a:lnTo>
                <a:lnTo>
                  <a:pt x="419974" y="449600"/>
                </a:lnTo>
                <a:lnTo>
                  <a:pt x="420539" y="449610"/>
                </a:lnTo>
                <a:lnTo>
                  <a:pt x="421447" y="450486"/>
                </a:lnTo>
                <a:lnTo>
                  <a:pt x="422448" y="450837"/>
                </a:lnTo>
                <a:lnTo>
                  <a:pt x="424398" y="450532"/>
                </a:lnTo>
                <a:lnTo>
                  <a:pt x="424783" y="449382"/>
                </a:lnTo>
                <a:lnTo>
                  <a:pt x="423869" y="447427"/>
                </a:lnTo>
                <a:lnTo>
                  <a:pt x="424087" y="446485"/>
                </a:lnTo>
                <a:lnTo>
                  <a:pt x="423930" y="445190"/>
                </a:lnTo>
                <a:lnTo>
                  <a:pt x="424724" y="444782"/>
                </a:lnTo>
                <a:lnTo>
                  <a:pt x="425893" y="444612"/>
                </a:lnTo>
                <a:lnTo>
                  <a:pt x="426545" y="443727"/>
                </a:lnTo>
                <a:lnTo>
                  <a:pt x="427283" y="443369"/>
                </a:lnTo>
                <a:lnTo>
                  <a:pt x="427640" y="442048"/>
                </a:lnTo>
                <a:lnTo>
                  <a:pt x="428664" y="441224"/>
                </a:lnTo>
                <a:lnTo>
                  <a:pt x="429074" y="440535"/>
                </a:lnTo>
                <a:lnTo>
                  <a:pt x="429048" y="439454"/>
                </a:lnTo>
                <a:lnTo>
                  <a:pt x="429627" y="438673"/>
                </a:lnTo>
                <a:lnTo>
                  <a:pt x="430767" y="439157"/>
                </a:lnTo>
                <a:lnTo>
                  <a:pt x="431960" y="438734"/>
                </a:lnTo>
                <a:lnTo>
                  <a:pt x="432792" y="438718"/>
                </a:lnTo>
                <a:lnTo>
                  <a:pt x="433688" y="437700"/>
                </a:lnTo>
                <a:lnTo>
                  <a:pt x="433342" y="436503"/>
                </a:lnTo>
                <a:lnTo>
                  <a:pt x="433365" y="434977"/>
                </a:lnTo>
                <a:lnTo>
                  <a:pt x="431746" y="433433"/>
                </a:lnTo>
                <a:lnTo>
                  <a:pt x="431195" y="432334"/>
                </a:lnTo>
                <a:lnTo>
                  <a:pt x="431199" y="431497"/>
                </a:lnTo>
                <a:lnTo>
                  <a:pt x="431413" y="431135"/>
                </a:lnTo>
                <a:lnTo>
                  <a:pt x="431884" y="431115"/>
                </a:lnTo>
                <a:lnTo>
                  <a:pt x="434110" y="432764"/>
                </a:lnTo>
                <a:lnTo>
                  <a:pt x="434615" y="432853"/>
                </a:lnTo>
                <a:lnTo>
                  <a:pt x="434946" y="432661"/>
                </a:lnTo>
                <a:lnTo>
                  <a:pt x="435383" y="432231"/>
                </a:lnTo>
                <a:lnTo>
                  <a:pt x="435746" y="431270"/>
                </a:lnTo>
                <a:lnTo>
                  <a:pt x="435258" y="429324"/>
                </a:lnTo>
                <a:lnTo>
                  <a:pt x="435687" y="426435"/>
                </a:lnTo>
                <a:lnTo>
                  <a:pt x="436866" y="425585"/>
                </a:lnTo>
                <a:lnTo>
                  <a:pt x="439186" y="425310"/>
                </a:lnTo>
                <a:lnTo>
                  <a:pt x="440833" y="424342"/>
                </a:lnTo>
                <a:lnTo>
                  <a:pt x="440800" y="424000"/>
                </a:lnTo>
                <a:lnTo>
                  <a:pt x="439792" y="423233"/>
                </a:lnTo>
                <a:lnTo>
                  <a:pt x="439667" y="422272"/>
                </a:lnTo>
                <a:lnTo>
                  <a:pt x="438738" y="421885"/>
                </a:lnTo>
                <a:lnTo>
                  <a:pt x="438437" y="420642"/>
                </a:lnTo>
                <a:lnTo>
                  <a:pt x="439476" y="420452"/>
                </a:lnTo>
                <a:lnTo>
                  <a:pt x="440011" y="420112"/>
                </a:lnTo>
                <a:lnTo>
                  <a:pt x="440862" y="420327"/>
                </a:lnTo>
                <a:lnTo>
                  <a:pt x="442141" y="420094"/>
                </a:lnTo>
                <a:lnTo>
                  <a:pt x="442648" y="420570"/>
                </a:lnTo>
                <a:lnTo>
                  <a:pt x="442650" y="421415"/>
                </a:lnTo>
                <a:lnTo>
                  <a:pt x="443310" y="421467"/>
                </a:lnTo>
                <a:lnTo>
                  <a:pt x="443661" y="421231"/>
                </a:lnTo>
                <a:lnTo>
                  <a:pt x="443473" y="420200"/>
                </a:lnTo>
                <a:lnTo>
                  <a:pt x="444046" y="419521"/>
                </a:lnTo>
                <a:lnTo>
                  <a:pt x="444180" y="418601"/>
                </a:lnTo>
                <a:lnTo>
                  <a:pt x="444856" y="418688"/>
                </a:lnTo>
                <a:lnTo>
                  <a:pt x="445623" y="418345"/>
                </a:lnTo>
                <a:lnTo>
                  <a:pt x="446388" y="418528"/>
                </a:lnTo>
                <a:lnTo>
                  <a:pt x="446955" y="418338"/>
                </a:lnTo>
                <a:lnTo>
                  <a:pt x="447784" y="417450"/>
                </a:lnTo>
                <a:lnTo>
                  <a:pt x="448512" y="415844"/>
                </a:lnTo>
                <a:lnTo>
                  <a:pt x="450780" y="414904"/>
                </a:lnTo>
                <a:lnTo>
                  <a:pt x="451557" y="413736"/>
                </a:lnTo>
                <a:lnTo>
                  <a:pt x="451795" y="412756"/>
                </a:lnTo>
                <a:lnTo>
                  <a:pt x="451022" y="411928"/>
                </a:lnTo>
                <a:lnTo>
                  <a:pt x="449882" y="411707"/>
                </a:lnTo>
                <a:lnTo>
                  <a:pt x="449412" y="411175"/>
                </a:lnTo>
                <a:lnTo>
                  <a:pt x="448637" y="411783"/>
                </a:lnTo>
                <a:lnTo>
                  <a:pt x="448246" y="411752"/>
                </a:lnTo>
                <a:lnTo>
                  <a:pt x="448011" y="411377"/>
                </a:lnTo>
                <a:lnTo>
                  <a:pt x="448567" y="410765"/>
                </a:lnTo>
                <a:lnTo>
                  <a:pt x="448634" y="410303"/>
                </a:lnTo>
                <a:lnTo>
                  <a:pt x="447986" y="409514"/>
                </a:lnTo>
                <a:lnTo>
                  <a:pt x="447249" y="409264"/>
                </a:lnTo>
                <a:lnTo>
                  <a:pt x="447289" y="409097"/>
                </a:lnTo>
                <a:lnTo>
                  <a:pt x="448798" y="407946"/>
                </a:lnTo>
                <a:lnTo>
                  <a:pt x="449384" y="408353"/>
                </a:lnTo>
                <a:lnTo>
                  <a:pt x="450157" y="408067"/>
                </a:lnTo>
                <a:lnTo>
                  <a:pt x="450992" y="406228"/>
                </a:lnTo>
                <a:lnTo>
                  <a:pt x="451717" y="405895"/>
                </a:lnTo>
                <a:lnTo>
                  <a:pt x="452567" y="404697"/>
                </a:lnTo>
                <a:lnTo>
                  <a:pt x="453213" y="404347"/>
                </a:lnTo>
                <a:lnTo>
                  <a:pt x="454510" y="404161"/>
                </a:lnTo>
                <a:lnTo>
                  <a:pt x="454824" y="403389"/>
                </a:lnTo>
                <a:lnTo>
                  <a:pt x="455925" y="402967"/>
                </a:lnTo>
                <a:lnTo>
                  <a:pt x="456201" y="402571"/>
                </a:lnTo>
                <a:lnTo>
                  <a:pt x="456464" y="400878"/>
                </a:lnTo>
                <a:lnTo>
                  <a:pt x="456830" y="400016"/>
                </a:lnTo>
                <a:lnTo>
                  <a:pt x="458240" y="400025"/>
                </a:lnTo>
                <a:lnTo>
                  <a:pt x="458553" y="400579"/>
                </a:lnTo>
                <a:lnTo>
                  <a:pt x="459029" y="400857"/>
                </a:lnTo>
                <a:lnTo>
                  <a:pt x="459579" y="400453"/>
                </a:lnTo>
                <a:lnTo>
                  <a:pt x="460447" y="400344"/>
                </a:lnTo>
                <a:lnTo>
                  <a:pt x="461577" y="399809"/>
                </a:lnTo>
                <a:lnTo>
                  <a:pt x="462027" y="398753"/>
                </a:lnTo>
                <a:lnTo>
                  <a:pt x="462017" y="397913"/>
                </a:lnTo>
                <a:lnTo>
                  <a:pt x="460058" y="395884"/>
                </a:lnTo>
                <a:lnTo>
                  <a:pt x="459901" y="395396"/>
                </a:lnTo>
                <a:lnTo>
                  <a:pt x="461269" y="394855"/>
                </a:lnTo>
                <a:lnTo>
                  <a:pt x="462298" y="395183"/>
                </a:lnTo>
                <a:lnTo>
                  <a:pt x="464401" y="394624"/>
                </a:lnTo>
                <a:lnTo>
                  <a:pt x="464835" y="393336"/>
                </a:lnTo>
                <a:lnTo>
                  <a:pt x="464159" y="392738"/>
                </a:lnTo>
                <a:lnTo>
                  <a:pt x="464427" y="392012"/>
                </a:lnTo>
                <a:lnTo>
                  <a:pt x="465160" y="392019"/>
                </a:lnTo>
                <a:lnTo>
                  <a:pt x="466038" y="392595"/>
                </a:lnTo>
                <a:lnTo>
                  <a:pt x="466338" y="392458"/>
                </a:lnTo>
                <a:lnTo>
                  <a:pt x="467012" y="391095"/>
                </a:lnTo>
                <a:lnTo>
                  <a:pt x="466926" y="390445"/>
                </a:lnTo>
                <a:lnTo>
                  <a:pt x="467275" y="389831"/>
                </a:lnTo>
                <a:lnTo>
                  <a:pt x="466738" y="388917"/>
                </a:lnTo>
                <a:lnTo>
                  <a:pt x="467165" y="388171"/>
                </a:lnTo>
                <a:lnTo>
                  <a:pt x="466589" y="387309"/>
                </a:lnTo>
                <a:lnTo>
                  <a:pt x="465601" y="387254"/>
                </a:lnTo>
                <a:lnTo>
                  <a:pt x="465702" y="386629"/>
                </a:lnTo>
                <a:lnTo>
                  <a:pt x="467005" y="386138"/>
                </a:lnTo>
                <a:lnTo>
                  <a:pt x="467776" y="386682"/>
                </a:lnTo>
                <a:lnTo>
                  <a:pt x="468086" y="387304"/>
                </a:lnTo>
                <a:lnTo>
                  <a:pt x="468560" y="387467"/>
                </a:lnTo>
                <a:lnTo>
                  <a:pt x="469302" y="386136"/>
                </a:lnTo>
                <a:lnTo>
                  <a:pt x="470241" y="386404"/>
                </a:lnTo>
                <a:lnTo>
                  <a:pt x="470659" y="386086"/>
                </a:lnTo>
                <a:lnTo>
                  <a:pt x="470906" y="385498"/>
                </a:lnTo>
                <a:lnTo>
                  <a:pt x="470573" y="384920"/>
                </a:lnTo>
                <a:lnTo>
                  <a:pt x="470848" y="384400"/>
                </a:lnTo>
                <a:lnTo>
                  <a:pt x="470633" y="384131"/>
                </a:lnTo>
                <a:lnTo>
                  <a:pt x="469584" y="383847"/>
                </a:lnTo>
                <a:lnTo>
                  <a:pt x="468557" y="382553"/>
                </a:lnTo>
                <a:lnTo>
                  <a:pt x="467815" y="383446"/>
                </a:lnTo>
                <a:lnTo>
                  <a:pt x="467436" y="383436"/>
                </a:lnTo>
                <a:lnTo>
                  <a:pt x="467533" y="382615"/>
                </a:lnTo>
                <a:lnTo>
                  <a:pt x="466398" y="382561"/>
                </a:lnTo>
                <a:lnTo>
                  <a:pt x="465992" y="380883"/>
                </a:lnTo>
                <a:lnTo>
                  <a:pt x="466835" y="380656"/>
                </a:lnTo>
                <a:lnTo>
                  <a:pt x="467003" y="380347"/>
                </a:lnTo>
                <a:lnTo>
                  <a:pt x="467402" y="380234"/>
                </a:lnTo>
                <a:lnTo>
                  <a:pt x="467933" y="381104"/>
                </a:lnTo>
                <a:lnTo>
                  <a:pt x="468441" y="381420"/>
                </a:lnTo>
                <a:lnTo>
                  <a:pt x="468812" y="381080"/>
                </a:lnTo>
                <a:lnTo>
                  <a:pt x="470477" y="380722"/>
                </a:lnTo>
                <a:lnTo>
                  <a:pt x="470868" y="379917"/>
                </a:lnTo>
                <a:lnTo>
                  <a:pt x="470808" y="379007"/>
                </a:lnTo>
                <a:lnTo>
                  <a:pt x="470091" y="378400"/>
                </a:lnTo>
                <a:lnTo>
                  <a:pt x="470145" y="378023"/>
                </a:lnTo>
                <a:lnTo>
                  <a:pt x="470820" y="377832"/>
                </a:lnTo>
                <a:lnTo>
                  <a:pt x="471702" y="378251"/>
                </a:lnTo>
                <a:lnTo>
                  <a:pt x="471778" y="377545"/>
                </a:lnTo>
                <a:lnTo>
                  <a:pt x="472394" y="377732"/>
                </a:lnTo>
                <a:lnTo>
                  <a:pt x="472692" y="377439"/>
                </a:lnTo>
                <a:lnTo>
                  <a:pt x="471729" y="376320"/>
                </a:lnTo>
                <a:lnTo>
                  <a:pt x="471989" y="374741"/>
                </a:lnTo>
                <a:lnTo>
                  <a:pt x="472380" y="374277"/>
                </a:lnTo>
                <a:lnTo>
                  <a:pt x="473370" y="374511"/>
                </a:lnTo>
                <a:lnTo>
                  <a:pt x="475237" y="375647"/>
                </a:lnTo>
                <a:lnTo>
                  <a:pt x="476000" y="375703"/>
                </a:lnTo>
                <a:lnTo>
                  <a:pt x="476370" y="375442"/>
                </a:lnTo>
                <a:lnTo>
                  <a:pt x="476907" y="373885"/>
                </a:lnTo>
                <a:lnTo>
                  <a:pt x="476563" y="373410"/>
                </a:lnTo>
                <a:lnTo>
                  <a:pt x="476848" y="372473"/>
                </a:lnTo>
                <a:lnTo>
                  <a:pt x="475903" y="372288"/>
                </a:lnTo>
                <a:lnTo>
                  <a:pt x="475635" y="370955"/>
                </a:lnTo>
                <a:lnTo>
                  <a:pt x="475788" y="370792"/>
                </a:lnTo>
                <a:lnTo>
                  <a:pt x="476965" y="371002"/>
                </a:lnTo>
                <a:lnTo>
                  <a:pt x="477856" y="369936"/>
                </a:lnTo>
                <a:lnTo>
                  <a:pt x="478202" y="368618"/>
                </a:lnTo>
                <a:lnTo>
                  <a:pt x="477531" y="367898"/>
                </a:lnTo>
                <a:lnTo>
                  <a:pt x="477688" y="367032"/>
                </a:lnTo>
                <a:lnTo>
                  <a:pt x="478330" y="366851"/>
                </a:lnTo>
                <a:lnTo>
                  <a:pt x="478370" y="366295"/>
                </a:lnTo>
                <a:lnTo>
                  <a:pt x="478008" y="366077"/>
                </a:lnTo>
                <a:lnTo>
                  <a:pt x="478016" y="365712"/>
                </a:lnTo>
                <a:lnTo>
                  <a:pt x="478739" y="365939"/>
                </a:lnTo>
                <a:lnTo>
                  <a:pt x="478949" y="365298"/>
                </a:lnTo>
                <a:lnTo>
                  <a:pt x="479740" y="364976"/>
                </a:lnTo>
                <a:lnTo>
                  <a:pt x="480365" y="363906"/>
                </a:lnTo>
                <a:lnTo>
                  <a:pt x="480813" y="364643"/>
                </a:lnTo>
                <a:lnTo>
                  <a:pt x="481284" y="364607"/>
                </a:lnTo>
                <a:lnTo>
                  <a:pt x="480865" y="363889"/>
                </a:lnTo>
                <a:lnTo>
                  <a:pt x="480976" y="363596"/>
                </a:lnTo>
                <a:lnTo>
                  <a:pt x="481497" y="364089"/>
                </a:lnTo>
                <a:lnTo>
                  <a:pt x="481615" y="364580"/>
                </a:lnTo>
                <a:lnTo>
                  <a:pt x="483272" y="364590"/>
                </a:lnTo>
                <a:lnTo>
                  <a:pt x="483570" y="364054"/>
                </a:lnTo>
                <a:lnTo>
                  <a:pt x="482873" y="363418"/>
                </a:lnTo>
                <a:lnTo>
                  <a:pt x="483558" y="362810"/>
                </a:lnTo>
                <a:lnTo>
                  <a:pt x="484154" y="361831"/>
                </a:lnTo>
                <a:lnTo>
                  <a:pt x="484352" y="360696"/>
                </a:lnTo>
                <a:lnTo>
                  <a:pt x="483756" y="359958"/>
                </a:lnTo>
                <a:lnTo>
                  <a:pt x="482989" y="359924"/>
                </a:lnTo>
                <a:lnTo>
                  <a:pt x="482718" y="359262"/>
                </a:lnTo>
                <a:lnTo>
                  <a:pt x="482655" y="357475"/>
                </a:lnTo>
                <a:lnTo>
                  <a:pt x="483889" y="357539"/>
                </a:lnTo>
                <a:lnTo>
                  <a:pt x="485902" y="359117"/>
                </a:lnTo>
                <a:lnTo>
                  <a:pt x="487226" y="359577"/>
                </a:lnTo>
                <a:lnTo>
                  <a:pt x="488171" y="359556"/>
                </a:lnTo>
                <a:lnTo>
                  <a:pt x="487913" y="360409"/>
                </a:lnTo>
                <a:lnTo>
                  <a:pt x="488805" y="361054"/>
                </a:lnTo>
                <a:lnTo>
                  <a:pt x="490160" y="360866"/>
                </a:lnTo>
                <a:lnTo>
                  <a:pt x="491341" y="361565"/>
                </a:lnTo>
                <a:lnTo>
                  <a:pt x="492875" y="360258"/>
                </a:lnTo>
                <a:lnTo>
                  <a:pt x="493529" y="360285"/>
                </a:lnTo>
                <a:lnTo>
                  <a:pt x="493261" y="359624"/>
                </a:lnTo>
                <a:lnTo>
                  <a:pt x="493354" y="358800"/>
                </a:lnTo>
                <a:lnTo>
                  <a:pt x="494692" y="360728"/>
                </a:lnTo>
                <a:lnTo>
                  <a:pt x="495892" y="359847"/>
                </a:lnTo>
                <a:lnTo>
                  <a:pt x="495860" y="358927"/>
                </a:lnTo>
                <a:lnTo>
                  <a:pt x="496419" y="358809"/>
                </a:lnTo>
                <a:lnTo>
                  <a:pt x="496746" y="359894"/>
                </a:lnTo>
                <a:lnTo>
                  <a:pt x="497367" y="360033"/>
                </a:lnTo>
                <a:lnTo>
                  <a:pt x="497474" y="360614"/>
                </a:lnTo>
                <a:lnTo>
                  <a:pt x="498123" y="360560"/>
                </a:lnTo>
                <a:lnTo>
                  <a:pt x="498781" y="361580"/>
                </a:lnTo>
                <a:lnTo>
                  <a:pt x="500293" y="361226"/>
                </a:lnTo>
                <a:lnTo>
                  <a:pt x="500873" y="360853"/>
                </a:lnTo>
                <a:lnTo>
                  <a:pt x="501562" y="361177"/>
                </a:lnTo>
                <a:lnTo>
                  <a:pt x="501920" y="360815"/>
                </a:lnTo>
                <a:lnTo>
                  <a:pt x="501984" y="360197"/>
                </a:lnTo>
                <a:lnTo>
                  <a:pt x="502720" y="359896"/>
                </a:lnTo>
                <a:lnTo>
                  <a:pt x="503018" y="358916"/>
                </a:lnTo>
                <a:lnTo>
                  <a:pt x="502988" y="358143"/>
                </a:lnTo>
                <a:lnTo>
                  <a:pt x="503337" y="357591"/>
                </a:lnTo>
                <a:lnTo>
                  <a:pt x="503032" y="356970"/>
                </a:lnTo>
                <a:lnTo>
                  <a:pt x="502352" y="357045"/>
                </a:lnTo>
                <a:lnTo>
                  <a:pt x="501631" y="356620"/>
                </a:lnTo>
                <a:lnTo>
                  <a:pt x="502420" y="355168"/>
                </a:lnTo>
                <a:lnTo>
                  <a:pt x="503404" y="355088"/>
                </a:lnTo>
                <a:lnTo>
                  <a:pt x="504599" y="355615"/>
                </a:lnTo>
                <a:lnTo>
                  <a:pt x="506236" y="355001"/>
                </a:lnTo>
                <a:lnTo>
                  <a:pt x="506278" y="354112"/>
                </a:lnTo>
                <a:lnTo>
                  <a:pt x="505700" y="353173"/>
                </a:lnTo>
                <a:lnTo>
                  <a:pt x="506145" y="352232"/>
                </a:lnTo>
                <a:lnTo>
                  <a:pt x="506486" y="352040"/>
                </a:lnTo>
                <a:lnTo>
                  <a:pt x="507370" y="352533"/>
                </a:lnTo>
                <a:lnTo>
                  <a:pt x="507288" y="351713"/>
                </a:lnTo>
                <a:lnTo>
                  <a:pt x="507750" y="351095"/>
                </a:lnTo>
                <a:lnTo>
                  <a:pt x="508987" y="351034"/>
                </a:lnTo>
                <a:lnTo>
                  <a:pt x="508987" y="350391"/>
                </a:lnTo>
                <a:lnTo>
                  <a:pt x="510377" y="351112"/>
                </a:lnTo>
                <a:lnTo>
                  <a:pt x="511349" y="352057"/>
                </a:lnTo>
                <a:lnTo>
                  <a:pt x="512239" y="352317"/>
                </a:lnTo>
                <a:lnTo>
                  <a:pt x="512306" y="353290"/>
                </a:lnTo>
                <a:lnTo>
                  <a:pt x="512746" y="354165"/>
                </a:lnTo>
                <a:lnTo>
                  <a:pt x="513334" y="354714"/>
                </a:lnTo>
                <a:lnTo>
                  <a:pt x="515288" y="355204"/>
                </a:lnTo>
                <a:lnTo>
                  <a:pt x="516194" y="356206"/>
                </a:lnTo>
                <a:lnTo>
                  <a:pt x="516420" y="355806"/>
                </a:lnTo>
                <a:lnTo>
                  <a:pt x="515738" y="355225"/>
                </a:lnTo>
                <a:lnTo>
                  <a:pt x="516637" y="355112"/>
                </a:lnTo>
                <a:lnTo>
                  <a:pt x="516738" y="354565"/>
                </a:lnTo>
                <a:lnTo>
                  <a:pt x="516991" y="354460"/>
                </a:lnTo>
                <a:lnTo>
                  <a:pt x="517535" y="355353"/>
                </a:lnTo>
                <a:lnTo>
                  <a:pt x="517864" y="355214"/>
                </a:lnTo>
                <a:lnTo>
                  <a:pt x="518271" y="354437"/>
                </a:lnTo>
                <a:lnTo>
                  <a:pt x="518659" y="354633"/>
                </a:lnTo>
                <a:lnTo>
                  <a:pt x="519388" y="355815"/>
                </a:lnTo>
                <a:lnTo>
                  <a:pt x="520162" y="355156"/>
                </a:lnTo>
                <a:lnTo>
                  <a:pt x="521061" y="354936"/>
                </a:lnTo>
                <a:lnTo>
                  <a:pt x="521633" y="355762"/>
                </a:lnTo>
                <a:lnTo>
                  <a:pt x="521843" y="355360"/>
                </a:lnTo>
                <a:lnTo>
                  <a:pt x="521620" y="354859"/>
                </a:lnTo>
                <a:lnTo>
                  <a:pt x="522392" y="354985"/>
                </a:lnTo>
                <a:lnTo>
                  <a:pt x="521959" y="354639"/>
                </a:lnTo>
                <a:lnTo>
                  <a:pt x="522207" y="353921"/>
                </a:lnTo>
                <a:lnTo>
                  <a:pt x="521603" y="353763"/>
                </a:lnTo>
                <a:lnTo>
                  <a:pt x="521913" y="353472"/>
                </a:lnTo>
                <a:lnTo>
                  <a:pt x="521851" y="352652"/>
                </a:lnTo>
                <a:lnTo>
                  <a:pt x="521277" y="353057"/>
                </a:lnTo>
                <a:lnTo>
                  <a:pt x="521041" y="352560"/>
                </a:lnTo>
                <a:lnTo>
                  <a:pt x="521707" y="351976"/>
                </a:lnTo>
                <a:lnTo>
                  <a:pt x="522131" y="352051"/>
                </a:lnTo>
                <a:lnTo>
                  <a:pt x="522814" y="351096"/>
                </a:lnTo>
                <a:lnTo>
                  <a:pt x="523429" y="351219"/>
                </a:lnTo>
                <a:lnTo>
                  <a:pt x="523560" y="350536"/>
                </a:lnTo>
                <a:lnTo>
                  <a:pt x="524050" y="350418"/>
                </a:lnTo>
                <a:lnTo>
                  <a:pt x="524509" y="349827"/>
                </a:lnTo>
                <a:lnTo>
                  <a:pt x="525026" y="350237"/>
                </a:lnTo>
                <a:lnTo>
                  <a:pt x="525465" y="349813"/>
                </a:lnTo>
                <a:lnTo>
                  <a:pt x="525471" y="348748"/>
                </a:lnTo>
                <a:lnTo>
                  <a:pt x="524896" y="347953"/>
                </a:lnTo>
                <a:lnTo>
                  <a:pt x="525186" y="347423"/>
                </a:lnTo>
                <a:lnTo>
                  <a:pt x="525055" y="346037"/>
                </a:lnTo>
                <a:lnTo>
                  <a:pt x="526257" y="345488"/>
                </a:lnTo>
                <a:lnTo>
                  <a:pt x="528241" y="345787"/>
                </a:lnTo>
                <a:lnTo>
                  <a:pt x="528489" y="345656"/>
                </a:lnTo>
                <a:lnTo>
                  <a:pt x="528586" y="345033"/>
                </a:lnTo>
                <a:lnTo>
                  <a:pt x="529005" y="344920"/>
                </a:lnTo>
                <a:lnTo>
                  <a:pt x="528871" y="344434"/>
                </a:lnTo>
                <a:lnTo>
                  <a:pt x="529345" y="344275"/>
                </a:lnTo>
                <a:lnTo>
                  <a:pt x="530259" y="343265"/>
                </a:lnTo>
                <a:lnTo>
                  <a:pt x="530120" y="342348"/>
                </a:lnTo>
                <a:lnTo>
                  <a:pt x="529715" y="342189"/>
                </a:lnTo>
                <a:lnTo>
                  <a:pt x="530644" y="342184"/>
                </a:lnTo>
                <a:lnTo>
                  <a:pt x="531550" y="340978"/>
                </a:lnTo>
                <a:lnTo>
                  <a:pt x="531448" y="340663"/>
                </a:lnTo>
                <a:lnTo>
                  <a:pt x="531913" y="340444"/>
                </a:lnTo>
                <a:lnTo>
                  <a:pt x="531694" y="339846"/>
                </a:lnTo>
                <a:lnTo>
                  <a:pt x="532311" y="338294"/>
                </a:lnTo>
                <a:lnTo>
                  <a:pt x="532643" y="337898"/>
                </a:lnTo>
                <a:lnTo>
                  <a:pt x="533484" y="337774"/>
                </a:lnTo>
                <a:lnTo>
                  <a:pt x="534309" y="336623"/>
                </a:lnTo>
                <a:lnTo>
                  <a:pt x="535188" y="336619"/>
                </a:lnTo>
                <a:lnTo>
                  <a:pt x="535146" y="334056"/>
                </a:lnTo>
                <a:lnTo>
                  <a:pt x="535570" y="333896"/>
                </a:lnTo>
                <a:lnTo>
                  <a:pt x="535976" y="334657"/>
                </a:lnTo>
                <a:lnTo>
                  <a:pt x="536412" y="334937"/>
                </a:lnTo>
                <a:lnTo>
                  <a:pt x="536795" y="334784"/>
                </a:lnTo>
                <a:lnTo>
                  <a:pt x="536700" y="334034"/>
                </a:lnTo>
                <a:lnTo>
                  <a:pt x="537458" y="333659"/>
                </a:lnTo>
                <a:lnTo>
                  <a:pt x="537921" y="332979"/>
                </a:lnTo>
                <a:lnTo>
                  <a:pt x="538506" y="333593"/>
                </a:lnTo>
                <a:lnTo>
                  <a:pt x="538648" y="332203"/>
                </a:lnTo>
                <a:lnTo>
                  <a:pt x="539137" y="331937"/>
                </a:lnTo>
                <a:lnTo>
                  <a:pt x="539702" y="331164"/>
                </a:lnTo>
                <a:lnTo>
                  <a:pt x="540299" y="332549"/>
                </a:lnTo>
                <a:lnTo>
                  <a:pt x="540675" y="332502"/>
                </a:lnTo>
                <a:lnTo>
                  <a:pt x="540371" y="331383"/>
                </a:lnTo>
                <a:lnTo>
                  <a:pt x="540643" y="331311"/>
                </a:lnTo>
                <a:lnTo>
                  <a:pt x="540975" y="331701"/>
                </a:lnTo>
                <a:lnTo>
                  <a:pt x="541148" y="331182"/>
                </a:lnTo>
                <a:lnTo>
                  <a:pt x="540401" y="330606"/>
                </a:lnTo>
                <a:lnTo>
                  <a:pt x="541409" y="330450"/>
                </a:lnTo>
                <a:lnTo>
                  <a:pt x="541057" y="330000"/>
                </a:lnTo>
                <a:lnTo>
                  <a:pt x="541976" y="329639"/>
                </a:lnTo>
                <a:lnTo>
                  <a:pt x="542281" y="329131"/>
                </a:lnTo>
                <a:lnTo>
                  <a:pt x="542134" y="328471"/>
                </a:lnTo>
                <a:lnTo>
                  <a:pt x="543403" y="328990"/>
                </a:lnTo>
                <a:lnTo>
                  <a:pt x="544524" y="329088"/>
                </a:lnTo>
                <a:lnTo>
                  <a:pt x="544210" y="327883"/>
                </a:lnTo>
                <a:lnTo>
                  <a:pt x="544766" y="327174"/>
                </a:lnTo>
                <a:lnTo>
                  <a:pt x="544479" y="326683"/>
                </a:lnTo>
                <a:lnTo>
                  <a:pt x="545472" y="327193"/>
                </a:lnTo>
                <a:lnTo>
                  <a:pt x="545468" y="328603"/>
                </a:lnTo>
                <a:lnTo>
                  <a:pt x="546273" y="329540"/>
                </a:lnTo>
                <a:lnTo>
                  <a:pt x="548262" y="328972"/>
                </a:lnTo>
                <a:lnTo>
                  <a:pt x="548786" y="328203"/>
                </a:lnTo>
                <a:lnTo>
                  <a:pt x="549371" y="328150"/>
                </a:lnTo>
                <a:lnTo>
                  <a:pt x="549745" y="328544"/>
                </a:lnTo>
                <a:lnTo>
                  <a:pt x="550912" y="328262"/>
                </a:lnTo>
                <a:lnTo>
                  <a:pt x="551040" y="327615"/>
                </a:lnTo>
                <a:lnTo>
                  <a:pt x="551617" y="327121"/>
                </a:lnTo>
                <a:lnTo>
                  <a:pt x="552722" y="327423"/>
                </a:lnTo>
                <a:lnTo>
                  <a:pt x="552964" y="328373"/>
                </a:lnTo>
                <a:lnTo>
                  <a:pt x="553592" y="328467"/>
                </a:lnTo>
                <a:lnTo>
                  <a:pt x="553852" y="328109"/>
                </a:lnTo>
                <a:lnTo>
                  <a:pt x="554344" y="328261"/>
                </a:lnTo>
                <a:lnTo>
                  <a:pt x="554994" y="328069"/>
                </a:lnTo>
                <a:lnTo>
                  <a:pt x="555046" y="329025"/>
                </a:lnTo>
                <a:lnTo>
                  <a:pt x="555359" y="329521"/>
                </a:lnTo>
                <a:lnTo>
                  <a:pt x="556162" y="329406"/>
                </a:lnTo>
                <a:lnTo>
                  <a:pt x="556482" y="329055"/>
                </a:lnTo>
                <a:lnTo>
                  <a:pt x="557150" y="329896"/>
                </a:lnTo>
                <a:lnTo>
                  <a:pt x="558259" y="330541"/>
                </a:lnTo>
                <a:lnTo>
                  <a:pt x="558933" y="330294"/>
                </a:lnTo>
                <a:lnTo>
                  <a:pt x="559125" y="329817"/>
                </a:lnTo>
                <a:lnTo>
                  <a:pt x="559563" y="330022"/>
                </a:lnTo>
                <a:lnTo>
                  <a:pt x="559813" y="329453"/>
                </a:lnTo>
                <a:lnTo>
                  <a:pt x="560250" y="329452"/>
                </a:lnTo>
                <a:lnTo>
                  <a:pt x="560180" y="329026"/>
                </a:lnTo>
                <a:lnTo>
                  <a:pt x="560413" y="328760"/>
                </a:lnTo>
                <a:lnTo>
                  <a:pt x="560672" y="328909"/>
                </a:lnTo>
                <a:lnTo>
                  <a:pt x="560559" y="329457"/>
                </a:lnTo>
                <a:lnTo>
                  <a:pt x="560830" y="329378"/>
                </a:lnTo>
                <a:lnTo>
                  <a:pt x="560875" y="329008"/>
                </a:lnTo>
                <a:lnTo>
                  <a:pt x="561223" y="329242"/>
                </a:lnTo>
                <a:lnTo>
                  <a:pt x="561002" y="328782"/>
                </a:lnTo>
                <a:lnTo>
                  <a:pt x="561493" y="328581"/>
                </a:lnTo>
                <a:lnTo>
                  <a:pt x="561751" y="327030"/>
                </a:lnTo>
                <a:lnTo>
                  <a:pt x="562501" y="327660"/>
                </a:lnTo>
                <a:lnTo>
                  <a:pt x="562342" y="328181"/>
                </a:lnTo>
                <a:lnTo>
                  <a:pt x="562497" y="328371"/>
                </a:lnTo>
                <a:lnTo>
                  <a:pt x="563418" y="328483"/>
                </a:lnTo>
                <a:lnTo>
                  <a:pt x="563863" y="328919"/>
                </a:lnTo>
                <a:lnTo>
                  <a:pt x="565064" y="329305"/>
                </a:lnTo>
                <a:lnTo>
                  <a:pt x="565232" y="329039"/>
                </a:lnTo>
                <a:lnTo>
                  <a:pt x="564602" y="328618"/>
                </a:lnTo>
                <a:lnTo>
                  <a:pt x="564658" y="328402"/>
                </a:lnTo>
                <a:lnTo>
                  <a:pt x="565453" y="328288"/>
                </a:lnTo>
                <a:lnTo>
                  <a:pt x="565676" y="327768"/>
                </a:lnTo>
                <a:lnTo>
                  <a:pt x="566068" y="328165"/>
                </a:lnTo>
                <a:lnTo>
                  <a:pt x="567016" y="327442"/>
                </a:lnTo>
                <a:lnTo>
                  <a:pt x="567271" y="327640"/>
                </a:lnTo>
                <a:lnTo>
                  <a:pt x="567264" y="328345"/>
                </a:lnTo>
                <a:lnTo>
                  <a:pt x="568015" y="328323"/>
                </a:lnTo>
                <a:lnTo>
                  <a:pt x="568016" y="329028"/>
                </a:lnTo>
                <a:lnTo>
                  <a:pt x="568889" y="327709"/>
                </a:lnTo>
                <a:lnTo>
                  <a:pt x="569149" y="327819"/>
                </a:lnTo>
                <a:lnTo>
                  <a:pt x="569095" y="327264"/>
                </a:lnTo>
                <a:lnTo>
                  <a:pt x="569601" y="327205"/>
                </a:lnTo>
                <a:lnTo>
                  <a:pt x="569698" y="326916"/>
                </a:lnTo>
                <a:lnTo>
                  <a:pt x="569506" y="326677"/>
                </a:lnTo>
                <a:lnTo>
                  <a:pt x="570189" y="326583"/>
                </a:lnTo>
                <a:lnTo>
                  <a:pt x="570112" y="326246"/>
                </a:lnTo>
                <a:lnTo>
                  <a:pt x="570614" y="326376"/>
                </a:lnTo>
                <a:lnTo>
                  <a:pt x="570622" y="325953"/>
                </a:lnTo>
                <a:lnTo>
                  <a:pt x="571311" y="325967"/>
                </a:lnTo>
                <a:lnTo>
                  <a:pt x="571463" y="325258"/>
                </a:lnTo>
                <a:lnTo>
                  <a:pt x="570890" y="324542"/>
                </a:lnTo>
                <a:lnTo>
                  <a:pt x="571169" y="324346"/>
                </a:lnTo>
                <a:lnTo>
                  <a:pt x="571137" y="323818"/>
                </a:lnTo>
                <a:lnTo>
                  <a:pt x="570545" y="322995"/>
                </a:lnTo>
                <a:lnTo>
                  <a:pt x="571411" y="323104"/>
                </a:lnTo>
                <a:lnTo>
                  <a:pt x="571967" y="322262"/>
                </a:lnTo>
                <a:lnTo>
                  <a:pt x="573338" y="321671"/>
                </a:lnTo>
                <a:lnTo>
                  <a:pt x="573630" y="321081"/>
                </a:lnTo>
                <a:lnTo>
                  <a:pt x="573872" y="321218"/>
                </a:lnTo>
                <a:lnTo>
                  <a:pt x="573671" y="320459"/>
                </a:lnTo>
                <a:lnTo>
                  <a:pt x="574096" y="320324"/>
                </a:lnTo>
                <a:lnTo>
                  <a:pt x="574193" y="319675"/>
                </a:lnTo>
                <a:lnTo>
                  <a:pt x="574654" y="319725"/>
                </a:lnTo>
                <a:lnTo>
                  <a:pt x="574922" y="320094"/>
                </a:lnTo>
                <a:lnTo>
                  <a:pt x="575363" y="319676"/>
                </a:lnTo>
                <a:lnTo>
                  <a:pt x="575897" y="319788"/>
                </a:lnTo>
                <a:lnTo>
                  <a:pt x="576171" y="318696"/>
                </a:lnTo>
                <a:lnTo>
                  <a:pt x="575709" y="317814"/>
                </a:lnTo>
                <a:lnTo>
                  <a:pt x="576019" y="317097"/>
                </a:lnTo>
                <a:lnTo>
                  <a:pt x="575748" y="316680"/>
                </a:lnTo>
                <a:lnTo>
                  <a:pt x="575885" y="316559"/>
                </a:lnTo>
                <a:lnTo>
                  <a:pt x="576973" y="316225"/>
                </a:lnTo>
                <a:lnTo>
                  <a:pt x="577479" y="317118"/>
                </a:lnTo>
                <a:lnTo>
                  <a:pt x="578014" y="316943"/>
                </a:lnTo>
                <a:lnTo>
                  <a:pt x="578363" y="317196"/>
                </a:lnTo>
                <a:lnTo>
                  <a:pt x="579103" y="316678"/>
                </a:lnTo>
                <a:lnTo>
                  <a:pt x="579315" y="316873"/>
                </a:lnTo>
                <a:lnTo>
                  <a:pt x="579912" y="316030"/>
                </a:lnTo>
                <a:lnTo>
                  <a:pt x="580901" y="316110"/>
                </a:lnTo>
                <a:lnTo>
                  <a:pt x="580964" y="316336"/>
                </a:lnTo>
                <a:lnTo>
                  <a:pt x="581504" y="315764"/>
                </a:lnTo>
                <a:lnTo>
                  <a:pt x="581690" y="316093"/>
                </a:lnTo>
                <a:lnTo>
                  <a:pt x="582071" y="315342"/>
                </a:lnTo>
                <a:lnTo>
                  <a:pt x="582248" y="316005"/>
                </a:lnTo>
                <a:lnTo>
                  <a:pt x="582658" y="315543"/>
                </a:lnTo>
                <a:lnTo>
                  <a:pt x="583253" y="316013"/>
                </a:lnTo>
                <a:lnTo>
                  <a:pt x="583593" y="315687"/>
                </a:lnTo>
                <a:lnTo>
                  <a:pt x="583700" y="314817"/>
                </a:lnTo>
                <a:lnTo>
                  <a:pt x="584362" y="315119"/>
                </a:lnTo>
                <a:lnTo>
                  <a:pt x="584100" y="314670"/>
                </a:lnTo>
                <a:lnTo>
                  <a:pt x="584344" y="314861"/>
                </a:lnTo>
                <a:lnTo>
                  <a:pt x="584614" y="314392"/>
                </a:lnTo>
                <a:lnTo>
                  <a:pt x="584793" y="314513"/>
                </a:lnTo>
                <a:lnTo>
                  <a:pt x="585144" y="314284"/>
                </a:lnTo>
                <a:lnTo>
                  <a:pt x="585257" y="314557"/>
                </a:lnTo>
                <a:lnTo>
                  <a:pt x="585622" y="314528"/>
                </a:lnTo>
                <a:lnTo>
                  <a:pt x="585648" y="314168"/>
                </a:lnTo>
                <a:lnTo>
                  <a:pt x="586000" y="313863"/>
                </a:lnTo>
                <a:lnTo>
                  <a:pt x="586550" y="313957"/>
                </a:lnTo>
                <a:lnTo>
                  <a:pt x="586821" y="314529"/>
                </a:lnTo>
                <a:lnTo>
                  <a:pt x="587297" y="314253"/>
                </a:lnTo>
                <a:lnTo>
                  <a:pt x="587901" y="315083"/>
                </a:lnTo>
                <a:lnTo>
                  <a:pt x="588160" y="314907"/>
                </a:lnTo>
                <a:lnTo>
                  <a:pt x="588434" y="314083"/>
                </a:lnTo>
                <a:lnTo>
                  <a:pt x="589151" y="314393"/>
                </a:lnTo>
                <a:lnTo>
                  <a:pt x="589377" y="314068"/>
                </a:lnTo>
                <a:lnTo>
                  <a:pt x="589809" y="314636"/>
                </a:lnTo>
                <a:lnTo>
                  <a:pt x="590259" y="314419"/>
                </a:lnTo>
                <a:lnTo>
                  <a:pt x="590070" y="315264"/>
                </a:lnTo>
                <a:lnTo>
                  <a:pt x="590841" y="316100"/>
                </a:lnTo>
                <a:lnTo>
                  <a:pt x="590997" y="315995"/>
                </a:lnTo>
                <a:lnTo>
                  <a:pt x="590706" y="315590"/>
                </a:lnTo>
                <a:lnTo>
                  <a:pt x="591133" y="315164"/>
                </a:lnTo>
                <a:lnTo>
                  <a:pt x="591886" y="315017"/>
                </a:lnTo>
                <a:lnTo>
                  <a:pt x="591845" y="314753"/>
                </a:lnTo>
                <a:lnTo>
                  <a:pt x="592861" y="314579"/>
                </a:lnTo>
                <a:lnTo>
                  <a:pt x="592398" y="314356"/>
                </a:lnTo>
                <a:lnTo>
                  <a:pt x="592492" y="313668"/>
                </a:lnTo>
                <a:lnTo>
                  <a:pt x="592927" y="313826"/>
                </a:lnTo>
                <a:lnTo>
                  <a:pt x="593353" y="313456"/>
                </a:lnTo>
                <a:lnTo>
                  <a:pt x="593928" y="314242"/>
                </a:lnTo>
                <a:lnTo>
                  <a:pt x="593930" y="314872"/>
                </a:lnTo>
                <a:lnTo>
                  <a:pt x="594176" y="314961"/>
                </a:lnTo>
                <a:lnTo>
                  <a:pt x="594492" y="314852"/>
                </a:lnTo>
                <a:lnTo>
                  <a:pt x="594408" y="314469"/>
                </a:lnTo>
                <a:lnTo>
                  <a:pt x="595007" y="314602"/>
                </a:lnTo>
                <a:lnTo>
                  <a:pt x="595640" y="313758"/>
                </a:lnTo>
                <a:lnTo>
                  <a:pt x="595984" y="314455"/>
                </a:lnTo>
                <a:lnTo>
                  <a:pt x="596483" y="314533"/>
                </a:lnTo>
                <a:lnTo>
                  <a:pt x="596763" y="314939"/>
                </a:lnTo>
                <a:lnTo>
                  <a:pt x="597258" y="314313"/>
                </a:lnTo>
                <a:lnTo>
                  <a:pt x="597560" y="314485"/>
                </a:lnTo>
                <a:lnTo>
                  <a:pt x="597832" y="313816"/>
                </a:lnTo>
                <a:lnTo>
                  <a:pt x="598948" y="314281"/>
                </a:lnTo>
                <a:lnTo>
                  <a:pt x="599370" y="314727"/>
                </a:lnTo>
                <a:lnTo>
                  <a:pt x="599377" y="315165"/>
                </a:lnTo>
                <a:lnTo>
                  <a:pt x="599547" y="314852"/>
                </a:lnTo>
                <a:lnTo>
                  <a:pt x="600177" y="314700"/>
                </a:lnTo>
                <a:lnTo>
                  <a:pt x="600610" y="315181"/>
                </a:lnTo>
                <a:lnTo>
                  <a:pt x="601030" y="314158"/>
                </a:lnTo>
                <a:lnTo>
                  <a:pt x="601792" y="314191"/>
                </a:lnTo>
                <a:lnTo>
                  <a:pt x="602753" y="314967"/>
                </a:lnTo>
                <a:lnTo>
                  <a:pt x="603247" y="314015"/>
                </a:lnTo>
                <a:lnTo>
                  <a:pt x="604687" y="313788"/>
                </a:lnTo>
                <a:lnTo>
                  <a:pt x="604700" y="313407"/>
                </a:lnTo>
                <a:lnTo>
                  <a:pt x="605018" y="313385"/>
                </a:lnTo>
                <a:lnTo>
                  <a:pt x="605202" y="312966"/>
                </a:lnTo>
                <a:lnTo>
                  <a:pt x="605950" y="313324"/>
                </a:lnTo>
                <a:lnTo>
                  <a:pt x="606076" y="312746"/>
                </a:lnTo>
                <a:lnTo>
                  <a:pt x="606553" y="312288"/>
                </a:lnTo>
                <a:lnTo>
                  <a:pt x="606630" y="311805"/>
                </a:lnTo>
                <a:lnTo>
                  <a:pt x="606939" y="311665"/>
                </a:lnTo>
                <a:lnTo>
                  <a:pt x="607360" y="310664"/>
                </a:lnTo>
                <a:lnTo>
                  <a:pt x="608308" y="310730"/>
                </a:lnTo>
                <a:lnTo>
                  <a:pt x="608828" y="311032"/>
                </a:lnTo>
                <a:lnTo>
                  <a:pt x="608872" y="310441"/>
                </a:lnTo>
                <a:lnTo>
                  <a:pt x="609228" y="310437"/>
                </a:lnTo>
                <a:lnTo>
                  <a:pt x="609468" y="309929"/>
                </a:lnTo>
                <a:lnTo>
                  <a:pt x="609763" y="310296"/>
                </a:lnTo>
                <a:lnTo>
                  <a:pt x="609873" y="309916"/>
                </a:lnTo>
                <a:lnTo>
                  <a:pt x="610618" y="309920"/>
                </a:lnTo>
                <a:lnTo>
                  <a:pt x="610670" y="309566"/>
                </a:lnTo>
                <a:lnTo>
                  <a:pt x="611586" y="309236"/>
                </a:lnTo>
                <a:lnTo>
                  <a:pt x="611648" y="309641"/>
                </a:lnTo>
                <a:lnTo>
                  <a:pt x="612939" y="310456"/>
                </a:lnTo>
                <a:lnTo>
                  <a:pt x="613362" y="310326"/>
                </a:lnTo>
                <a:lnTo>
                  <a:pt x="614701" y="311820"/>
                </a:lnTo>
                <a:lnTo>
                  <a:pt x="615779" y="312422"/>
                </a:lnTo>
                <a:lnTo>
                  <a:pt x="616305" y="313970"/>
                </a:lnTo>
                <a:lnTo>
                  <a:pt x="617150" y="314786"/>
                </a:lnTo>
                <a:lnTo>
                  <a:pt x="617396" y="315359"/>
                </a:lnTo>
                <a:lnTo>
                  <a:pt x="617814" y="315501"/>
                </a:lnTo>
                <a:lnTo>
                  <a:pt x="617962" y="316175"/>
                </a:lnTo>
                <a:lnTo>
                  <a:pt x="618702" y="317121"/>
                </a:lnTo>
                <a:lnTo>
                  <a:pt x="617811" y="318392"/>
                </a:lnTo>
                <a:lnTo>
                  <a:pt x="617842" y="319163"/>
                </a:lnTo>
                <a:lnTo>
                  <a:pt x="618206" y="320078"/>
                </a:lnTo>
                <a:lnTo>
                  <a:pt x="617505" y="320315"/>
                </a:lnTo>
                <a:lnTo>
                  <a:pt x="617612" y="320559"/>
                </a:lnTo>
                <a:lnTo>
                  <a:pt x="617281" y="321297"/>
                </a:lnTo>
                <a:lnTo>
                  <a:pt x="617751" y="321434"/>
                </a:lnTo>
                <a:lnTo>
                  <a:pt x="618880" y="322636"/>
                </a:lnTo>
                <a:lnTo>
                  <a:pt x="618618" y="323272"/>
                </a:lnTo>
                <a:lnTo>
                  <a:pt x="619054" y="324488"/>
                </a:lnTo>
                <a:lnTo>
                  <a:pt x="618525" y="325704"/>
                </a:lnTo>
                <a:lnTo>
                  <a:pt x="621223" y="327448"/>
                </a:lnTo>
                <a:lnTo>
                  <a:pt x="621529" y="327898"/>
                </a:lnTo>
                <a:lnTo>
                  <a:pt x="621458" y="328437"/>
                </a:lnTo>
                <a:lnTo>
                  <a:pt x="622003" y="328659"/>
                </a:lnTo>
                <a:lnTo>
                  <a:pt x="622654" y="328276"/>
                </a:lnTo>
                <a:lnTo>
                  <a:pt x="623901" y="328531"/>
                </a:lnTo>
                <a:lnTo>
                  <a:pt x="625355" y="327950"/>
                </a:lnTo>
                <a:lnTo>
                  <a:pt x="627065" y="329030"/>
                </a:lnTo>
                <a:lnTo>
                  <a:pt x="628698" y="330822"/>
                </a:lnTo>
                <a:lnTo>
                  <a:pt x="629663" y="330916"/>
                </a:lnTo>
                <a:lnTo>
                  <a:pt x="630519" y="330549"/>
                </a:lnTo>
                <a:lnTo>
                  <a:pt x="630933" y="330615"/>
                </a:lnTo>
                <a:lnTo>
                  <a:pt x="631683" y="331987"/>
                </a:lnTo>
                <a:lnTo>
                  <a:pt x="632657" y="332435"/>
                </a:lnTo>
                <a:lnTo>
                  <a:pt x="632716" y="333673"/>
                </a:lnTo>
                <a:lnTo>
                  <a:pt x="633370" y="334204"/>
                </a:lnTo>
                <a:lnTo>
                  <a:pt x="632122" y="335662"/>
                </a:lnTo>
                <a:lnTo>
                  <a:pt x="631628" y="337669"/>
                </a:lnTo>
                <a:lnTo>
                  <a:pt x="631687" y="338114"/>
                </a:lnTo>
                <a:lnTo>
                  <a:pt x="632142" y="338452"/>
                </a:lnTo>
                <a:lnTo>
                  <a:pt x="632019" y="340361"/>
                </a:lnTo>
                <a:lnTo>
                  <a:pt x="632501" y="341193"/>
                </a:lnTo>
                <a:lnTo>
                  <a:pt x="632583" y="342363"/>
                </a:lnTo>
                <a:lnTo>
                  <a:pt x="633900" y="343084"/>
                </a:lnTo>
                <a:lnTo>
                  <a:pt x="634660" y="342514"/>
                </a:lnTo>
                <a:lnTo>
                  <a:pt x="634861" y="341739"/>
                </a:lnTo>
                <a:lnTo>
                  <a:pt x="635533" y="341557"/>
                </a:lnTo>
                <a:lnTo>
                  <a:pt x="635749" y="341158"/>
                </a:lnTo>
                <a:lnTo>
                  <a:pt x="637174" y="340728"/>
                </a:lnTo>
                <a:lnTo>
                  <a:pt x="637349" y="340459"/>
                </a:lnTo>
                <a:lnTo>
                  <a:pt x="638062" y="340708"/>
                </a:lnTo>
                <a:lnTo>
                  <a:pt x="638876" y="340678"/>
                </a:lnTo>
                <a:lnTo>
                  <a:pt x="639641" y="340128"/>
                </a:lnTo>
                <a:lnTo>
                  <a:pt x="641171" y="340933"/>
                </a:lnTo>
                <a:lnTo>
                  <a:pt x="641814" y="342589"/>
                </a:lnTo>
                <a:lnTo>
                  <a:pt x="643286" y="339094"/>
                </a:lnTo>
                <a:lnTo>
                  <a:pt x="644479" y="338792"/>
                </a:lnTo>
                <a:lnTo>
                  <a:pt x="644598" y="338540"/>
                </a:lnTo>
                <a:lnTo>
                  <a:pt x="645985" y="331882"/>
                </a:lnTo>
                <a:lnTo>
                  <a:pt x="645508" y="330496"/>
                </a:lnTo>
                <a:lnTo>
                  <a:pt x="645671" y="329879"/>
                </a:lnTo>
                <a:lnTo>
                  <a:pt x="645957" y="329323"/>
                </a:lnTo>
                <a:lnTo>
                  <a:pt x="646573" y="329315"/>
                </a:lnTo>
                <a:lnTo>
                  <a:pt x="647388" y="328424"/>
                </a:lnTo>
                <a:lnTo>
                  <a:pt x="648290" y="326903"/>
                </a:lnTo>
                <a:lnTo>
                  <a:pt x="649361" y="325645"/>
                </a:lnTo>
                <a:lnTo>
                  <a:pt x="649933" y="325687"/>
                </a:lnTo>
                <a:lnTo>
                  <a:pt x="650287" y="325099"/>
                </a:lnTo>
                <a:lnTo>
                  <a:pt x="651196" y="324632"/>
                </a:lnTo>
                <a:lnTo>
                  <a:pt x="651367" y="324136"/>
                </a:lnTo>
                <a:lnTo>
                  <a:pt x="652388" y="323705"/>
                </a:lnTo>
                <a:lnTo>
                  <a:pt x="652734" y="321755"/>
                </a:lnTo>
                <a:lnTo>
                  <a:pt x="652249" y="320556"/>
                </a:lnTo>
                <a:lnTo>
                  <a:pt x="652790" y="319162"/>
                </a:lnTo>
                <a:lnTo>
                  <a:pt x="653133" y="318892"/>
                </a:lnTo>
                <a:lnTo>
                  <a:pt x="653456" y="317688"/>
                </a:lnTo>
                <a:lnTo>
                  <a:pt x="654539" y="316802"/>
                </a:lnTo>
                <a:lnTo>
                  <a:pt x="655974" y="316503"/>
                </a:lnTo>
                <a:lnTo>
                  <a:pt x="655364" y="315167"/>
                </a:lnTo>
                <a:lnTo>
                  <a:pt x="657315" y="311602"/>
                </a:lnTo>
                <a:lnTo>
                  <a:pt x="674859" y="307562"/>
                </a:lnTo>
                <a:lnTo>
                  <a:pt x="680201" y="311197"/>
                </a:lnTo>
                <a:lnTo>
                  <a:pt x="684127" y="307464"/>
                </a:lnTo>
                <a:lnTo>
                  <a:pt x="685551" y="305575"/>
                </a:lnTo>
                <a:lnTo>
                  <a:pt x="686560" y="307659"/>
                </a:lnTo>
                <a:lnTo>
                  <a:pt x="689055" y="308138"/>
                </a:lnTo>
                <a:lnTo>
                  <a:pt x="692048" y="304075"/>
                </a:lnTo>
                <a:lnTo>
                  <a:pt x="688710" y="299865"/>
                </a:lnTo>
                <a:lnTo>
                  <a:pt x="694292" y="294057"/>
                </a:lnTo>
                <a:lnTo>
                  <a:pt x="697310" y="289126"/>
                </a:lnTo>
                <a:lnTo>
                  <a:pt x="699061" y="290618"/>
                </a:lnTo>
                <a:lnTo>
                  <a:pt x="700072" y="290362"/>
                </a:lnTo>
                <a:lnTo>
                  <a:pt x="703090" y="291463"/>
                </a:lnTo>
                <a:lnTo>
                  <a:pt x="707806" y="289418"/>
                </a:lnTo>
                <a:lnTo>
                  <a:pt x="707568" y="286642"/>
                </a:lnTo>
                <a:lnTo>
                  <a:pt x="710273" y="285468"/>
                </a:lnTo>
                <a:lnTo>
                  <a:pt x="713003" y="283841"/>
                </a:lnTo>
                <a:lnTo>
                  <a:pt x="715383" y="281354"/>
                </a:lnTo>
                <a:lnTo>
                  <a:pt x="721164" y="282249"/>
                </a:lnTo>
                <a:lnTo>
                  <a:pt x="723327" y="276445"/>
                </a:lnTo>
                <a:lnTo>
                  <a:pt x="724850" y="275356"/>
                </a:lnTo>
                <a:lnTo>
                  <a:pt x="724861" y="273582"/>
                </a:lnTo>
                <a:lnTo>
                  <a:pt x="727946" y="271992"/>
                </a:lnTo>
                <a:lnTo>
                  <a:pt x="731002" y="268951"/>
                </a:lnTo>
                <a:lnTo>
                  <a:pt x="731657" y="265994"/>
                </a:lnTo>
                <a:lnTo>
                  <a:pt x="735543" y="265075"/>
                </a:lnTo>
                <a:lnTo>
                  <a:pt x="741457" y="262397"/>
                </a:lnTo>
                <a:lnTo>
                  <a:pt x="742526" y="264239"/>
                </a:lnTo>
                <a:lnTo>
                  <a:pt x="751336" y="261873"/>
                </a:lnTo>
                <a:lnTo>
                  <a:pt x="752118" y="259287"/>
                </a:lnTo>
                <a:lnTo>
                  <a:pt x="750078" y="257596"/>
                </a:lnTo>
                <a:lnTo>
                  <a:pt x="752681" y="252993"/>
                </a:lnTo>
                <a:lnTo>
                  <a:pt x="757937" y="251861"/>
                </a:lnTo>
                <a:lnTo>
                  <a:pt x="758261" y="246198"/>
                </a:lnTo>
                <a:lnTo>
                  <a:pt x="756985" y="245546"/>
                </a:lnTo>
                <a:lnTo>
                  <a:pt x="758000" y="243614"/>
                </a:lnTo>
                <a:lnTo>
                  <a:pt x="757058" y="239180"/>
                </a:lnTo>
                <a:lnTo>
                  <a:pt x="757535" y="237785"/>
                </a:lnTo>
                <a:lnTo>
                  <a:pt x="754321" y="234256"/>
                </a:lnTo>
                <a:lnTo>
                  <a:pt x="752354" y="230593"/>
                </a:lnTo>
                <a:lnTo>
                  <a:pt x="755793" y="225708"/>
                </a:lnTo>
                <a:lnTo>
                  <a:pt x="755447" y="222302"/>
                </a:lnTo>
                <a:lnTo>
                  <a:pt x="757784" y="217923"/>
                </a:lnTo>
                <a:lnTo>
                  <a:pt x="759667" y="216493"/>
                </a:lnTo>
                <a:lnTo>
                  <a:pt x="760118" y="216686"/>
                </a:lnTo>
                <a:lnTo>
                  <a:pt x="761114" y="216608"/>
                </a:lnTo>
                <a:lnTo>
                  <a:pt x="761545" y="216933"/>
                </a:lnTo>
                <a:lnTo>
                  <a:pt x="761974" y="216617"/>
                </a:lnTo>
                <a:lnTo>
                  <a:pt x="761151" y="214280"/>
                </a:lnTo>
                <a:lnTo>
                  <a:pt x="759934" y="214009"/>
                </a:lnTo>
                <a:lnTo>
                  <a:pt x="758971" y="213253"/>
                </a:lnTo>
                <a:lnTo>
                  <a:pt x="759820" y="212099"/>
                </a:lnTo>
                <a:lnTo>
                  <a:pt x="759084" y="211174"/>
                </a:lnTo>
                <a:lnTo>
                  <a:pt x="758526" y="210957"/>
                </a:lnTo>
                <a:lnTo>
                  <a:pt x="758975" y="210278"/>
                </a:lnTo>
                <a:lnTo>
                  <a:pt x="760006" y="210700"/>
                </a:lnTo>
                <a:lnTo>
                  <a:pt x="761127" y="210061"/>
                </a:lnTo>
                <a:lnTo>
                  <a:pt x="762083" y="208779"/>
                </a:lnTo>
                <a:lnTo>
                  <a:pt x="762666" y="208490"/>
                </a:lnTo>
                <a:lnTo>
                  <a:pt x="763942" y="206762"/>
                </a:lnTo>
                <a:lnTo>
                  <a:pt x="763490" y="205928"/>
                </a:lnTo>
                <a:lnTo>
                  <a:pt x="762911" y="205471"/>
                </a:lnTo>
                <a:lnTo>
                  <a:pt x="762982" y="204760"/>
                </a:lnTo>
                <a:lnTo>
                  <a:pt x="763394" y="204705"/>
                </a:lnTo>
                <a:lnTo>
                  <a:pt x="763630" y="203889"/>
                </a:lnTo>
                <a:lnTo>
                  <a:pt x="763392" y="202192"/>
                </a:lnTo>
                <a:lnTo>
                  <a:pt x="764069" y="201717"/>
                </a:lnTo>
                <a:lnTo>
                  <a:pt x="763754" y="200757"/>
                </a:lnTo>
                <a:lnTo>
                  <a:pt x="765438" y="201034"/>
                </a:lnTo>
                <a:lnTo>
                  <a:pt x="766008" y="200543"/>
                </a:lnTo>
                <a:lnTo>
                  <a:pt x="765262" y="198445"/>
                </a:lnTo>
                <a:lnTo>
                  <a:pt x="764759" y="197708"/>
                </a:lnTo>
                <a:lnTo>
                  <a:pt x="764908" y="196585"/>
                </a:lnTo>
                <a:lnTo>
                  <a:pt x="765288" y="196093"/>
                </a:lnTo>
                <a:lnTo>
                  <a:pt x="765423" y="195346"/>
                </a:lnTo>
                <a:lnTo>
                  <a:pt x="766185" y="195007"/>
                </a:lnTo>
                <a:lnTo>
                  <a:pt x="766436" y="194499"/>
                </a:lnTo>
                <a:lnTo>
                  <a:pt x="767267" y="194021"/>
                </a:lnTo>
                <a:lnTo>
                  <a:pt x="767806" y="194431"/>
                </a:lnTo>
                <a:lnTo>
                  <a:pt x="768201" y="193891"/>
                </a:lnTo>
                <a:lnTo>
                  <a:pt x="769040" y="193460"/>
                </a:lnTo>
                <a:lnTo>
                  <a:pt x="769206" y="193637"/>
                </a:lnTo>
                <a:lnTo>
                  <a:pt x="770115" y="193545"/>
                </a:lnTo>
                <a:lnTo>
                  <a:pt x="770430" y="192931"/>
                </a:lnTo>
                <a:lnTo>
                  <a:pt x="770060" y="191779"/>
                </a:lnTo>
                <a:lnTo>
                  <a:pt x="769478" y="191066"/>
                </a:lnTo>
                <a:lnTo>
                  <a:pt x="767609" y="190794"/>
                </a:lnTo>
                <a:lnTo>
                  <a:pt x="767727" y="190323"/>
                </a:lnTo>
                <a:lnTo>
                  <a:pt x="768616" y="189539"/>
                </a:lnTo>
                <a:lnTo>
                  <a:pt x="767984" y="188374"/>
                </a:lnTo>
                <a:lnTo>
                  <a:pt x="767463" y="188256"/>
                </a:lnTo>
                <a:lnTo>
                  <a:pt x="767325" y="187497"/>
                </a:lnTo>
                <a:lnTo>
                  <a:pt x="767783" y="186939"/>
                </a:lnTo>
                <a:lnTo>
                  <a:pt x="766774" y="186097"/>
                </a:lnTo>
                <a:lnTo>
                  <a:pt x="766747" y="185248"/>
                </a:lnTo>
                <a:lnTo>
                  <a:pt x="767537" y="184591"/>
                </a:lnTo>
                <a:lnTo>
                  <a:pt x="767092" y="182911"/>
                </a:lnTo>
                <a:lnTo>
                  <a:pt x="767779" y="181667"/>
                </a:lnTo>
                <a:lnTo>
                  <a:pt x="768021" y="180270"/>
                </a:lnTo>
                <a:lnTo>
                  <a:pt x="767802" y="179612"/>
                </a:lnTo>
                <a:lnTo>
                  <a:pt x="768027" y="178989"/>
                </a:lnTo>
                <a:lnTo>
                  <a:pt x="768373" y="178782"/>
                </a:lnTo>
                <a:lnTo>
                  <a:pt x="767880" y="178057"/>
                </a:lnTo>
                <a:lnTo>
                  <a:pt x="768063" y="175163"/>
                </a:lnTo>
                <a:lnTo>
                  <a:pt x="766734" y="175019"/>
                </a:lnTo>
                <a:lnTo>
                  <a:pt x="765926" y="174544"/>
                </a:lnTo>
                <a:lnTo>
                  <a:pt x="764777" y="173038"/>
                </a:lnTo>
                <a:lnTo>
                  <a:pt x="764820" y="172257"/>
                </a:lnTo>
                <a:lnTo>
                  <a:pt x="764598" y="171963"/>
                </a:lnTo>
                <a:lnTo>
                  <a:pt x="763778" y="171518"/>
                </a:lnTo>
                <a:lnTo>
                  <a:pt x="762717" y="170349"/>
                </a:lnTo>
                <a:lnTo>
                  <a:pt x="762695" y="169874"/>
                </a:lnTo>
                <a:lnTo>
                  <a:pt x="763385" y="168754"/>
                </a:lnTo>
                <a:lnTo>
                  <a:pt x="763011" y="167205"/>
                </a:lnTo>
                <a:lnTo>
                  <a:pt x="764073" y="165374"/>
                </a:lnTo>
                <a:lnTo>
                  <a:pt x="764993" y="165220"/>
                </a:lnTo>
                <a:lnTo>
                  <a:pt x="766898" y="165817"/>
                </a:lnTo>
                <a:lnTo>
                  <a:pt x="768456" y="164855"/>
                </a:lnTo>
                <a:lnTo>
                  <a:pt x="768290" y="164705"/>
                </a:lnTo>
                <a:lnTo>
                  <a:pt x="769006" y="164261"/>
                </a:lnTo>
                <a:lnTo>
                  <a:pt x="769383" y="164483"/>
                </a:lnTo>
                <a:lnTo>
                  <a:pt x="769901" y="164126"/>
                </a:lnTo>
                <a:lnTo>
                  <a:pt x="770256" y="163713"/>
                </a:lnTo>
                <a:lnTo>
                  <a:pt x="770123" y="163525"/>
                </a:lnTo>
                <a:lnTo>
                  <a:pt x="770636" y="162440"/>
                </a:lnTo>
                <a:lnTo>
                  <a:pt x="771399" y="162134"/>
                </a:lnTo>
                <a:lnTo>
                  <a:pt x="771840" y="162307"/>
                </a:lnTo>
                <a:lnTo>
                  <a:pt x="771913" y="161563"/>
                </a:lnTo>
                <a:lnTo>
                  <a:pt x="772430" y="160631"/>
                </a:lnTo>
                <a:lnTo>
                  <a:pt x="773208" y="160423"/>
                </a:lnTo>
                <a:lnTo>
                  <a:pt x="774397" y="161783"/>
                </a:lnTo>
                <a:lnTo>
                  <a:pt x="774933" y="160421"/>
                </a:lnTo>
                <a:lnTo>
                  <a:pt x="775619" y="160278"/>
                </a:lnTo>
                <a:lnTo>
                  <a:pt x="775923" y="159894"/>
                </a:lnTo>
                <a:lnTo>
                  <a:pt x="777654" y="159011"/>
                </a:lnTo>
                <a:lnTo>
                  <a:pt x="778125" y="158949"/>
                </a:lnTo>
                <a:lnTo>
                  <a:pt x="779061" y="159687"/>
                </a:lnTo>
                <a:lnTo>
                  <a:pt x="779703" y="159294"/>
                </a:lnTo>
                <a:lnTo>
                  <a:pt x="778977" y="157739"/>
                </a:lnTo>
                <a:lnTo>
                  <a:pt x="779210" y="156428"/>
                </a:lnTo>
                <a:lnTo>
                  <a:pt x="779684" y="155554"/>
                </a:lnTo>
                <a:lnTo>
                  <a:pt x="779307" y="153278"/>
                </a:lnTo>
                <a:lnTo>
                  <a:pt x="778165" y="152243"/>
                </a:lnTo>
                <a:lnTo>
                  <a:pt x="778076" y="151114"/>
                </a:lnTo>
                <a:lnTo>
                  <a:pt x="777381" y="150249"/>
                </a:lnTo>
                <a:lnTo>
                  <a:pt x="777346" y="149503"/>
                </a:lnTo>
                <a:lnTo>
                  <a:pt x="776396" y="148304"/>
                </a:lnTo>
                <a:lnTo>
                  <a:pt x="776392" y="147920"/>
                </a:lnTo>
                <a:lnTo>
                  <a:pt x="774471" y="147568"/>
                </a:lnTo>
                <a:lnTo>
                  <a:pt x="774284" y="147178"/>
                </a:lnTo>
                <a:lnTo>
                  <a:pt x="773248" y="146561"/>
                </a:lnTo>
                <a:lnTo>
                  <a:pt x="771577" y="147241"/>
                </a:lnTo>
                <a:lnTo>
                  <a:pt x="769874" y="146226"/>
                </a:lnTo>
                <a:lnTo>
                  <a:pt x="769464" y="145424"/>
                </a:lnTo>
                <a:lnTo>
                  <a:pt x="769723" y="144877"/>
                </a:lnTo>
                <a:lnTo>
                  <a:pt x="769756" y="143033"/>
                </a:lnTo>
                <a:lnTo>
                  <a:pt x="771421" y="141447"/>
                </a:lnTo>
                <a:lnTo>
                  <a:pt x="771904" y="141633"/>
                </a:lnTo>
                <a:lnTo>
                  <a:pt x="772900" y="141446"/>
                </a:lnTo>
                <a:lnTo>
                  <a:pt x="770436" y="140121"/>
                </a:lnTo>
                <a:lnTo>
                  <a:pt x="768900" y="138698"/>
                </a:lnTo>
                <a:lnTo>
                  <a:pt x="769720" y="137086"/>
                </a:lnTo>
                <a:lnTo>
                  <a:pt x="770921" y="137645"/>
                </a:lnTo>
                <a:lnTo>
                  <a:pt x="773640" y="135488"/>
                </a:lnTo>
                <a:lnTo>
                  <a:pt x="777065" y="134326"/>
                </a:lnTo>
                <a:lnTo>
                  <a:pt x="775390" y="133057"/>
                </a:lnTo>
                <a:lnTo>
                  <a:pt x="775128" y="132631"/>
                </a:lnTo>
                <a:lnTo>
                  <a:pt x="773402" y="132283"/>
                </a:lnTo>
                <a:lnTo>
                  <a:pt x="771802" y="132507"/>
                </a:lnTo>
                <a:lnTo>
                  <a:pt x="771511" y="133378"/>
                </a:lnTo>
                <a:lnTo>
                  <a:pt x="771131" y="133387"/>
                </a:lnTo>
                <a:lnTo>
                  <a:pt x="771144" y="133695"/>
                </a:lnTo>
                <a:lnTo>
                  <a:pt x="770164" y="134234"/>
                </a:lnTo>
                <a:lnTo>
                  <a:pt x="769270" y="134426"/>
                </a:lnTo>
                <a:lnTo>
                  <a:pt x="768479" y="135257"/>
                </a:lnTo>
                <a:lnTo>
                  <a:pt x="768449" y="136597"/>
                </a:lnTo>
                <a:lnTo>
                  <a:pt x="768833" y="137704"/>
                </a:lnTo>
                <a:lnTo>
                  <a:pt x="768207" y="138757"/>
                </a:lnTo>
                <a:lnTo>
                  <a:pt x="768325" y="139105"/>
                </a:lnTo>
                <a:lnTo>
                  <a:pt x="768096" y="139211"/>
                </a:lnTo>
                <a:lnTo>
                  <a:pt x="768293" y="139599"/>
                </a:lnTo>
                <a:lnTo>
                  <a:pt x="769278" y="140283"/>
                </a:lnTo>
                <a:lnTo>
                  <a:pt x="769042" y="140933"/>
                </a:lnTo>
                <a:lnTo>
                  <a:pt x="769261" y="141276"/>
                </a:lnTo>
                <a:lnTo>
                  <a:pt x="768489" y="142217"/>
                </a:lnTo>
                <a:lnTo>
                  <a:pt x="768119" y="142317"/>
                </a:lnTo>
                <a:lnTo>
                  <a:pt x="767374" y="141892"/>
                </a:lnTo>
                <a:lnTo>
                  <a:pt x="766616" y="142059"/>
                </a:lnTo>
                <a:lnTo>
                  <a:pt x="766226" y="142728"/>
                </a:lnTo>
                <a:lnTo>
                  <a:pt x="765524" y="143079"/>
                </a:lnTo>
                <a:lnTo>
                  <a:pt x="765327" y="142535"/>
                </a:lnTo>
                <a:lnTo>
                  <a:pt x="764552" y="142692"/>
                </a:lnTo>
                <a:lnTo>
                  <a:pt x="763527" y="142307"/>
                </a:lnTo>
                <a:lnTo>
                  <a:pt x="761835" y="142286"/>
                </a:lnTo>
                <a:lnTo>
                  <a:pt x="761161" y="142821"/>
                </a:lnTo>
                <a:lnTo>
                  <a:pt x="760968" y="143535"/>
                </a:lnTo>
                <a:lnTo>
                  <a:pt x="759157" y="143532"/>
                </a:lnTo>
                <a:lnTo>
                  <a:pt x="758155" y="143099"/>
                </a:lnTo>
                <a:lnTo>
                  <a:pt x="757539" y="143621"/>
                </a:lnTo>
                <a:lnTo>
                  <a:pt x="756590" y="143627"/>
                </a:lnTo>
                <a:lnTo>
                  <a:pt x="755286" y="142025"/>
                </a:lnTo>
                <a:lnTo>
                  <a:pt x="754930" y="142034"/>
                </a:lnTo>
                <a:lnTo>
                  <a:pt x="754538" y="141631"/>
                </a:lnTo>
                <a:lnTo>
                  <a:pt x="754730" y="140223"/>
                </a:lnTo>
                <a:lnTo>
                  <a:pt x="754321" y="139599"/>
                </a:lnTo>
                <a:lnTo>
                  <a:pt x="754628" y="139379"/>
                </a:lnTo>
                <a:lnTo>
                  <a:pt x="754231" y="138820"/>
                </a:lnTo>
                <a:lnTo>
                  <a:pt x="754535" y="138397"/>
                </a:lnTo>
                <a:lnTo>
                  <a:pt x="754358" y="138010"/>
                </a:lnTo>
                <a:lnTo>
                  <a:pt x="754097" y="138165"/>
                </a:lnTo>
                <a:lnTo>
                  <a:pt x="754244" y="137728"/>
                </a:lnTo>
                <a:lnTo>
                  <a:pt x="754053" y="137534"/>
                </a:lnTo>
                <a:lnTo>
                  <a:pt x="753846" y="137717"/>
                </a:lnTo>
                <a:lnTo>
                  <a:pt x="753361" y="137263"/>
                </a:lnTo>
                <a:lnTo>
                  <a:pt x="752689" y="137060"/>
                </a:lnTo>
                <a:lnTo>
                  <a:pt x="752611" y="136558"/>
                </a:lnTo>
                <a:lnTo>
                  <a:pt x="751964" y="136708"/>
                </a:lnTo>
                <a:lnTo>
                  <a:pt x="751844" y="136373"/>
                </a:lnTo>
                <a:lnTo>
                  <a:pt x="751995" y="136309"/>
                </a:lnTo>
                <a:lnTo>
                  <a:pt x="751495" y="136101"/>
                </a:lnTo>
                <a:lnTo>
                  <a:pt x="751365" y="135720"/>
                </a:lnTo>
                <a:lnTo>
                  <a:pt x="751083" y="135899"/>
                </a:lnTo>
                <a:lnTo>
                  <a:pt x="750906" y="135468"/>
                </a:lnTo>
                <a:lnTo>
                  <a:pt x="751187" y="135409"/>
                </a:lnTo>
                <a:lnTo>
                  <a:pt x="751262" y="135080"/>
                </a:lnTo>
                <a:lnTo>
                  <a:pt x="749914" y="133031"/>
                </a:lnTo>
                <a:lnTo>
                  <a:pt x="749699" y="132889"/>
                </a:lnTo>
                <a:lnTo>
                  <a:pt x="749084" y="133088"/>
                </a:lnTo>
                <a:lnTo>
                  <a:pt x="748805" y="132858"/>
                </a:lnTo>
                <a:lnTo>
                  <a:pt x="748677" y="131378"/>
                </a:lnTo>
                <a:lnTo>
                  <a:pt x="748143" y="131158"/>
                </a:lnTo>
                <a:lnTo>
                  <a:pt x="747835" y="131305"/>
                </a:lnTo>
                <a:lnTo>
                  <a:pt x="746754" y="131122"/>
                </a:lnTo>
                <a:lnTo>
                  <a:pt x="746746" y="130816"/>
                </a:lnTo>
                <a:lnTo>
                  <a:pt x="747313" y="130016"/>
                </a:lnTo>
                <a:lnTo>
                  <a:pt x="746274" y="129303"/>
                </a:lnTo>
                <a:lnTo>
                  <a:pt x="747006" y="128391"/>
                </a:lnTo>
                <a:lnTo>
                  <a:pt x="747679" y="128335"/>
                </a:lnTo>
                <a:lnTo>
                  <a:pt x="747296" y="127611"/>
                </a:lnTo>
                <a:lnTo>
                  <a:pt x="747293" y="126893"/>
                </a:lnTo>
                <a:lnTo>
                  <a:pt x="747783" y="125951"/>
                </a:lnTo>
                <a:lnTo>
                  <a:pt x="747528" y="125792"/>
                </a:lnTo>
                <a:lnTo>
                  <a:pt x="746558" y="125938"/>
                </a:lnTo>
                <a:lnTo>
                  <a:pt x="746336" y="124716"/>
                </a:lnTo>
                <a:lnTo>
                  <a:pt x="745866" y="123979"/>
                </a:lnTo>
                <a:lnTo>
                  <a:pt x="744250" y="125049"/>
                </a:lnTo>
                <a:lnTo>
                  <a:pt x="744101" y="123777"/>
                </a:lnTo>
                <a:lnTo>
                  <a:pt x="744687" y="123827"/>
                </a:lnTo>
                <a:lnTo>
                  <a:pt x="744803" y="123245"/>
                </a:lnTo>
                <a:lnTo>
                  <a:pt x="744364" y="122503"/>
                </a:lnTo>
                <a:lnTo>
                  <a:pt x="743909" y="122306"/>
                </a:lnTo>
                <a:lnTo>
                  <a:pt x="743106" y="122382"/>
                </a:lnTo>
                <a:lnTo>
                  <a:pt x="743618" y="123195"/>
                </a:lnTo>
                <a:lnTo>
                  <a:pt x="743299" y="123437"/>
                </a:lnTo>
                <a:lnTo>
                  <a:pt x="742172" y="122615"/>
                </a:lnTo>
                <a:lnTo>
                  <a:pt x="741753" y="122082"/>
                </a:lnTo>
                <a:lnTo>
                  <a:pt x="741763" y="121496"/>
                </a:lnTo>
                <a:lnTo>
                  <a:pt x="741896" y="120935"/>
                </a:lnTo>
                <a:lnTo>
                  <a:pt x="742330" y="120733"/>
                </a:lnTo>
                <a:lnTo>
                  <a:pt x="741315" y="120238"/>
                </a:lnTo>
                <a:lnTo>
                  <a:pt x="741036" y="119118"/>
                </a:lnTo>
                <a:lnTo>
                  <a:pt x="738655" y="119758"/>
                </a:lnTo>
                <a:lnTo>
                  <a:pt x="738132" y="119292"/>
                </a:lnTo>
                <a:lnTo>
                  <a:pt x="738188" y="118793"/>
                </a:lnTo>
                <a:lnTo>
                  <a:pt x="738823" y="117806"/>
                </a:lnTo>
                <a:lnTo>
                  <a:pt x="738522" y="117212"/>
                </a:lnTo>
                <a:lnTo>
                  <a:pt x="739258" y="116864"/>
                </a:lnTo>
                <a:lnTo>
                  <a:pt x="739346" y="115611"/>
                </a:lnTo>
                <a:lnTo>
                  <a:pt x="739012" y="115706"/>
                </a:lnTo>
                <a:lnTo>
                  <a:pt x="738806" y="116205"/>
                </a:lnTo>
                <a:lnTo>
                  <a:pt x="738419" y="115879"/>
                </a:lnTo>
                <a:lnTo>
                  <a:pt x="738878" y="114060"/>
                </a:lnTo>
                <a:lnTo>
                  <a:pt x="738436" y="114155"/>
                </a:lnTo>
                <a:lnTo>
                  <a:pt x="738308" y="114818"/>
                </a:lnTo>
                <a:lnTo>
                  <a:pt x="738033" y="114902"/>
                </a:lnTo>
                <a:lnTo>
                  <a:pt x="736460" y="113543"/>
                </a:lnTo>
                <a:lnTo>
                  <a:pt x="736612" y="112834"/>
                </a:lnTo>
                <a:lnTo>
                  <a:pt x="736272" y="112052"/>
                </a:lnTo>
                <a:lnTo>
                  <a:pt x="736976" y="111100"/>
                </a:lnTo>
                <a:lnTo>
                  <a:pt x="736662" y="110129"/>
                </a:lnTo>
                <a:lnTo>
                  <a:pt x="736847" y="109805"/>
                </a:lnTo>
                <a:lnTo>
                  <a:pt x="736532" y="109788"/>
                </a:lnTo>
                <a:lnTo>
                  <a:pt x="736723" y="109598"/>
                </a:lnTo>
                <a:lnTo>
                  <a:pt x="736540" y="109347"/>
                </a:lnTo>
                <a:lnTo>
                  <a:pt x="736205" y="109373"/>
                </a:lnTo>
                <a:lnTo>
                  <a:pt x="735901" y="107542"/>
                </a:lnTo>
                <a:lnTo>
                  <a:pt x="735640" y="107147"/>
                </a:lnTo>
                <a:lnTo>
                  <a:pt x="735534" y="107360"/>
                </a:lnTo>
                <a:lnTo>
                  <a:pt x="735254" y="107289"/>
                </a:lnTo>
                <a:lnTo>
                  <a:pt x="735440" y="106984"/>
                </a:lnTo>
                <a:lnTo>
                  <a:pt x="734896" y="106933"/>
                </a:lnTo>
                <a:lnTo>
                  <a:pt x="734929" y="106498"/>
                </a:lnTo>
                <a:lnTo>
                  <a:pt x="734663" y="106667"/>
                </a:lnTo>
                <a:lnTo>
                  <a:pt x="734736" y="106185"/>
                </a:lnTo>
                <a:lnTo>
                  <a:pt x="734495" y="105746"/>
                </a:lnTo>
                <a:lnTo>
                  <a:pt x="734271" y="105638"/>
                </a:lnTo>
                <a:lnTo>
                  <a:pt x="734099" y="105919"/>
                </a:lnTo>
                <a:lnTo>
                  <a:pt x="734128" y="105385"/>
                </a:lnTo>
                <a:lnTo>
                  <a:pt x="733787" y="105463"/>
                </a:lnTo>
                <a:lnTo>
                  <a:pt x="733772" y="105075"/>
                </a:lnTo>
                <a:lnTo>
                  <a:pt x="733143" y="104073"/>
                </a:lnTo>
                <a:lnTo>
                  <a:pt x="732569" y="104165"/>
                </a:lnTo>
                <a:lnTo>
                  <a:pt x="732180" y="103078"/>
                </a:lnTo>
                <a:lnTo>
                  <a:pt x="732061" y="103368"/>
                </a:lnTo>
                <a:lnTo>
                  <a:pt x="731880" y="103117"/>
                </a:lnTo>
                <a:lnTo>
                  <a:pt x="731542" y="103242"/>
                </a:lnTo>
                <a:lnTo>
                  <a:pt x="731046" y="101879"/>
                </a:lnTo>
                <a:lnTo>
                  <a:pt x="730551" y="101999"/>
                </a:lnTo>
                <a:lnTo>
                  <a:pt x="730794" y="102256"/>
                </a:lnTo>
                <a:lnTo>
                  <a:pt x="730323" y="102442"/>
                </a:lnTo>
                <a:lnTo>
                  <a:pt x="730043" y="102277"/>
                </a:lnTo>
                <a:lnTo>
                  <a:pt x="730153" y="101868"/>
                </a:lnTo>
                <a:lnTo>
                  <a:pt x="729916" y="101830"/>
                </a:lnTo>
                <a:lnTo>
                  <a:pt x="729777" y="102069"/>
                </a:lnTo>
                <a:lnTo>
                  <a:pt x="729193" y="101253"/>
                </a:lnTo>
                <a:lnTo>
                  <a:pt x="728547" y="101525"/>
                </a:lnTo>
                <a:lnTo>
                  <a:pt x="727634" y="101480"/>
                </a:lnTo>
                <a:lnTo>
                  <a:pt x="727242" y="101021"/>
                </a:lnTo>
                <a:lnTo>
                  <a:pt x="727109" y="99947"/>
                </a:lnTo>
                <a:lnTo>
                  <a:pt x="725770" y="99858"/>
                </a:lnTo>
                <a:lnTo>
                  <a:pt x="725192" y="99969"/>
                </a:lnTo>
                <a:lnTo>
                  <a:pt x="725641" y="100647"/>
                </a:lnTo>
                <a:lnTo>
                  <a:pt x="725231" y="100989"/>
                </a:lnTo>
                <a:lnTo>
                  <a:pt x="725077" y="100831"/>
                </a:lnTo>
                <a:lnTo>
                  <a:pt x="725475" y="100608"/>
                </a:lnTo>
                <a:lnTo>
                  <a:pt x="725390" y="100364"/>
                </a:lnTo>
                <a:lnTo>
                  <a:pt x="724814" y="100827"/>
                </a:lnTo>
                <a:lnTo>
                  <a:pt x="724280" y="100545"/>
                </a:lnTo>
                <a:lnTo>
                  <a:pt x="723455" y="101090"/>
                </a:lnTo>
                <a:lnTo>
                  <a:pt x="723099" y="100958"/>
                </a:lnTo>
                <a:lnTo>
                  <a:pt x="722682" y="101138"/>
                </a:lnTo>
                <a:lnTo>
                  <a:pt x="721579" y="100371"/>
                </a:lnTo>
                <a:lnTo>
                  <a:pt x="720312" y="100767"/>
                </a:lnTo>
                <a:lnTo>
                  <a:pt x="720081" y="100572"/>
                </a:lnTo>
                <a:lnTo>
                  <a:pt x="718820" y="100488"/>
                </a:lnTo>
                <a:lnTo>
                  <a:pt x="718362" y="101043"/>
                </a:lnTo>
                <a:lnTo>
                  <a:pt x="718466" y="102390"/>
                </a:lnTo>
                <a:lnTo>
                  <a:pt x="718208" y="102907"/>
                </a:lnTo>
                <a:lnTo>
                  <a:pt x="718066" y="103046"/>
                </a:lnTo>
                <a:lnTo>
                  <a:pt x="717060" y="102824"/>
                </a:lnTo>
                <a:lnTo>
                  <a:pt x="716301" y="100963"/>
                </a:lnTo>
                <a:lnTo>
                  <a:pt x="716730" y="100105"/>
                </a:lnTo>
                <a:lnTo>
                  <a:pt x="717331" y="99809"/>
                </a:lnTo>
                <a:lnTo>
                  <a:pt x="717807" y="99048"/>
                </a:lnTo>
                <a:lnTo>
                  <a:pt x="717711" y="98499"/>
                </a:lnTo>
                <a:lnTo>
                  <a:pt x="718267" y="98310"/>
                </a:lnTo>
                <a:lnTo>
                  <a:pt x="717991" y="97797"/>
                </a:lnTo>
                <a:lnTo>
                  <a:pt x="717426" y="97529"/>
                </a:lnTo>
                <a:lnTo>
                  <a:pt x="718036" y="96949"/>
                </a:lnTo>
                <a:lnTo>
                  <a:pt x="717670" y="96487"/>
                </a:lnTo>
                <a:lnTo>
                  <a:pt x="717902" y="96281"/>
                </a:lnTo>
                <a:lnTo>
                  <a:pt x="718092" y="96609"/>
                </a:lnTo>
                <a:lnTo>
                  <a:pt x="718276" y="96513"/>
                </a:lnTo>
                <a:lnTo>
                  <a:pt x="717976" y="96165"/>
                </a:lnTo>
                <a:lnTo>
                  <a:pt x="718225" y="95571"/>
                </a:lnTo>
                <a:lnTo>
                  <a:pt x="718079" y="94977"/>
                </a:lnTo>
                <a:lnTo>
                  <a:pt x="717992" y="95429"/>
                </a:lnTo>
                <a:lnTo>
                  <a:pt x="717627" y="95372"/>
                </a:lnTo>
                <a:lnTo>
                  <a:pt x="717616" y="95705"/>
                </a:lnTo>
                <a:lnTo>
                  <a:pt x="717418" y="95558"/>
                </a:lnTo>
                <a:lnTo>
                  <a:pt x="717825" y="94908"/>
                </a:lnTo>
                <a:lnTo>
                  <a:pt x="717400" y="94719"/>
                </a:lnTo>
                <a:lnTo>
                  <a:pt x="717426" y="94286"/>
                </a:lnTo>
                <a:lnTo>
                  <a:pt x="717657" y="94250"/>
                </a:lnTo>
                <a:lnTo>
                  <a:pt x="717637" y="94006"/>
                </a:lnTo>
                <a:lnTo>
                  <a:pt x="717931" y="94073"/>
                </a:lnTo>
                <a:lnTo>
                  <a:pt x="718004" y="93830"/>
                </a:lnTo>
                <a:lnTo>
                  <a:pt x="717393" y="93909"/>
                </a:lnTo>
                <a:lnTo>
                  <a:pt x="717288" y="93197"/>
                </a:lnTo>
                <a:lnTo>
                  <a:pt x="716627" y="93954"/>
                </a:lnTo>
                <a:lnTo>
                  <a:pt x="715556" y="94226"/>
                </a:lnTo>
                <a:lnTo>
                  <a:pt x="715006" y="94074"/>
                </a:lnTo>
                <a:lnTo>
                  <a:pt x="714557" y="94313"/>
                </a:lnTo>
                <a:lnTo>
                  <a:pt x="714639" y="94782"/>
                </a:lnTo>
                <a:lnTo>
                  <a:pt x="714198" y="95094"/>
                </a:lnTo>
                <a:lnTo>
                  <a:pt x="713578" y="94891"/>
                </a:lnTo>
                <a:lnTo>
                  <a:pt x="713017" y="94358"/>
                </a:lnTo>
                <a:lnTo>
                  <a:pt x="713221" y="94012"/>
                </a:lnTo>
                <a:lnTo>
                  <a:pt x="712787" y="93905"/>
                </a:lnTo>
                <a:lnTo>
                  <a:pt x="712576" y="93355"/>
                </a:lnTo>
                <a:lnTo>
                  <a:pt x="712699" y="93083"/>
                </a:lnTo>
                <a:lnTo>
                  <a:pt x="712344" y="92912"/>
                </a:lnTo>
                <a:lnTo>
                  <a:pt x="712403" y="92576"/>
                </a:lnTo>
                <a:lnTo>
                  <a:pt x="711824" y="92320"/>
                </a:lnTo>
                <a:lnTo>
                  <a:pt x="711415" y="91808"/>
                </a:lnTo>
                <a:lnTo>
                  <a:pt x="711293" y="91188"/>
                </a:lnTo>
                <a:lnTo>
                  <a:pt x="710903" y="91133"/>
                </a:lnTo>
                <a:lnTo>
                  <a:pt x="711229" y="90930"/>
                </a:lnTo>
                <a:lnTo>
                  <a:pt x="711132" y="90796"/>
                </a:lnTo>
                <a:lnTo>
                  <a:pt x="710797" y="90845"/>
                </a:lnTo>
                <a:lnTo>
                  <a:pt x="710752" y="91315"/>
                </a:lnTo>
                <a:lnTo>
                  <a:pt x="710467" y="91061"/>
                </a:lnTo>
                <a:lnTo>
                  <a:pt x="710901" y="91535"/>
                </a:lnTo>
                <a:lnTo>
                  <a:pt x="710423" y="92260"/>
                </a:lnTo>
                <a:lnTo>
                  <a:pt x="710262" y="92143"/>
                </a:lnTo>
                <a:lnTo>
                  <a:pt x="710467" y="91524"/>
                </a:lnTo>
                <a:lnTo>
                  <a:pt x="709710" y="91382"/>
                </a:lnTo>
                <a:lnTo>
                  <a:pt x="709199" y="91572"/>
                </a:lnTo>
                <a:lnTo>
                  <a:pt x="709434" y="91112"/>
                </a:lnTo>
                <a:lnTo>
                  <a:pt x="709084" y="90920"/>
                </a:lnTo>
                <a:lnTo>
                  <a:pt x="709017" y="91656"/>
                </a:lnTo>
                <a:lnTo>
                  <a:pt x="708468" y="91970"/>
                </a:lnTo>
                <a:lnTo>
                  <a:pt x="708490" y="91617"/>
                </a:lnTo>
                <a:lnTo>
                  <a:pt x="708853" y="91582"/>
                </a:lnTo>
                <a:lnTo>
                  <a:pt x="708670" y="91115"/>
                </a:lnTo>
                <a:lnTo>
                  <a:pt x="708821" y="90541"/>
                </a:lnTo>
                <a:lnTo>
                  <a:pt x="708150" y="90876"/>
                </a:lnTo>
                <a:lnTo>
                  <a:pt x="708555" y="89809"/>
                </a:lnTo>
                <a:lnTo>
                  <a:pt x="708361" y="89668"/>
                </a:lnTo>
                <a:lnTo>
                  <a:pt x="708197" y="90098"/>
                </a:lnTo>
                <a:lnTo>
                  <a:pt x="707829" y="90184"/>
                </a:lnTo>
                <a:lnTo>
                  <a:pt x="707418" y="89592"/>
                </a:lnTo>
                <a:lnTo>
                  <a:pt x="707811" y="89473"/>
                </a:lnTo>
                <a:lnTo>
                  <a:pt x="707466" y="89196"/>
                </a:lnTo>
                <a:lnTo>
                  <a:pt x="707135" y="89664"/>
                </a:lnTo>
                <a:lnTo>
                  <a:pt x="706778" y="91305"/>
                </a:lnTo>
                <a:lnTo>
                  <a:pt x="706386" y="91186"/>
                </a:lnTo>
                <a:lnTo>
                  <a:pt x="706498" y="90500"/>
                </a:lnTo>
                <a:lnTo>
                  <a:pt x="705363" y="90821"/>
                </a:lnTo>
                <a:lnTo>
                  <a:pt x="705229" y="90650"/>
                </a:lnTo>
                <a:lnTo>
                  <a:pt x="705421" y="90260"/>
                </a:lnTo>
                <a:lnTo>
                  <a:pt x="705115" y="89880"/>
                </a:lnTo>
                <a:lnTo>
                  <a:pt x="704872" y="89860"/>
                </a:lnTo>
                <a:lnTo>
                  <a:pt x="704758" y="90224"/>
                </a:lnTo>
                <a:lnTo>
                  <a:pt x="704442" y="89871"/>
                </a:lnTo>
                <a:lnTo>
                  <a:pt x="704600" y="89599"/>
                </a:lnTo>
                <a:lnTo>
                  <a:pt x="704988" y="89723"/>
                </a:lnTo>
                <a:lnTo>
                  <a:pt x="705042" y="89445"/>
                </a:lnTo>
                <a:lnTo>
                  <a:pt x="704705" y="89230"/>
                </a:lnTo>
                <a:lnTo>
                  <a:pt x="703761" y="89336"/>
                </a:lnTo>
                <a:lnTo>
                  <a:pt x="704052" y="88450"/>
                </a:lnTo>
                <a:lnTo>
                  <a:pt x="703942" y="87721"/>
                </a:lnTo>
                <a:lnTo>
                  <a:pt x="703162" y="86744"/>
                </a:lnTo>
                <a:lnTo>
                  <a:pt x="703337" y="85647"/>
                </a:lnTo>
                <a:lnTo>
                  <a:pt x="702959" y="85745"/>
                </a:lnTo>
                <a:lnTo>
                  <a:pt x="703057" y="85060"/>
                </a:lnTo>
                <a:lnTo>
                  <a:pt x="702835" y="84817"/>
                </a:lnTo>
                <a:lnTo>
                  <a:pt x="703177" y="84132"/>
                </a:lnTo>
                <a:lnTo>
                  <a:pt x="702892" y="83941"/>
                </a:lnTo>
                <a:lnTo>
                  <a:pt x="703007" y="83492"/>
                </a:lnTo>
                <a:lnTo>
                  <a:pt x="702460" y="83086"/>
                </a:lnTo>
                <a:lnTo>
                  <a:pt x="701275" y="83509"/>
                </a:lnTo>
                <a:lnTo>
                  <a:pt x="700441" y="82629"/>
                </a:lnTo>
                <a:lnTo>
                  <a:pt x="699600" y="82995"/>
                </a:lnTo>
                <a:lnTo>
                  <a:pt x="698759" y="82276"/>
                </a:lnTo>
                <a:lnTo>
                  <a:pt x="698348" y="82193"/>
                </a:lnTo>
                <a:lnTo>
                  <a:pt x="698033" y="81671"/>
                </a:lnTo>
                <a:lnTo>
                  <a:pt x="697992" y="82193"/>
                </a:lnTo>
                <a:lnTo>
                  <a:pt x="697574" y="82279"/>
                </a:lnTo>
                <a:lnTo>
                  <a:pt x="697634" y="82654"/>
                </a:lnTo>
                <a:lnTo>
                  <a:pt x="696592" y="82962"/>
                </a:lnTo>
                <a:lnTo>
                  <a:pt x="696136" y="82732"/>
                </a:lnTo>
                <a:lnTo>
                  <a:pt x="695892" y="83112"/>
                </a:lnTo>
                <a:lnTo>
                  <a:pt x="694754" y="82242"/>
                </a:lnTo>
                <a:lnTo>
                  <a:pt x="693217" y="82450"/>
                </a:lnTo>
                <a:lnTo>
                  <a:pt x="693103" y="82923"/>
                </a:lnTo>
                <a:lnTo>
                  <a:pt x="692731" y="82724"/>
                </a:lnTo>
                <a:lnTo>
                  <a:pt x="692221" y="82875"/>
                </a:lnTo>
                <a:lnTo>
                  <a:pt x="691948" y="83815"/>
                </a:lnTo>
                <a:lnTo>
                  <a:pt x="691442" y="83340"/>
                </a:lnTo>
                <a:lnTo>
                  <a:pt x="691229" y="83922"/>
                </a:lnTo>
                <a:lnTo>
                  <a:pt x="690593" y="84067"/>
                </a:lnTo>
                <a:lnTo>
                  <a:pt x="690026" y="83819"/>
                </a:lnTo>
                <a:lnTo>
                  <a:pt x="689819" y="84165"/>
                </a:lnTo>
                <a:lnTo>
                  <a:pt x="690028" y="84785"/>
                </a:lnTo>
                <a:lnTo>
                  <a:pt x="689896" y="85237"/>
                </a:lnTo>
                <a:lnTo>
                  <a:pt x="689350" y="85426"/>
                </a:lnTo>
                <a:lnTo>
                  <a:pt x="689176" y="85034"/>
                </a:lnTo>
                <a:lnTo>
                  <a:pt x="689085" y="85396"/>
                </a:lnTo>
                <a:lnTo>
                  <a:pt x="688797" y="85446"/>
                </a:lnTo>
                <a:lnTo>
                  <a:pt x="688759" y="86337"/>
                </a:lnTo>
                <a:lnTo>
                  <a:pt x="688373" y="86424"/>
                </a:lnTo>
                <a:lnTo>
                  <a:pt x="688327" y="86116"/>
                </a:lnTo>
                <a:lnTo>
                  <a:pt x="688027" y="86125"/>
                </a:lnTo>
                <a:lnTo>
                  <a:pt x="687450" y="86846"/>
                </a:lnTo>
                <a:lnTo>
                  <a:pt x="686919" y="86911"/>
                </a:lnTo>
                <a:lnTo>
                  <a:pt x="686508" y="85421"/>
                </a:lnTo>
                <a:lnTo>
                  <a:pt x="686601" y="84727"/>
                </a:lnTo>
                <a:lnTo>
                  <a:pt x="686352" y="83737"/>
                </a:lnTo>
                <a:lnTo>
                  <a:pt x="686567" y="83219"/>
                </a:lnTo>
                <a:lnTo>
                  <a:pt x="686174" y="82905"/>
                </a:lnTo>
                <a:lnTo>
                  <a:pt x="685755" y="81951"/>
                </a:lnTo>
                <a:lnTo>
                  <a:pt x="684909" y="81168"/>
                </a:lnTo>
                <a:lnTo>
                  <a:pt x="684998" y="80688"/>
                </a:lnTo>
                <a:lnTo>
                  <a:pt x="685515" y="80632"/>
                </a:lnTo>
                <a:lnTo>
                  <a:pt x="685336" y="80074"/>
                </a:lnTo>
                <a:lnTo>
                  <a:pt x="684674" y="79489"/>
                </a:lnTo>
                <a:lnTo>
                  <a:pt x="684383" y="78809"/>
                </a:lnTo>
                <a:lnTo>
                  <a:pt x="683632" y="78523"/>
                </a:lnTo>
                <a:lnTo>
                  <a:pt x="683796" y="78049"/>
                </a:lnTo>
                <a:lnTo>
                  <a:pt x="683229" y="78089"/>
                </a:lnTo>
                <a:lnTo>
                  <a:pt x="682875" y="77666"/>
                </a:lnTo>
                <a:lnTo>
                  <a:pt x="683242" y="77196"/>
                </a:lnTo>
                <a:lnTo>
                  <a:pt x="682840" y="76738"/>
                </a:lnTo>
                <a:lnTo>
                  <a:pt x="682964" y="76167"/>
                </a:lnTo>
                <a:lnTo>
                  <a:pt x="682521" y="75948"/>
                </a:lnTo>
                <a:lnTo>
                  <a:pt x="681805" y="73849"/>
                </a:lnTo>
                <a:lnTo>
                  <a:pt x="681240" y="73543"/>
                </a:lnTo>
                <a:lnTo>
                  <a:pt x="681002" y="72713"/>
                </a:lnTo>
                <a:lnTo>
                  <a:pt x="680356" y="72650"/>
                </a:lnTo>
                <a:lnTo>
                  <a:pt x="679986" y="72341"/>
                </a:lnTo>
                <a:lnTo>
                  <a:pt x="679580" y="72582"/>
                </a:lnTo>
                <a:lnTo>
                  <a:pt x="678718" y="71915"/>
                </a:lnTo>
                <a:lnTo>
                  <a:pt x="678736" y="71495"/>
                </a:lnTo>
                <a:lnTo>
                  <a:pt x="679473" y="71492"/>
                </a:lnTo>
                <a:lnTo>
                  <a:pt x="679673" y="71019"/>
                </a:lnTo>
                <a:lnTo>
                  <a:pt x="679540" y="70403"/>
                </a:lnTo>
                <a:lnTo>
                  <a:pt x="680217" y="69355"/>
                </a:lnTo>
                <a:lnTo>
                  <a:pt x="680499" y="69312"/>
                </a:lnTo>
                <a:lnTo>
                  <a:pt x="680603" y="69749"/>
                </a:lnTo>
                <a:lnTo>
                  <a:pt x="680865" y="69813"/>
                </a:lnTo>
                <a:lnTo>
                  <a:pt x="681148" y="69531"/>
                </a:lnTo>
                <a:lnTo>
                  <a:pt x="680994" y="69208"/>
                </a:lnTo>
                <a:lnTo>
                  <a:pt x="681346" y="69388"/>
                </a:lnTo>
                <a:lnTo>
                  <a:pt x="681493" y="69101"/>
                </a:lnTo>
                <a:lnTo>
                  <a:pt x="681023" y="68579"/>
                </a:lnTo>
                <a:lnTo>
                  <a:pt x="681209" y="67983"/>
                </a:lnTo>
                <a:lnTo>
                  <a:pt x="680694" y="67753"/>
                </a:lnTo>
                <a:lnTo>
                  <a:pt x="679802" y="66728"/>
                </a:lnTo>
                <a:lnTo>
                  <a:pt x="679779" y="66261"/>
                </a:lnTo>
                <a:lnTo>
                  <a:pt x="680216" y="66045"/>
                </a:lnTo>
                <a:lnTo>
                  <a:pt x="680277" y="65774"/>
                </a:lnTo>
                <a:lnTo>
                  <a:pt x="678677" y="64238"/>
                </a:lnTo>
                <a:lnTo>
                  <a:pt x="678742" y="63635"/>
                </a:lnTo>
                <a:lnTo>
                  <a:pt x="679717" y="61488"/>
                </a:lnTo>
                <a:lnTo>
                  <a:pt x="679396" y="60338"/>
                </a:lnTo>
                <a:lnTo>
                  <a:pt x="678444" y="59721"/>
                </a:lnTo>
                <a:lnTo>
                  <a:pt x="677450" y="59381"/>
                </a:lnTo>
                <a:lnTo>
                  <a:pt x="676780" y="59512"/>
                </a:lnTo>
                <a:lnTo>
                  <a:pt x="676656" y="62353"/>
                </a:lnTo>
                <a:lnTo>
                  <a:pt x="676118" y="63105"/>
                </a:lnTo>
                <a:lnTo>
                  <a:pt x="675532" y="63350"/>
                </a:lnTo>
                <a:lnTo>
                  <a:pt x="674848" y="62217"/>
                </a:lnTo>
                <a:lnTo>
                  <a:pt x="675145" y="61642"/>
                </a:lnTo>
                <a:lnTo>
                  <a:pt x="675005" y="61311"/>
                </a:lnTo>
                <a:lnTo>
                  <a:pt x="674388" y="61102"/>
                </a:lnTo>
                <a:lnTo>
                  <a:pt x="672582" y="59601"/>
                </a:lnTo>
                <a:lnTo>
                  <a:pt x="670267" y="58993"/>
                </a:lnTo>
                <a:lnTo>
                  <a:pt x="666894" y="56993"/>
                </a:lnTo>
                <a:lnTo>
                  <a:pt x="666554" y="56980"/>
                </a:lnTo>
                <a:lnTo>
                  <a:pt x="666377" y="57500"/>
                </a:lnTo>
                <a:lnTo>
                  <a:pt x="665691" y="58120"/>
                </a:lnTo>
                <a:lnTo>
                  <a:pt x="664583" y="60145"/>
                </a:lnTo>
                <a:lnTo>
                  <a:pt x="662665" y="60673"/>
                </a:lnTo>
                <a:lnTo>
                  <a:pt x="661715" y="60616"/>
                </a:lnTo>
                <a:lnTo>
                  <a:pt x="660897" y="60486"/>
                </a:lnTo>
                <a:lnTo>
                  <a:pt x="660390" y="60038"/>
                </a:lnTo>
                <a:lnTo>
                  <a:pt x="659703" y="59849"/>
                </a:lnTo>
                <a:lnTo>
                  <a:pt x="658561" y="60911"/>
                </a:lnTo>
                <a:lnTo>
                  <a:pt x="657798" y="61234"/>
                </a:lnTo>
                <a:lnTo>
                  <a:pt x="657314" y="61165"/>
                </a:lnTo>
                <a:lnTo>
                  <a:pt x="655829" y="60072"/>
                </a:lnTo>
                <a:lnTo>
                  <a:pt x="654577" y="61863"/>
                </a:lnTo>
                <a:lnTo>
                  <a:pt x="655791" y="62187"/>
                </a:lnTo>
                <a:lnTo>
                  <a:pt x="656371" y="62706"/>
                </a:lnTo>
                <a:lnTo>
                  <a:pt x="656499" y="63522"/>
                </a:lnTo>
                <a:lnTo>
                  <a:pt x="656028" y="64794"/>
                </a:lnTo>
                <a:lnTo>
                  <a:pt x="656604" y="65685"/>
                </a:lnTo>
                <a:lnTo>
                  <a:pt x="655966" y="66609"/>
                </a:lnTo>
                <a:lnTo>
                  <a:pt x="654830" y="67422"/>
                </a:lnTo>
                <a:lnTo>
                  <a:pt x="653603" y="66724"/>
                </a:lnTo>
                <a:lnTo>
                  <a:pt x="652310" y="62868"/>
                </a:lnTo>
                <a:lnTo>
                  <a:pt x="651549" y="62665"/>
                </a:lnTo>
                <a:lnTo>
                  <a:pt x="650624" y="61727"/>
                </a:lnTo>
                <a:lnTo>
                  <a:pt x="649794" y="62087"/>
                </a:lnTo>
                <a:lnTo>
                  <a:pt x="648487" y="63932"/>
                </a:lnTo>
                <a:lnTo>
                  <a:pt x="647802" y="64309"/>
                </a:lnTo>
                <a:lnTo>
                  <a:pt x="647144" y="64290"/>
                </a:lnTo>
                <a:lnTo>
                  <a:pt x="645951" y="63496"/>
                </a:lnTo>
                <a:lnTo>
                  <a:pt x="644208" y="64325"/>
                </a:lnTo>
                <a:lnTo>
                  <a:pt x="643774" y="63627"/>
                </a:lnTo>
                <a:lnTo>
                  <a:pt x="643930" y="62831"/>
                </a:lnTo>
                <a:lnTo>
                  <a:pt x="643741" y="60556"/>
                </a:lnTo>
                <a:lnTo>
                  <a:pt x="643087" y="59283"/>
                </a:lnTo>
                <a:lnTo>
                  <a:pt x="642568" y="59428"/>
                </a:lnTo>
                <a:lnTo>
                  <a:pt x="642630" y="60179"/>
                </a:lnTo>
                <a:lnTo>
                  <a:pt x="641978" y="61629"/>
                </a:lnTo>
                <a:lnTo>
                  <a:pt x="641561" y="62028"/>
                </a:lnTo>
                <a:lnTo>
                  <a:pt x="641180" y="61441"/>
                </a:lnTo>
                <a:lnTo>
                  <a:pt x="638574" y="60309"/>
                </a:lnTo>
                <a:lnTo>
                  <a:pt x="639064" y="58732"/>
                </a:lnTo>
                <a:lnTo>
                  <a:pt x="638217" y="57724"/>
                </a:lnTo>
                <a:lnTo>
                  <a:pt x="637244" y="57512"/>
                </a:lnTo>
                <a:lnTo>
                  <a:pt x="636030" y="56746"/>
                </a:lnTo>
                <a:lnTo>
                  <a:pt x="634332" y="57642"/>
                </a:lnTo>
                <a:lnTo>
                  <a:pt x="633307" y="57332"/>
                </a:lnTo>
                <a:lnTo>
                  <a:pt x="632572" y="56302"/>
                </a:lnTo>
                <a:lnTo>
                  <a:pt x="631810" y="54522"/>
                </a:lnTo>
                <a:lnTo>
                  <a:pt x="630459" y="53586"/>
                </a:lnTo>
                <a:lnTo>
                  <a:pt x="630224" y="52371"/>
                </a:lnTo>
                <a:lnTo>
                  <a:pt x="629821" y="51966"/>
                </a:lnTo>
                <a:lnTo>
                  <a:pt x="629149" y="51864"/>
                </a:lnTo>
                <a:lnTo>
                  <a:pt x="628210" y="52947"/>
                </a:lnTo>
                <a:lnTo>
                  <a:pt x="625824" y="52783"/>
                </a:lnTo>
                <a:lnTo>
                  <a:pt x="622752" y="50352"/>
                </a:lnTo>
                <a:lnTo>
                  <a:pt x="621751" y="50218"/>
                </a:lnTo>
                <a:lnTo>
                  <a:pt x="620509" y="48967"/>
                </a:lnTo>
                <a:lnTo>
                  <a:pt x="620192" y="49200"/>
                </a:lnTo>
                <a:lnTo>
                  <a:pt x="619248" y="49299"/>
                </a:lnTo>
                <a:lnTo>
                  <a:pt x="618873" y="50406"/>
                </a:lnTo>
                <a:lnTo>
                  <a:pt x="616949" y="51436"/>
                </a:lnTo>
                <a:lnTo>
                  <a:pt x="614445" y="55269"/>
                </a:lnTo>
                <a:lnTo>
                  <a:pt x="614555" y="55461"/>
                </a:lnTo>
                <a:lnTo>
                  <a:pt x="615114" y="55387"/>
                </a:lnTo>
                <a:lnTo>
                  <a:pt x="616159" y="56452"/>
                </a:lnTo>
                <a:lnTo>
                  <a:pt x="617060" y="55664"/>
                </a:lnTo>
                <a:lnTo>
                  <a:pt x="618481" y="55049"/>
                </a:lnTo>
                <a:lnTo>
                  <a:pt x="620317" y="55348"/>
                </a:lnTo>
                <a:lnTo>
                  <a:pt x="621402" y="55853"/>
                </a:lnTo>
                <a:lnTo>
                  <a:pt x="621715" y="56404"/>
                </a:lnTo>
                <a:lnTo>
                  <a:pt x="621008" y="58121"/>
                </a:lnTo>
                <a:lnTo>
                  <a:pt x="620658" y="58340"/>
                </a:lnTo>
                <a:lnTo>
                  <a:pt x="620391" y="59256"/>
                </a:lnTo>
                <a:lnTo>
                  <a:pt x="619952" y="59834"/>
                </a:lnTo>
                <a:lnTo>
                  <a:pt x="619644" y="59942"/>
                </a:lnTo>
                <a:lnTo>
                  <a:pt x="619226" y="59737"/>
                </a:lnTo>
                <a:lnTo>
                  <a:pt x="617290" y="58196"/>
                </a:lnTo>
                <a:lnTo>
                  <a:pt x="614825" y="57700"/>
                </a:lnTo>
                <a:lnTo>
                  <a:pt x="614838" y="59710"/>
                </a:lnTo>
                <a:lnTo>
                  <a:pt x="612569" y="60135"/>
                </a:lnTo>
                <a:lnTo>
                  <a:pt x="611052" y="62333"/>
                </a:lnTo>
                <a:lnTo>
                  <a:pt x="610032" y="62510"/>
                </a:lnTo>
                <a:lnTo>
                  <a:pt x="609009" y="61794"/>
                </a:lnTo>
                <a:lnTo>
                  <a:pt x="607816" y="62466"/>
                </a:lnTo>
                <a:lnTo>
                  <a:pt x="607573" y="62737"/>
                </a:lnTo>
                <a:lnTo>
                  <a:pt x="607752" y="63834"/>
                </a:lnTo>
                <a:lnTo>
                  <a:pt x="607594" y="64847"/>
                </a:lnTo>
                <a:lnTo>
                  <a:pt x="606803" y="65817"/>
                </a:lnTo>
                <a:lnTo>
                  <a:pt x="603854" y="66763"/>
                </a:lnTo>
                <a:lnTo>
                  <a:pt x="603634" y="66240"/>
                </a:lnTo>
                <a:lnTo>
                  <a:pt x="604201" y="65017"/>
                </a:lnTo>
                <a:lnTo>
                  <a:pt x="605568" y="64567"/>
                </a:lnTo>
                <a:lnTo>
                  <a:pt x="606188" y="63312"/>
                </a:lnTo>
                <a:lnTo>
                  <a:pt x="606182" y="62711"/>
                </a:lnTo>
                <a:lnTo>
                  <a:pt x="605258" y="61622"/>
                </a:lnTo>
                <a:lnTo>
                  <a:pt x="604636" y="61429"/>
                </a:lnTo>
                <a:lnTo>
                  <a:pt x="603570" y="60334"/>
                </a:lnTo>
                <a:lnTo>
                  <a:pt x="603162" y="58858"/>
                </a:lnTo>
                <a:lnTo>
                  <a:pt x="599761" y="57128"/>
                </a:lnTo>
                <a:lnTo>
                  <a:pt x="599898" y="56186"/>
                </a:lnTo>
                <a:lnTo>
                  <a:pt x="600899" y="54711"/>
                </a:lnTo>
                <a:lnTo>
                  <a:pt x="600752" y="53714"/>
                </a:lnTo>
                <a:lnTo>
                  <a:pt x="599484" y="52244"/>
                </a:lnTo>
                <a:lnTo>
                  <a:pt x="598343" y="51849"/>
                </a:lnTo>
                <a:lnTo>
                  <a:pt x="597421" y="51100"/>
                </a:lnTo>
                <a:lnTo>
                  <a:pt x="596391" y="47711"/>
                </a:lnTo>
                <a:lnTo>
                  <a:pt x="596038" y="47734"/>
                </a:lnTo>
                <a:lnTo>
                  <a:pt x="595268" y="48668"/>
                </a:lnTo>
                <a:lnTo>
                  <a:pt x="595385" y="48986"/>
                </a:lnTo>
                <a:lnTo>
                  <a:pt x="596015" y="49290"/>
                </a:lnTo>
                <a:lnTo>
                  <a:pt x="596051" y="49692"/>
                </a:lnTo>
                <a:lnTo>
                  <a:pt x="595153" y="51292"/>
                </a:lnTo>
                <a:lnTo>
                  <a:pt x="595438" y="52461"/>
                </a:lnTo>
                <a:lnTo>
                  <a:pt x="594721" y="52880"/>
                </a:lnTo>
                <a:lnTo>
                  <a:pt x="594286" y="52881"/>
                </a:lnTo>
                <a:lnTo>
                  <a:pt x="593895" y="51991"/>
                </a:lnTo>
                <a:lnTo>
                  <a:pt x="593882" y="51165"/>
                </a:lnTo>
                <a:lnTo>
                  <a:pt x="592504" y="49744"/>
                </a:lnTo>
                <a:lnTo>
                  <a:pt x="591424" y="49141"/>
                </a:lnTo>
                <a:lnTo>
                  <a:pt x="590375" y="49795"/>
                </a:lnTo>
                <a:lnTo>
                  <a:pt x="590338" y="50171"/>
                </a:lnTo>
                <a:lnTo>
                  <a:pt x="592432" y="52172"/>
                </a:lnTo>
                <a:lnTo>
                  <a:pt x="592398" y="52568"/>
                </a:lnTo>
                <a:lnTo>
                  <a:pt x="589434" y="56383"/>
                </a:lnTo>
                <a:lnTo>
                  <a:pt x="587491" y="57493"/>
                </a:lnTo>
                <a:lnTo>
                  <a:pt x="586977" y="57059"/>
                </a:lnTo>
                <a:lnTo>
                  <a:pt x="586805" y="56383"/>
                </a:lnTo>
                <a:lnTo>
                  <a:pt x="588694" y="54480"/>
                </a:lnTo>
                <a:lnTo>
                  <a:pt x="589144" y="53716"/>
                </a:lnTo>
                <a:lnTo>
                  <a:pt x="588005" y="51891"/>
                </a:lnTo>
                <a:lnTo>
                  <a:pt x="587199" y="51038"/>
                </a:lnTo>
                <a:lnTo>
                  <a:pt x="585876" y="48118"/>
                </a:lnTo>
                <a:lnTo>
                  <a:pt x="585229" y="47413"/>
                </a:lnTo>
                <a:lnTo>
                  <a:pt x="585453" y="45778"/>
                </a:lnTo>
                <a:lnTo>
                  <a:pt x="585200" y="44968"/>
                </a:lnTo>
                <a:lnTo>
                  <a:pt x="583703" y="44113"/>
                </a:lnTo>
                <a:lnTo>
                  <a:pt x="581325" y="44681"/>
                </a:lnTo>
                <a:lnTo>
                  <a:pt x="579828" y="44158"/>
                </a:lnTo>
                <a:lnTo>
                  <a:pt x="578503" y="44078"/>
                </a:lnTo>
                <a:lnTo>
                  <a:pt x="577728" y="44432"/>
                </a:lnTo>
                <a:lnTo>
                  <a:pt x="575052" y="46477"/>
                </a:lnTo>
                <a:lnTo>
                  <a:pt x="574324" y="46730"/>
                </a:lnTo>
                <a:lnTo>
                  <a:pt x="573801" y="45579"/>
                </a:lnTo>
                <a:lnTo>
                  <a:pt x="573696" y="44706"/>
                </a:lnTo>
                <a:lnTo>
                  <a:pt x="575261" y="43457"/>
                </a:lnTo>
                <a:lnTo>
                  <a:pt x="575420" y="43055"/>
                </a:lnTo>
                <a:lnTo>
                  <a:pt x="575268" y="42734"/>
                </a:lnTo>
                <a:lnTo>
                  <a:pt x="574092" y="42473"/>
                </a:lnTo>
                <a:lnTo>
                  <a:pt x="573027" y="42786"/>
                </a:lnTo>
                <a:lnTo>
                  <a:pt x="572706" y="43278"/>
                </a:lnTo>
                <a:lnTo>
                  <a:pt x="572464" y="44564"/>
                </a:lnTo>
                <a:lnTo>
                  <a:pt x="571706" y="45300"/>
                </a:lnTo>
                <a:lnTo>
                  <a:pt x="571080" y="45322"/>
                </a:lnTo>
                <a:lnTo>
                  <a:pt x="569268" y="43198"/>
                </a:lnTo>
                <a:lnTo>
                  <a:pt x="568295" y="41021"/>
                </a:lnTo>
                <a:lnTo>
                  <a:pt x="568363" y="39622"/>
                </a:lnTo>
                <a:lnTo>
                  <a:pt x="567779" y="39669"/>
                </a:lnTo>
                <a:lnTo>
                  <a:pt x="566231" y="40876"/>
                </a:lnTo>
                <a:lnTo>
                  <a:pt x="565589" y="40930"/>
                </a:lnTo>
                <a:lnTo>
                  <a:pt x="565361" y="40386"/>
                </a:lnTo>
                <a:lnTo>
                  <a:pt x="565545" y="38983"/>
                </a:lnTo>
                <a:lnTo>
                  <a:pt x="564143" y="37381"/>
                </a:lnTo>
                <a:lnTo>
                  <a:pt x="564127" y="36765"/>
                </a:lnTo>
                <a:lnTo>
                  <a:pt x="563117" y="36018"/>
                </a:lnTo>
                <a:lnTo>
                  <a:pt x="562343" y="35488"/>
                </a:lnTo>
                <a:lnTo>
                  <a:pt x="561855" y="35425"/>
                </a:lnTo>
                <a:lnTo>
                  <a:pt x="560777" y="37072"/>
                </a:lnTo>
                <a:lnTo>
                  <a:pt x="560605" y="37939"/>
                </a:lnTo>
                <a:lnTo>
                  <a:pt x="560894" y="39404"/>
                </a:lnTo>
                <a:lnTo>
                  <a:pt x="562138" y="40534"/>
                </a:lnTo>
                <a:lnTo>
                  <a:pt x="562368" y="41078"/>
                </a:lnTo>
                <a:lnTo>
                  <a:pt x="560974" y="42091"/>
                </a:lnTo>
                <a:lnTo>
                  <a:pt x="560255" y="42187"/>
                </a:lnTo>
                <a:lnTo>
                  <a:pt x="558924" y="40285"/>
                </a:lnTo>
                <a:lnTo>
                  <a:pt x="557024" y="40133"/>
                </a:lnTo>
                <a:lnTo>
                  <a:pt x="555692" y="37615"/>
                </a:lnTo>
                <a:lnTo>
                  <a:pt x="554663" y="36858"/>
                </a:lnTo>
                <a:lnTo>
                  <a:pt x="554440" y="36363"/>
                </a:lnTo>
                <a:lnTo>
                  <a:pt x="554728" y="34012"/>
                </a:lnTo>
                <a:lnTo>
                  <a:pt x="553969" y="32018"/>
                </a:lnTo>
                <a:lnTo>
                  <a:pt x="553816" y="30619"/>
                </a:lnTo>
                <a:lnTo>
                  <a:pt x="552862" y="29411"/>
                </a:lnTo>
                <a:lnTo>
                  <a:pt x="551201" y="29285"/>
                </a:lnTo>
                <a:lnTo>
                  <a:pt x="550630" y="29524"/>
                </a:lnTo>
                <a:lnTo>
                  <a:pt x="550265" y="30201"/>
                </a:lnTo>
                <a:lnTo>
                  <a:pt x="552191" y="32953"/>
                </a:lnTo>
                <a:lnTo>
                  <a:pt x="552614" y="35498"/>
                </a:lnTo>
                <a:lnTo>
                  <a:pt x="552391" y="36323"/>
                </a:lnTo>
                <a:lnTo>
                  <a:pt x="552065" y="36584"/>
                </a:lnTo>
                <a:lnTo>
                  <a:pt x="551497" y="36533"/>
                </a:lnTo>
                <a:lnTo>
                  <a:pt x="550699" y="35623"/>
                </a:lnTo>
                <a:lnTo>
                  <a:pt x="550098" y="35475"/>
                </a:lnTo>
                <a:lnTo>
                  <a:pt x="549553" y="35547"/>
                </a:lnTo>
                <a:lnTo>
                  <a:pt x="548487" y="36348"/>
                </a:lnTo>
                <a:lnTo>
                  <a:pt x="546979" y="35954"/>
                </a:lnTo>
                <a:lnTo>
                  <a:pt x="545921" y="36439"/>
                </a:lnTo>
                <a:lnTo>
                  <a:pt x="545065" y="36148"/>
                </a:lnTo>
                <a:lnTo>
                  <a:pt x="544655" y="35167"/>
                </a:lnTo>
                <a:lnTo>
                  <a:pt x="544626" y="34063"/>
                </a:lnTo>
                <a:lnTo>
                  <a:pt x="544731" y="33600"/>
                </a:lnTo>
                <a:lnTo>
                  <a:pt x="545411" y="32957"/>
                </a:lnTo>
                <a:lnTo>
                  <a:pt x="545552" y="30772"/>
                </a:lnTo>
                <a:lnTo>
                  <a:pt x="544677" y="28907"/>
                </a:lnTo>
                <a:lnTo>
                  <a:pt x="540844" y="27731"/>
                </a:lnTo>
                <a:lnTo>
                  <a:pt x="539185" y="26788"/>
                </a:lnTo>
                <a:lnTo>
                  <a:pt x="538447" y="25805"/>
                </a:lnTo>
                <a:lnTo>
                  <a:pt x="537713" y="25322"/>
                </a:lnTo>
                <a:lnTo>
                  <a:pt x="537707" y="24902"/>
                </a:lnTo>
                <a:lnTo>
                  <a:pt x="535642" y="23748"/>
                </a:lnTo>
                <a:lnTo>
                  <a:pt x="535414" y="21974"/>
                </a:lnTo>
                <a:lnTo>
                  <a:pt x="534923" y="21440"/>
                </a:lnTo>
                <a:lnTo>
                  <a:pt x="533823" y="20985"/>
                </a:lnTo>
                <a:lnTo>
                  <a:pt x="533423" y="20562"/>
                </a:lnTo>
                <a:lnTo>
                  <a:pt x="531485" y="20671"/>
                </a:lnTo>
                <a:lnTo>
                  <a:pt x="530493" y="20278"/>
                </a:lnTo>
                <a:lnTo>
                  <a:pt x="530645" y="19642"/>
                </a:lnTo>
                <a:lnTo>
                  <a:pt x="532258" y="18859"/>
                </a:lnTo>
                <a:lnTo>
                  <a:pt x="532556" y="18226"/>
                </a:lnTo>
                <a:lnTo>
                  <a:pt x="531999" y="18070"/>
                </a:lnTo>
                <a:lnTo>
                  <a:pt x="531379" y="17376"/>
                </a:lnTo>
                <a:lnTo>
                  <a:pt x="529506" y="16262"/>
                </a:lnTo>
                <a:lnTo>
                  <a:pt x="529517" y="15339"/>
                </a:lnTo>
                <a:lnTo>
                  <a:pt x="528861" y="12927"/>
                </a:lnTo>
                <a:lnTo>
                  <a:pt x="527677" y="10696"/>
                </a:lnTo>
                <a:lnTo>
                  <a:pt x="527574" y="9550"/>
                </a:lnTo>
                <a:lnTo>
                  <a:pt x="528884" y="6090"/>
                </a:lnTo>
                <a:lnTo>
                  <a:pt x="528818" y="4516"/>
                </a:lnTo>
                <a:lnTo>
                  <a:pt x="527055" y="2322"/>
                </a:lnTo>
                <a:lnTo>
                  <a:pt x="526471" y="1885"/>
                </a:lnTo>
                <a:lnTo>
                  <a:pt x="525761" y="536"/>
                </a:lnTo>
                <a:lnTo>
                  <a:pt x="525101" y="79"/>
                </a:lnTo>
                <a:lnTo>
                  <a:pt x="524560" y="0"/>
                </a:lnTo>
                <a:lnTo>
                  <a:pt x="523751" y="358"/>
                </a:lnTo>
                <a:lnTo>
                  <a:pt x="522223" y="395"/>
                </a:lnTo>
                <a:lnTo>
                  <a:pt x="520696" y="819"/>
                </a:lnTo>
                <a:lnTo>
                  <a:pt x="520123" y="1624"/>
                </a:lnTo>
                <a:lnTo>
                  <a:pt x="519541" y="3689"/>
                </a:lnTo>
                <a:lnTo>
                  <a:pt x="518106" y="5430"/>
                </a:lnTo>
                <a:lnTo>
                  <a:pt x="516339" y="5821"/>
                </a:lnTo>
                <a:lnTo>
                  <a:pt x="515560" y="5698"/>
                </a:lnTo>
                <a:lnTo>
                  <a:pt x="513391" y="6441"/>
                </a:lnTo>
                <a:lnTo>
                  <a:pt x="513177" y="6985"/>
                </a:lnTo>
                <a:lnTo>
                  <a:pt x="513694" y="7554"/>
                </a:lnTo>
                <a:lnTo>
                  <a:pt x="513589" y="8102"/>
                </a:lnTo>
                <a:lnTo>
                  <a:pt x="513259" y="8837"/>
                </a:lnTo>
                <a:lnTo>
                  <a:pt x="512052" y="10163"/>
                </a:lnTo>
                <a:lnTo>
                  <a:pt x="511768" y="11705"/>
                </a:lnTo>
                <a:lnTo>
                  <a:pt x="511321" y="12050"/>
                </a:lnTo>
                <a:lnTo>
                  <a:pt x="510181" y="12265"/>
                </a:lnTo>
                <a:lnTo>
                  <a:pt x="509336" y="11996"/>
                </a:lnTo>
                <a:lnTo>
                  <a:pt x="508121" y="12080"/>
                </a:lnTo>
                <a:lnTo>
                  <a:pt x="506914" y="11822"/>
                </a:lnTo>
                <a:lnTo>
                  <a:pt x="504162" y="12629"/>
                </a:lnTo>
                <a:lnTo>
                  <a:pt x="502881" y="12330"/>
                </a:lnTo>
                <a:lnTo>
                  <a:pt x="501166" y="12501"/>
                </a:lnTo>
                <a:lnTo>
                  <a:pt x="498349" y="12201"/>
                </a:lnTo>
                <a:lnTo>
                  <a:pt x="497223" y="12365"/>
                </a:lnTo>
                <a:lnTo>
                  <a:pt x="495454" y="13634"/>
                </a:lnTo>
                <a:lnTo>
                  <a:pt x="495093" y="14623"/>
                </a:lnTo>
                <a:lnTo>
                  <a:pt x="494852" y="17470"/>
                </a:lnTo>
                <a:lnTo>
                  <a:pt x="495607" y="19285"/>
                </a:lnTo>
                <a:lnTo>
                  <a:pt x="495170" y="20111"/>
                </a:lnTo>
                <a:lnTo>
                  <a:pt x="493726" y="19690"/>
                </a:lnTo>
                <a:lnTo>
                  <a:pt x="492301" y="18180"/>
                </a:lnTo>
                <a:lnTo>
                  <a:pt x="491295" y="15378"/>
                </a:lnTo>
                <a:lnTo>
                  <a:pt x="489968" y="14066"/>
                </a:lnTo>
                <a:lnTo>
                  <a:pt x="489358" y="13752"/>
                </a:lnTo>
                <a:lnTo>
                  <a:pt x="488873" y="13647"/>
                </a:lnTo>
                <a:lnTo>
                  <a:pt x="485512" y="14143"/>
                </a:lnTo>
                <a:lnTo>
                  <a:pt x="483574" y="13729"/>
                </a:lnTo>
                <a:lnTo>
                  <a:pt x="481664" y="15280"/>
                </a:lnTo>
                <a:lnTo>
                  <a:pt x="480350" y="15535"/>
                </a:lnTo>
                <a:lnTo>
                  <a:pt x="477038" y="14622"/>
                </a:lnTo>
                <a:lnTo>
                  <a:pt x="476408" y="15024"/>
                </a:lnTo>
                <a:lnTo>
                  <a:pt x="475534" y="15154"/>
                </a:lnTo>
                <a:lnTo>
                  <a:pt x="475106" y="14767"/>
                </a:lnTo>
                <a:lnTo>
                  <a:pt x="474930" y="14168"/>
                </a:lnTo>
                <a:lnTo>
                  <a:pt x="476063" y="11863"/>
                </a:lnTo>
                <a:lnTo>
                  <a:pt x="475588" y="10881"/>
                </a:lnTo>
                <a:lnTo>
                  <a:pt x="475958" y="9814"/>
                </a:lnTo>
                <a:lnTo>
                  <a:pt x="475802" y="8989"/>
                </a:lnTo>
                <a:lnTo>
                  <a:pt x="475247" y="8756"/>
                </a:lnTo>
                <a:lnTo>
                  <a:pt x="472500" y="8718"/>
                </a:lnTo>
                <a:lnTo>
                  <a:pt x="472214" y="9766"/>
                </a:lnTo>
                <a:lnTo>
                  <a:pt x="471863" y="10105"/>
                </a:lnTo>
                <a:lnTo>
                  <a:pt x="471078" y="9964"/>
                </a:lnTo>
                <a:lnTo>
                  <a:pt x="470486" y="9417"/>
                </a:lnTo>
                <a:lnTo>
                  <a:pt x="469580" y="9562"/>
                </a:lnTo>
                <a:lnTo>
                  <a:pt x="467974" y="10561"/>
                </a:lnTo>
                <a:lnTo>
                  <a:pt x="466567" y="10916"/>
                </a:lnTo>
                <a:lnTo>
                  <a:pt x="466545" y="12084"/>
                </a:lnTo>
                <a:lnTo>
                  <a:pt x="468301" y="14367"/>
                </a:lnTo>
                <a:lnTo>
                  <a:pt x="468176" y="15209"/>
                </a:lnTo>
                <a:lnTo>
                  <a:pt x="467258" y="15993"/>
                </a:lnTo>
                <a:lnTo>
                  <a:pt x="466292" y="16355"/>
                </a:lnTo>
                <a:lnTo>
                  <a:pt x="464346" y="15032"/>
                </a:lnTo>
                <a:lnTo>
                  <a:pt x="463548" y="15330"/>
                </a:lnTo>
                <a:lnTo>
                  <a:pt x="461780" y="16872"/>
                </a:lnTo>
                <a:lnTo>
                  <a:pt x="460595" y="16783"/>
                </a:lnTo>
                <a:lnTo>
                  <a:pt x="459154" y="16272"/>
                </a:lnTo>
                <a:lnTo>
                  <a:pt x="457677" y="16862"/>
                </a:lnTo>
                <a:lnTo>
                  <a:pt x="457103" y="17842"/>
                </a:lnTo>
                <a:lnTo>
                  <a:pt x="457133" y="18302"/>
                </a:lnTo>
                <a:lnTo>
                  <a:pt x="458447" y="19820"/>
                </a:lnTo>
                <a:lnTo>
                  <a:pt x="458840" y="20827"/>
                </a:lnTo>
                <a:lnTo>
                  <a:pt x="457709" y="23258"/>
                </a:lnTo>
                <a:lnTo>
                  <a:pt x="457699" y="25241"/>
                </a:lnTo>
                <a:lnTo>
                  <a:pt x="456015" y="26350"/>
                </a:lnTo>
                <a:lnTo>
                  <a:pt x="454751" y="26573"/>
                </a:lnTo>
                <a:lnTo>
                  <a:pt x="454233" y="27001"/>
                </a:lnTo>
                <a:lnTo>
                  <a:pt x="453233" y="29236"/>
                </a:lnTo>
                <a:lnTo>
                  <a:pt x="452437" y="32443"/>
                </a:lnTo>
                <a:lnTo>
                  <a:pt x="451740" y="32958"/>
                </a:lnTo>
                <a:lnTo>
                  <a:pt x="449405" y="33501"/>
                </a:lnTo>
                <a:lnTo>
                  <a:pt x="447773" y="35034"/>
                </a:lnTo>
                <a:lnTo>
                  <a:pt x="447176" y="34875"/>
                </a:lnTo>
                <a:lnTo>
                  <a:pt x="444752" y="37985"/>
                </a:lnTo>
                <a:lnTo>
                  <a:pt x="443355" y="38983"/>
                </a:lnTo>
                <a:lnTo>
                  <a:pt x="442381" y="38977"/>
                </a:lnTo>
                <a:lnTo>
                  <a:pt x="441359" y="38376"/>
                </a:lnTo>
                <a:lnTo>
                  <a:pt x="441095" y="37370"/>
                </a:lnTo>
                <a:lnTo>
                  <a:pt x="440089" y="36981"/>
                </a:lnTo>
                <a:lnTo>
                  <a:pt x="439801" y="35388"/>
                </a:lnTo>
                <a:lnTo>
                  <a:pt x="439131" y="34800"/>
                </a:lnTo>
                <a:lnTo>
                  <a:pt x="438632" y="34864"/>
                </a:lnTo>
                <a:lnTo>
                  <a:pt x="438011" y="35494"/>
                </a:lnTo>
                <a:lnTo>
                  <a:pt x="437195" y="35373"/>
                </a:lnTo>
                <a:lnTo>
                  <a:pt x="436787" y="33972"/>
                </a:lnTo>
                <a:lnTo>
                  <a:pt x="436884" y="33351"/>
                </a:lnTo>
                <a:lnTo>
                  <a:pt x="436423" y="33217"/>
                </a:lnTo>
                <a:lnTo>
                  <a:pt x="435831" y="32120"/>
                </a:lnTo>
                <a:lnTo>
                  <a:pt x="435044" y="31803"/>
                </a:lnTo>
                <a:lnTo>
                  <a:pt x="432989" y="30070"/>
                </a:lnTo>
                <a:lnTo>
                  <a:pt x="432825" y="29502"/>
                </a:lnTo>
                <a:lnTo>
                  <a:pt x="432959" y="28286"/>
                </a:lnTo>
                <a:lnTo>
                  <a:pt x="431918" y="27180"/>
                </a:lnTo>
                <a:lnTo>
                  <a:pt x="429411" y="26864"/>
                </a:lnTo>
                <a:lnTo>
                  <a:pt x="428043" y="26944"/>
                </a:lnTo>
                <a:lnTo>
                  <a:pt x="427259" y="27360"/>
                </a:lnTo>
                <a:lnTo>
                  <a:pt x="427306" y="28072"/>
                </a:lnTo>
                <a:lnTo>
                  <a:pt x="427102" y="28453"/>
                </a:lnTo>
                <a:lnTo>
                  <a:pt x="426037" y="29394"/>
                </a:lnTo>
                <a:lnTo>
                  <a:pt x="425618" y="31064"/>
                </a:lnTo>
                <a:lnTo>
                  <a:pt x="424489" y="31717"/>
                </a:lnTo>
                <a:lnTo>
                  <a:pt x="423904" y="32422"/>
                </a:lnTo>
                <a:lnTo>
                  <a:pt x="422767" y="32945"/>
                </a:lnTo>
                <a:lnTo>
                  <a:pt x="421503" y="35602"/>
                </a:lnTo>
                <a:lnTo>
                  <a:pt x="420458" y="36278"/>
                </a:lnTo>
                <a:lnTo>
                  <a:pt x="419286" y="36544"/>
                </a:lnTo>
                <a:lnTo>
                  <a:pt x="418502" y="37213"/>
                </a:lnTo>
                <a:lnTo>
                  <a:pt x="417432" y="38582"/>
                </a:lnTo>
                <a:lnTo>
                  <a:pt x="416676" y="40427"/>
                </a:lnTo>
                <a:lnTo>
                  <a:pt x="414925" y="41523"/>
                </a:lnTo>
                <a:lnTo>
                  <a:pt x="413932" y="44124"/>
                </a:lnTo>
                <a:lnTo>
                  <a:pt x="414026" y="46357"/>
                </a:lnTo>
                <a:lnTo>
                  <a:pt x="413396" y="46935"/>
                </a:lnTo>
                <a:lnTo>
                  <a:pt x="412737" y="47009"/>
                </a:lnTo>
                <a:lnTo>
                  <a:pt x="410841" y="46478"/>
                </a:lnTo>
                <a:lnTo>
                  <a:pt x="408568" y="44969"/>
                </a:lnTo>
                <a:lnTo>
                  <a:pt x="408756" y="44192"/>
                </a:lnTo>
                <a:lnTo>
                  <a:pt x="409693" y="43266"/>
                </a:lnTo>
                <a:lnTo>
                  <a:pt x="409966" y="42079"/>
                </a:lnTo>
                <a:lnTo>
                  <a:pt x="409797" y="40528"/>
                </a:lnTo>
                <a:lnTo>
                  <a:pt x="409997" y="38882"/>
                </a:lnTo>
                <a:lnTo>
                  <a:pt x="409783" y="38392"/>
                </a:lnTo>
                <a:lnTo>
                  <a:pt x="409089" y="37968"/>
                </a:lnTo>
                <a:lnTo>
                  <a:pt x="408190" y="37646"/>
                </a:lnTo>
                <a:lnTo>
                  <a:pt x="407405" y="37803"/>
                </a:lnTo>
                <a:lnTo>
                  <a:pt x="406980" y="38073"/>
                </a:lnTo>
                <a:lnTo>
                  <a:pt x="405767" y="39842"/>
                </a:lnTo>
                <a:lnTo>
                  <a:pt x="404275" y="40588"/>
                </a:lnTo>
                <a:lnTo>
                  <a:pt x="401785" y="39193"/>
                </a:lnTo>
                <a:lnTo>
                  <a:pt x="400526" y="38146"/>
                </a:lnTo>
                <a:lnTo>
                  <a:pt x="399951" y="37973"/>
                </a:lnTo>
                <a:lnTo>
                  <a:pt x="398933" y="38083"/>
                </a:lnTo>
                <a:lnTo>
                  <a:pt x="397320" y="38662"/>
                </a:lnTo>
                <a:lnTo>
                  <a:pt x="396122" y="39844"/>
                </a:lnTo>
                <a:lnTo>
                  <a:pt x="394212" y="39194"/>
                </a:lnTo>
                <a:lnTo>
                  <a:pt x="392929" y="39569"/>
                </a:lnTo>
                <a:lnTo>
                  <a:pt x="390913" y="39430"/>
                </a:lnTo>
                <a:lnTo>
                  <a:pt x="389383" y="39632"/>
                </a:lnTo>
                <a:lnTo>
                  <a:pt x="387692" y="39221"/>
                </a:lnTo>
                <a:lnTo>
                  <a:pt x="385652" y="38550"/>
                </a:lnTo>
                <a:lnTo>
                  <a:pt x="384419" y="37444"/>
                </a:lnTo>
                <a:lnTo>
                  <a:pt x="382665" y="36678"/>
                </a:lnTo>
                <a:lnTo>
                  <a:pt x="381805" y="35929"/>
                </a:lnTo>
                <a:lnTo>
                  <a:pt x="380093" y="35210"/>
                </a:lnTo>
                <a:lnTo>
                  <a:pt x="377440" y="33240"/>
                </a:lnTo>
                <a:lnTo>
                  <a:pt x="376191" y="31885"/>
                </a:lnTo>
                <a:lnTo>
                  <a:pt x="376831" y="29692"/>
                </a:lnTo>
                <a:lnTo>
                  <a:pt x="376768" y="29087"/>
                </a:lnTo>
                <a:lnTo>
                  <a:pt x="375284" y="28559"/>
                </a:lnTo>
                <a:lnTo>
                  <a:pt x="373326" y="31023"/>
                </a:lnTo>
                <a:lnTo>
                  <a:pt x="372239" y="34044"/>
                </a:lnTo>
                <a:lnTo>
                  <a:pt x="372783" y="37973"/>
                </a:lnTo>
                <a:lnTo>
                  <a:pt x="372560" y="40073"/>
                </a:lnTo>
                <a:lnTo>
                  <a:pt x="372746" y="42316"/>
                </a:lnTo>
                <a:lnTo>
                  <a:pt x="372436" y="44194"/>
                </a:lnTo>
                <a:lnTo>
                  <a:pt x="371973" y="44896"/>
                </a:lnTo>
                <a:lnTo>
                  <a:pt x="371528" y="44725"/>
                </a:lnTo>
                <a:lnTo>
                  <a:pt x="370434" y="42906"/>
                </a:lnTo>
                <a:lnTo>
                  <a:pt x="370559" y="41486"/>
                </a:lnTo>
                <a:lnTo>
                  <a:pt x="370289" y="40198"/>
                </a:lnTo>
                <a:lnTo>
                  <a:pt x="368671" y="38639"/>
                </a:lnTo>
                <a:lnTo>
                  <a:pt x="366764" y="38724"/>
                </a:lnTo>
                <a:lnTo>
                  <a:pt x="366404" y="38553"/>
                </a:lnTo>
                <a:lnTo>
                  <a:pt x="365616" y="37765"/>
                </a:lnTo>
                <a:lnTo>
                  <a:pt x="365560" y="36751"/>
                </a:lnTo>
                <a:lnTo>
                  <a:pt x="364706" y="36069"/>
                </a:lnTo>
                <a:lnTo>
                  <a:pt x="364026" y="35931"/>
                </a:lnTo>
                <a:lnTo>
                  <a:pt x="363228" y="36419"/>
                </a:lnTo>
                <a:lnTo>
                  <a:pt x="361789" y="39307"/>
                </a:lnTo>
                <a:lnTo>
                  <a:pt x="360903" y="39593"/>
                </a:lnTo>
                <a:lnTo>
                  <a:pt x="359174" y="40722"/>
                </a:lnTo>
                <a:lnTo>
                  <a:pt x="357386" y="41298"/>
                </a:lnTo>
                <a:lnTo>
                  <a:pt x="356407" y="40974"/>
                </a:lnTo>
                <a:lnTo>
                  <a:pt x="356131" y="40313"/>
                </a:lnTo>
                <a:lnTo>
                  <a:pt x="356513" y="38220"/>
                </a:lnTo>
                <a:lnTo>
                  <a:pt x="356238" y="37826"/>
                </a:lnTo>
                <a:lnTo>
                  <a:pt x="355554" y="37848"/>
                </a:lnTo>
                <a:lnTo>
                  <a:pt x="353297" y="39551"/>
                </a:lnTo>
                <a:lnTo>
                  <a:pt x="351923" y="40018"/>
                </a:lnTo>
                <a:lnTo>
                  <a:pt x="349975" y="40313"/>
                </a:lnTo>
                <a:lnTo>
                  <a:pt x="349213" y="41009"/>
                </a:lnTo>
                <a:lnTo>
                  <a:pt x="348265" y="42504"/>
                </a:lnTo>
                <a:lnTo>
                  <a:pt x="347452" y="42998"/>
                </a:lnTo>
                <a:lnTo>
                  <a:pt x="346227" y="42945"/>
                </a:lnTo>
                <a:lnTo>
                  <a:pt x="342508" y="44313"/>
                </a:lnTo>
                <a:lnTo>
                  <a:pt x="341848" y="44950"/>
                </a:lnTo>
                <a:lnTo>
                  <a:pt x="341145" y="46549"/>
                </a:lnTo>
                <a:lnTo>
                  <a:pt x="340246" y="49844"/>
                </a:lnTo>
                <a:lnTo>
                  <a:pt x="339646" y="50691"/>
                </a:lnTo>
                <a:lnTo>
                  <a:pt x="338503" y="51320"/>
                </a:lnTo>
                <a:lnTo>
                  <a:pt x="337850" y="51237"/>
                </a:lnTo>
                <a:lnTo>
                  <a:pt x="337104" y="50746"/>
                </a:lnTo>
                <a:lnTo>
                  <a:pt x="336773" y="50026"/>
                </a:lnTo>
                <a:lnTo>
                  <a:pt x="336781" y="48513"/>
                </a:lnTo>
                <a:lnTo>
                  <a:pt x="336286" y="47797"/>
                </a:lnTo>
                <a:lnTo>
                  <a:pt x="335707" y="47499"/>
                </a:lnTo>
                <a:lnTo>
                  <a:pt x="334290" y="47332"/>
                </a:lnTo>
                <a:lnTo>
                  <a:pt x="332413" y="48352"/>
                </a:lnTo>
                <a:lnTo>
                  <a:pt x="330973" y="48816"/>
                </a:lnTo>
                <a:lnTo>
                  <a:pt x="328556" y="48761"/>
                </a:lnTo>
                <a:lnTo>
                  <a:pt x="327649" y="52562"/>
                </a:lnTo>
                <a:lnTo>
                  <a:pt x="324601" y="54224"/>
                </a:lnTo>
                <a:lnTo>
                  <a:pt x="322996" y="56648"/>
                </a:lnTo>
                <a:lnTo>
                  <a:pt x="322926" y="57716"/>
                </a:lnTo>
                <a:lnTo>
                  <a:pt x="323214" y="58313"/>
                </a:lnTo>
                <a:lnTo>
                  <a:pt x="324082" y="58852"/>
                </a:lnTo>
                <a:lnTo>
                  <a:pt x="324397" y="59392"/>
                </a:lnTo>
                <a:lnTo>
                  <a:pt x="324627" y="60890"/>
                </a:lnTo>
                <a:lnTo>
                  <a:pt x="323763" y="63458"/>
                </a:lnTo>
                <a:lnTo>
                  <a:pt x="323560" y="64756"/>
                </a:lnTo>
                <a:lnTo>
                  <a:pt x="323065" y="65482"/>
                </a:lnTo>
                <a:lnTo>
                  <a:pt x="320906" y="64558"/>
                </a:lnTo>
                <a:lnTo>
                  <a:pt x="318129" y="63875"/>
                </a:lnTo>
                <a:lnTo>
                  <a:pt x="316646" y="62505"/>
                </a:lnTo>
                <a:lnTo>
                  <a:pt x="315221" y="62586"/>
                </a:lnTo>
                <a:lnTo>
                  <a:pt x="314558" y="63354"/>
                </a:lnTo>
                <a:lnTo>
                  <a:pt x="314238" y="64608"/>
                </a:lnTo>
                <a:lnTo>
                  <a:pt x="313048" y="67023"/>
                </a:lnTo>
                <a:lnTo>
                  <a:pt x="311986" y="68349"/>
                </a:lnTo>
                <a:lnTo>
                  <a:pt x="310736" y="69238"/>
                </a:lnTo>
                <a:lnTo>
                  <a:pt x="309162" y="68747"/>
                </a:lnTo>
                <a:lnTo>
                  <a:pt x="308609" y="68895"/>
                </a:lnTo>
                <a:lnTo>
                  <a:pt x="307797" y="69885"/>
                </a:lnTo>
                <a:lnTo>
                  <a:pt x="307504" y="71683"/>
                </a:lnTo>
                <a:lnTo>
                  <a:pt x="307027" y="72584"/>
                </a:lnTo>
                <a:lnTo>
                  <a:pt x="305019" y="73163"/>
                </a:lnTo>
                <a:lnTo>
                  <a:pt x="302388" y="71827"/>
                </a:lnTo>
                <a:lnTo>
                  <a:pt x="300691" y="71833"/>
                </a:lnTo>
                <a:lnTo>
                  <a:pt x="300179" y="72362"/>
                </a:lnTo>
                <a:lnTo>
                  <a:pt x="299364" y="74729"/>
                </a:lnTo>
                <a:lnTo>
                  <a:pt x="299357" y="75395"/>
                </a:lnTo>
                <a:lnTo>
                  <a:pt x="299932" y="76209"/>
                </a:lnTo>
                <a:lnTo>
                  <a:pt x="300338" y="77457"/>
                </a:lnTo>
                <a:lnTo>
                  <a:pt x="301128" y="78257"/>
                </a:lnTo>
                <a:lnTo>
                  <a:pt x="301764" y="81461"/>
                </a:lnTo>
                <a:lnTo>
                  <a:pt x="302597" y="82670"/>
                </a:lnTo>
                <a:lnTo>
                  <a:pt x="304166" y="83572"/>
                </a:lnTo>
                <a:lnTo>
                  <a:pt x="305466" y="84719"/>
                </a:lnTo>
                <a:lnTo>
                  <a:pt x="307274" y="87150"/>
                </a:lnTo>
                <a:lnTo>
                  <a:pt x="308987" y="88136"/>
                </a:lnTo>
                <a:lnTo>
                  <a:pt x="309783" y="89524"/>
                </a:lnTo>
                <a:lnTo>
                  <a:pt x="310133" y="90927"/>
                </a:lnTo>
                <a:lnTo>
                  <a:pt x="309970" y="91889"/>
                </a:lnTo>
                <a:lnTo>
                  <a:pt x="308886" y="93393"/>
                </a:lnTo>
                <a:lnTo>
                  <a:pt x="308819" y="93857"/>
                </a:lnTo>
                <a:lnTo>
                  <a:pt x="308761" y="95489"/>
                </a:lnTo>
                <a:lnTo>
                  <a:pt x="309531" y="97438"/>
                </a:lnTo>
                <a:lnTo>
                  <a:pt x="309420" y="99172"/>
                </a:lnTo>
                <a:lnTo>
                  <a:pt x="308187" y="99926"/>
                </a:lnTo>
                <a:lnTo>
                  <a:pt x="307601" y="99791"/>
                </a:lnTo>
                <a:lnTo>
                  <a:pt x="307372" y="99103"/>
                </a:lnTo>
                <a:lnTo>
                  <a:pt x="308215" y="98250"/>
                </a:lnTo>
                <a:lnTo>
                  <a:pt x="308223" y="97533"/>
                </a:lnTo>
                <a:lnTo>
                  <a:pt x="307741" y="97139"/>
                </a:lnTo>
                <a:lnTo>
                  <a:pt x="306885" y="97384"/>
                </a:lnTo>
                <a:lnTo>
                  <a:pt x="306627" y="98020"/>
                </a:lnTo>
                <a:lnTo>
                  <a:pt x="304349" y="100218"/>
                </a:lnTo>
                <a:lnTo>
                  <a:pt x="303927" y="102005"/>
                </a:lnTo>
                <a:lnTo>
                  <a:pt x="302711" y="103047"/>
                </a:lnTo>
                <a:lnTo>
                  <a:pt x="302578" y="103958"/>
                </a:lnTo>
                <a:lnTo>
                  <a:pt x="304767" y="106578"/>
                </a:lnTo>
                <a:lnTo>
                  <a:pt x="306801" y="107606"/>
                </a:lnTo>
                <a:lnTo>
                  <a:pt x="307983" y="108926"/>
                </a:lnTo>
                <a:lnTo>
                  <a:pt x="310105" y="108935"/>
                </a:lnTo>
                <a:lnTo>
                  <a:pt x="312001" y="109790"/>
                </a:lnTo>
                <a:lnTo>
                  <a:pt x="312194" y="110221"/>
                </a:lnTo>
                <a:lnTo>
                  <a:pt x="311722" y="111476"/>
                </a:lnTo>
                <a:lnTo>
                  <a:pt x="311277" y="111918"/>
                </a:lnTo>
                <a:lnTo>
                  <a:pt x="310861" y="111945"/>
                </a:lnTo>
                <a:lnTo>
                  <a:pt x="309776" y="111495"/>
                </a:lnTo>
                <a:lnTo>
                  <a:pt x="305583" y="110698"/>
                </a:lnTo>
                <a:lnTo>
                  <a:pt x="304260" y="109928"/>
                </a:lnTo>
                <a:lnTo>
                  <a:pt x="303252" y="109773"/>
                </a:lnTo>
                <a:lnTo>
                  <a:pt x="302286" y="110136"/>
                </a:lnTo>
                <a:lnTo>
                  <a:pt x="300782" y="111822"/>
                </a:lnTo>
                <a:lnTo>
                  <a:pt x="299052" y="113090"/>
                </a:lnTo>
                <a:lnTo>
                  <a:pt x="298118" y="112408"/>
                </a:lnTo>
                <a:lnTo>
                  <a:pt x="294961" y="110937"/>
                </a:lnTo>
                <a:lnTo>
                  <a:pt x="294070" y="110205"/>
                </a:lnTo>
                <a:lnTo>
                  <a:pt x="292957" y="110004"/>
                </a:lnTo>
                <a:lnTo>
                  <a:pt x="291852" y="109235"/>
                </a:lnTo>
                <a:lnTo>
                  <a:pt x="291314" y="109351"/>
                </a:lnTo>
                <a:lnTo>
                  <a:pt x="290276" y="110091"/>
                </a:lnTo>
                <a:lnTo>
                  <a:pt x="288009" y="109419"/>
                </a:lnTo>
                <a:lnTo>
                  <a:pt x="287120" y="110055"/>
                </a:lnTo>
                <a:lnTo>
                  <a:pt x="286490" y="111497"/>
                </a:lnTo>
                <a:lnTo>
                  <a:pt x="285301" y="112660"/>
                </a:lnTo>
                <a:lnTo>
                  <a:pt x="285349" y="114937"/>
                </a:lnTo>
                <a:lnTo>
                  <a:pt x="285141" y="116421"/>
                </a:lnTo>
                <a:lnTo>
                  <a:pt x="284771" y="117015"/>
                </a:lnTo>
                <a:lnTo>
                  <a:pt x="284344" y="117082"/>
                </a:lnTo>
                <a:lnTo>
                  <a:pt x="283728" y="116757"/>
                </a:lnTo>
                <a:lnTo>
                  <a:pt x="283297" y="115300"/>
                </a:lnTo>
                <a:lnTo>
                  <a:pt x="282783" y="114628"/>
                </a:lnTo>
                <a:lnTo>
                  <a:pt x="280729" y="114183"/>
                </a:lnTo>
                <a:lnTo>
                  <a:pt x="280075" y="114314"/>
                </a:lnTo>
                <a:lnTo>
                  <a:pt x="279368" y="115188"/>
                </a:lnTo>
                <a:lnTo>
                  <a:pt x="277915" y="114991"/>
                </a:lnTo>
                <a:lnTo>
                  <a:pt x="276988" y="114280"/>
                </a:lnTo>
                <a:lnTo>
                  <a:pt x="276287" y="114208"/>
                </a:lnTo>
                <a:lnTo>
                  <a:pt x="275634" y="114756"/>
                </a:lnTo>
                <a:lnTo>
                  <a:pt x="274568" y="116280"/>
                </a:lnTo>
                <a:lnTo>
                  <a:pt x="273432" y="116316"/>
                </a:lnTo>
                <a:lnTo>
                  <a:pt x="273034" y="116561"/>
                </a:lnTo>
                <a:lnTo>
                  <a:pt x="272654" y="117193"/>
                </a:lnTo>
                <a:lnTo>
                  <a:pt x="271771" y="120205"/>
                </a:lnTo>
                <a:lnTo>
                  <a:pt x="269699" y="123414"/>
                </a:lnTo>
                <a:lnTo>
                  <a:pt x="269803" y="124854"/>
                </a:lnTo>
                <a:lnTo>
                  <a:pt x="271263" y="126820"/>
                </a:lnTo>
                <a:lnTo>
                  <a:pt x="270896" y="129510"/>
                </a:lnTo>
                <a:lnTo>
                  <a:pt x="269912" y="129874"/>
                </a:lnTo>
                <a:lnTo>
                  <a:pt x="266988" y="130181"/>
                </a:lnTo>
                <a:lnTo>
                  <a:pt x="264687" y="132521"/>
                </a:lnTo>
                <a:lnTo>
                  <a:pt x="262389" y="133216"/>
                </a:lnTo>
                <a:lnTo>
                  <a:pt x="262084" y="133523"/>
                </a:lnTo>
                <a:lnTo>
                  <a:pt x="261341" y="135705"/>
                </a:lnTo>
                <a:lnTo>
                  <a:pt x="259941" y="137655"/>
                </a:lnTo>
                <a:lnTo>
                  <a:pt x="258730" y="137417"/>
                </a:lnTo>
                <a:lnTo>
                  <a:pt x="258053" y="136601"/>
                </a:lnTo>
                <a:lnTo>
                  <a:pt x="257153" y="136724"/>
                </a:lnTo>
                <a:lnTo>
                  <a:pt x="255666" y="138051"/>
                </a:lnTo>
                <a:lnTo>
                  <a:pt x="255407" y="138943"/>
                </a:lnTo>
                <a:lnTo>
                  <a:pt x="255730" y="140256"/>
                </a:lnTo>
                <a:lnTo>
                  <a:pt x="254727" y="141726"/>
                </a:lnTo>
                <a:lnTo>
                  <a:pt x="254086" y="142283"/>
                </a:lnTo>
                <a:lnTo>
                  <a:pt x="253060" y="142621"/>
                </a:lnTo>
                <a:lnTo>
                  <a:pt x="250494" y="142310"/>
                </a:lnTo>
                <a:lnTo>
                  <a:pt x="249923" y="142553"/>
                </a:lnTo>
                <a:lnTo>
                  <a:pt x="248519" y="146555"/>
                </a:lnTo>
                <a:lnTo>
                  <a:pt x="250018" y="150179"/>
                </a:lnTo>
                <a:lnTo>
                  <a:pt x="250059" y="151009"/>
                </a:lnTo>
                <a:lnTo>
                  <a:pt x="249145" y="151860"/>
                </a:lnTo>
                <a:lnTo>
                  <a:pt x="246804" y="152920"/>
                </a:lnTo>
                <a:lnTo>
                  <a:pt x="245492" y="154342"/>
                </a:lnTo>
                <a:lnTo>
                  <a:pt x="247341" y="156238"/>
                </a:lnTo>
                <a:lnTo>
                  <a:pt x="250917" y="156553"/>
                </a:lnTo>
                <a:lnTo>
                  <a:pt x="251191" y="156916"/>
                </a:lnTo>
                <a:lnTo>
                  <a:pt x="251183" y="157795"/>
                </a:lnTo>
                <a:lnTo>
                  <a:pt x="250794" y="158840"/>
                </a:lnTo>
                <a:lnTo>
                  <a:pt x="246967" y="162334"/>
                </a:lnTo>
                <a:lnTo>
                  <a:pt x="244341" y="163377"/>
                </a:lnTo>
                <a:lnTo>
                  <a:pt x="242560" y="165138"/>
                </a:lnTo>
                <a:lnTo>
                  <a:pt x="241240" y="164814"/>
                </a:lnTo>
                <a:lnTo>
                  <a:pt x="240428" y="163707"/>
                </a:lnTo>
                <a:lnTo>
                  <a:pt x="239341" y="162782"/>
                </a:lnTo>
                <a:lnTo>
                  <a:pt x="237952" y="160237"/>
                </a:lnTo>
                <a:lnTo>
                  <a:pt x="238007" y="159550"/>
                </a:lnTo>
                <a:lnTo>
                  <a:pt x="239142" y="157552"/>
                </a:lnTo>
                <a:lnTo>
                  <a:pt x="238736" y="155546"/>
                </a:lnTo>
                <a:lnTo>
                  <a:pt x="238910" y="153285"/>
                </a:lnTo>
                <a:lnTo>
                  <a:pt x="238461" y="151624"/>
                </a:lnTo>
                <a:lnTo>
                  <a:pt x="238043" y="150958"/>
                </a:lnTo>
                <a:lnTo>
                  <a:pt x="236741" y="149787"/>
                </a:lnTo>
                <a:lnTo>
                  <a:pt x="235146" y="149245"/>
                </a:lnTo>
                <a:lnTo>
                  <a:pt x="234897" y="148476"/>
                </a:lnTo>
                <a:lnTo>
                  <a:pt x="235175" y="147423"/>
                </a:lnTo>
                <a:lnTo>
                  <a:pt x="233206" y="147035"/>
                </a:lnTo>
                <a:lnTo>
                  <a:pt x="230211" y="148263"/>
                </a:lnTo>
                <a:lnTo>
                  <a:pt x="229247" y="145352"/>
                </a:lnTo>
                <a:lnTo>
                  <a:pt x="228082" y="143970"/>
                </a:lnTo>
                <a:lnTo>
                  <a:pt x="226989" y="143477"/>
                </a:lnTo>
                <a:lnTo>
                  <a:pt x="225747" y="143825"/>
                </a:lnTo>
                <a:lnTo>
                  <a:pt x="224872" y="144558"/>
                </a:lnTo>
                <a:lnTo>
                  <a:pt x="223578" y="144338"/>
                </a:lnTo>
                <a:lnTo>
                  <a:pt x="222880" y="144464"/>
                </a:lnTo>
                <a:lnTo>
                  <a:pt x="222776" y="145219"/>
                </a:lnTo>
                <a:lnTo>
                  <a:pt x="223220" y="146488"/>
                </a:lnTo>
                <a:lnTo>
                  <a:pt x="222206" y="147041"/>
                </a:lnTo>
                <a:lnTo>
                  <a:pt x="219498" y="147308"/>
                </a:lnTo>
                <a:lnTo>
                  <a:pt x="217451" y="146603"/>
                </a:lnTo>
                <a:lnTo>
                  <a:pt x="216676" y="146141"/>
                </a:lnTo>
                <a:lnTo>
                  <a:pt x="215586" y="143981"/>
                </a:lnTo>
                <a:lnTo>
                  <a:pt x="215438" y="142903"/>
                </a:lnTo>
                <a:lnTo>
                  <a:pt x="215894" y="141943"/>
                </a:lnTo>
                <a:lnTo>
                  <a:pt x="215685" y="141154"/>
                </a:lnTo>
                <a:lnTo>
                  <a:pt x="214252" y="139277"/>
                </a:lnTo>
                <a:lnTo>
                  <a:pt x="213960" y="137425"/>
                </a:lnTo>
                <a:lnTo>
                  <a:pt x="213188" y="137363"/>
                </a:lnTo>
                <a:lnTo>
                  <a:pt x="211364" y="138315"/>
                </a:lnTo>
                <a:lnTo>
                  <a:pt x="209914" y="139948"/>
                </a:lnTo>
                <a:lnTo>
                  <a:pt x="209021" y="140146"/>
                </a:lnTo>
                <a:lnTo>
                  <a:pt x="207530" y="139906"/>
                </a:lnTo>
                <a:lnTo>
                  <a:pt x="206559" y="140057"/>
                </a:lnTo>
                <a:lnTo>
                  <a:pt x="204034" y="141945"/>
                </a:lnTo>
                <a:lnTo>
                  <a:pt x="201951" y="142524"/>
                </a:lnTo>
                <a:lnTo>
                  <a:pt x="200213" y="143956"/>
                </a:lnTo>
                <a:lnTo>
                  <a:pt x="199817" y="144105"/>
                </a:lnTo>
                <a:lnTo>
                  <a:pt x="198845" y="143968"/>
                </a:lnTo>
                <a:lnTo>
                  <a:pt x="196226" y="146427"/>
                </a:lnTo>
                <a:lnTo>
                  <a:pt x="192686" y="146638"/>
                </a:lnTo>
                <a:lnTo>
                  <a:pt x="191767" y="147186"/>
                </a:lnTo>
                <a:lnTo>
                  <a:pt x="191282" y="148027"/>
                </a:lnTo>
                <a:lnTo>
                  <a:pt x="191676" y="148977"/>
                </a:lnTo>
                <a:lnTo>
                  <a:pt x="191827" y="150290"/>
                </a:lnTo>
                <a:lnTo>
                  <a:pt x="191397" y="151936"/>
                </a:lnTo>
                <a:lnTo>
                  <a:pt x="191610" y="154799"/>
                </a:lnTo>
                <a:lnTo>
                  <a:pt x="190623" y="156649"/>
                </a:lnTo>
                <a:lnTo>
                  <a:pt x="189610" y="157486"/>
                </a:lnTo>
                <a:lnTo>
                  <a:pt x="188583" y="157626"/>
                </a:lnTo>
                <a:lnTo>
                  <a:pt x="186293" y="156238"/>
                </a:lnTo>
                <a:lnTo>
                  <a:pt x="185108" y="154571"/>
                </a:lnTo>
                <a:lnTo>
                  <a:pt x="185021" y="153561"/>
                </a:lnTo>
                <a:lnTo>
                  <a:pt x="184800" y="153265"/>
                </a:lnTo>
                <a:lnTo>
                  <a:pt x="184339" y="153124"/>
                </a:lnTo>
                <a:lnTo>
                  <a:pt x="183035" y="153450"/>
                </a:lnTo>
                <a:lnTo>
                  <a:pt x="181901" y="151948"/>
                </a:lnTo>
                <a:lnTo>
                  <a:pt x="180902" y="151893"/>
                </a:lnTo>
                <a:lnTo>
                  <a:pt x="179936" y="151123"/>
                </a:lnTo>
                <a:lnTo>
                  <a:pt x="179095" y="151129"/>
                </a:lnTo>
                <a:lnTo>
                  <a:pt x="178224" y="151679"/>
                </a:lnTo>
                <a:lnTo>
                  <a:pt x="176422" y="154690"/>
                </a:lnTo>
                <a:lnTo>
                  <a:pt x="174032" y="156131"/>
                </a:lnTo>
                <a:lnTo>
                  <a:pt x="171380" y="156826"/>
                </a:lnTo>
                <a:lnTo>
                  <a:pt x="167912" y="157359"/>
                </a:lnTo>
                <a:lnTo>
                  <a:pt x="165287" y="157187"/>
                </a:lnTo>
                <a:lnTo>
                  <a:pt x="164303" y="156865"/>
                </a:lnTo>
                <a:lnTo>
                  <a:pt x="163288" y="156946"/>
                </a:lnTo>
                <a:lnTo>
                  <a:pt x="162400" y="157952"/>
                </a:lnTo>
                <a:lnTo>
                  <a:pt x="162180" y="159220"/>
                </a:lnTo>
                <a:lnTo>
                  <a:pt x="161593" y="159831"/>
                </a:lnTo>
                <a:lnTo>
                  <a:pt x="161025" y="159670"/>
                </a:lnTo>
                <a:lnTo>
                  <a:pt x="159982" y="159858"/>
                </a:lnTo>
                <a:lnTo>
                  <a:pt x="157456" y="160794"/>
                </a:lnTo>
                <a:lnTo>
                  <a:pt x="155110" y="160559"/>
                </a:lnTo>
                <a:lnTo>
                  <a:pt x="153453" y="161604"/>
                </a:lnTo>
                <a:lnTo>
                  <a:pt x="150861" y="162619"/>
                </a:lnTo>
                <a:lnTo>
                  <a:pt x="148702" y="164806"/>
                </a:lnTo>
                <a:lnTo>
                  <a:pt x="146461" y="166087"/>
                </a:lnTo>
                <a:lnTo>
                  <a:pt x="144210" y="169512"/>
                </a:lnTo>
                <a:lnTo>
                  <a:pt x="143649" y="171583"/>
                </a:lnTo>
                <a:lnTo>
                  <a:pt x="143009" y="172874"/>
                </a:lnTo>
                <a:lnTo>
                  <a:pt x="142579" y="172950"/>
                </a:lnTo>
                <a:lnTo>
                  <a:pt x="141956" y="172467"/>
                </a:lnTo>
                <a:lnTo>
                  <a:pt x="139377" y="173278"/>
                </a:lnTo>
                <a:lnTo>
                  <a:pt x="137442" y="172851"/>
                </a:lnTo>
                <a:lnTo>
                  <a:pt x="133656" y="173317"/>
                </a:lnTo>
                <a:lnTo>
                  <a:pt x="132849" y="174102"/>
                </a:lnTo>
                <a:lnTo>
                  <a:pt x="131543" y="177432"/>
                </a:lnTo>
                <a:lnTo>
                  <a:pt x="130543" y="178086"/>
                </a:lnTo>
                <a:lnTo>
                  <a:pt x="129175" y="178556"/>
                </a:lnTo>
                <a:lnTo>
                  <a:pt x="128349" y="179388"/>
                </a:lnTo>
                <a:lnTo>
                  <a:pt x="128319" y="179885"/>
                </a:lnTo>
                <a:lnTo>
                  <a:pt x="128884" y="180886"/>
                </a:lnTo>
                <a:lnTo>
                  <a:pt x="131083" y="182740"/>
                </a:lnTo>
                <a:lnTo>
                  <a:pt x="131039" y="183563"/>
                </a:lnTo>
                <a:lnTo>
                  <a:pt x="130549" y="184346"/>
                </a:lnTo>
                <a:lnTo>
                  <a:pt x="129913" y="184914"/>
                </a:lnTo>
                <a:lnTo>
                  <a:pt x="126823" y="186467"/>
                </a:lnTo>
                <a:lnTo>
                  <a:pt x="123734" y="187325"/>
                </a:lnTo>
                <a:lnTo>
                  <a:pt x="122448" y="188043"/>
                </a:lnTo>
                <a:lnTo>
                  <a:pt x="121773" y="188796"/>
                </a:lnTo>
                <a:lnTo>
                  <a:pt x="120616" y="191297"/>
                </a:lnTo>
                <a:lnTo>
                  <a:pt x="118748" y="192830"/>
                </a:lnTo>
                <a:lnTo>
                  <a:pt x="117821" y="193279"/>
                </a:lnTo>
                <a:lnTo>
                  <a:pt x="117089" y="194187"/>
                </a:lnTo>
                <a:lnTo>
                  <a:pt x="115659" y="194422"/>
                </a:lnTo>
                <a:lnTo>
                  <a:pt x="113969" y="193597"/>
                </a:lnTo>
                <a:lnTo>
                  <a:pt x="113222" y="193864"/>
                </a:lnTo>
                <a:lnTo>
                  <a:pt x="112846" y="194470"/>
                </a:lnTo>
                <a:lnTo>
                  <a:pt x="113097" y="196768"/>
                </a:lnTo>
                <a:lnTo>
                  <a:pt x="112818" y="197930"/>
                </a:lnTo>
                <a:lnTo>
                  <a:pt x="110858" y="199526"/>
                </a:lnTo>
                <a:lnTo>
                  <a:pt x="109980" y="201068"/>
                </a:lnTo>
                <a:lnTo>
                  <a:pt x="107895" y="202128"/>
                </a:lnTo>
                <a:lnTo>
                  <a:pt x="107006" y="203261"/>
                </a:lnTo>
                <a:lnTo>
                  <a:pt x="106956" y="203987"/>
                </a:lnTo>
                <a:lnTo>
                  <a:pt x="107637" y="204516"/>
                </a:lnTo>
                <a:lnTo>
                  <a:pt x="108676" y="205985"/>
                </a:lnTo>
                <a:lnTo>
                  <a:pt x="109234" y="206949"/>
                </a:lnTo>
                <a:lnTo>
                  <a:pt x="109370" y="207767"/>
                </a:lnTo>
                <a:lnTo>
                  <a:pt x="109006" y="208531"/>
                </a:lnTo>
                <a:lnTo>
                  <a:pt x="104960" y="213591"/>
                </a:lnTo>
                <a:lnTo>
                  <a:pt x="104502" y="216410"/>
                </a:lnTo>
                <a:lnTo>
                  <a:pt x="103975" y="216828"/>
                </a:lnTo>
                <a:lnTo>
                  <a:pt x="102387" y="217156"/>
                </a:lnTo>
                <a:lnTo>
                  <a:pt x="99451" y="216713"/>
                </a:lnTo>
                <a:lnTo>
                  <a:pt x="97958" y="217573"/>
                </a:lnTo>
                <a:lnTo>
                  <a:pt x="88673" y="246011"/>
                </a:lnTo>
                <a:lnTo>
                  <a:pt x="83281" y="245353"/>
                </a:lnTo>
                <a:lnTo>
                  <a:pt x="80210" y="249815"/>
                </a:lnTo>
                <a:lnTo>
                  <a:pt x="75250" y="249072"/>
                </a:lnTo>
                <a:lnTo>
                  <a:pt x="78029" y="255502"/>
                </a:lnTo>
                <a:lnTo>
                  <a:pt x="84743" y="257913"/>
                </a:lnTo>
                <a:lnTo>
                  <a:pt x="77343" y="280388"/>
                </a:lnTo>
                <a:lnTo>
                  <a:pt x="76573" y="280089"/>
                </a:lnTo>
                <a:lnTo>
                  <a:pt x="71629" y="286588"/>
                </a:lnTo>
                <a:lnTo>
                  <a:pt x="74588" y="288746"/>
                </a:lnTo>
                <a:lnTo>
                  <a:pt x="68771" y="306384"/>
                </a:lnTo>
                <a:lnTo>
                  <a:pt x="79265" y="309846"/>
                </a:lnTo>
                <a:lnTo>
                  <a:pt x="44836" y="378977"/>
                </a:lnTo>
                <a:lnTo>
                  <a:pt x="0" y="471565"/>
                </a:lnTo>
                <a:lnTo>
                  <a:pt x="788" y="472016"/>
                </a:lnTo>
                <a:lnTo>
                  <a:pt x="963" y="472525"/>
                </a:lnTo>
                <a:lnTo>
                  <a:pt x="291" y="479169"/>
                </a:lnTo>
                <a:lnTo>
                  <a:pt x="1086" y="480770"/>
                </a:lnTo>
                <a:lnTo>
                  <a:pt x="2940" y="481964"/>
                </a:lnTo>
                <a:lnTo>
                  <a:pt x="4098" y="483004"/>
                </a:lnTo>
                <a:lnTo>
                  <a:pt x="5754" y="487335"/>
                </a:lnTo>
                <a:lnTo>
                  <a:pt x="7744" y="490595"/>
                </a:lnTo>
                <a:lnTo>
                  <a:pt x="8900" y="493067"/>
                </a:lnTo>
                <a:lnTo>
                  <a:pt x="10876" y="494961"/>
                </a:lnTo>
                <a:lnTo>
                  <a:pt x="12348" y="495723"/>
                </a:lnTo>
                <a:lnTo>
                  <a:pt x="12874" y="497152"/>
                </a:lnTo>
                <a:lnTo>
                  <a:pt x="14038" y="497217"/>
                </a:lnTo>
                <a:lnTo>
                  <a:pt x="14930" y="496575"/>
                </a:lnTo>
                <a:lnTo>
                  <a:pt x="15703" y="496515"/>
                </a:lnTo>
                <a:lnTo>
                  <a:pt x="19659" y="496889"/>
                </a:lnTo>
                <a:lnTo>
                  <a:pt x="21129" y="497390"/>
                </a:lnTo>
                <a:lnTo>
                  <a:pt x="21920" y="498680"/>
                </a:lnTo>
                <a:lnTo>
                  <a:pt x="21685" y="500151"/>
                </a:lnTo>
                <a:lnTo>
                  <a:pt x="21805" y="500674"/>
                </a:lnTo>
                <a:lnTo>
                  <a:pt x="22885" y="501486"/>
                </a:lnTo>
                <a:lnTo>
                  <a:pt x="24803" y="502100"/>
                </a:lnTo>
                <a:lnTo>
                  <a:pt x="26982" y="501637"/>
                </a:lnTo>
                <a:lnTo>
                  <a:pt x="28022" y="502058"/>
                </a:lnTo>
                <a:lnTo>
                  <a:pt x="28538" y="502755"/>
                </a:lnTo>
                <a:lnTo>
                  <a:pt x="29144" y="504908"/>
                </a:lnTo>
                <a:lnTo>
                  <a:pt x="30412" y="507349"/>
                </a:lnTo>
                <a:lnTo>
                  <a:pt x="33194" y="510329"/>
                </a:lnTo>
                <a:lnTo>
                  <a:pt x="34840" y="511725"/>
                </a:lnTo>
                <a:lnTo>
                  <a:pt x="36520" y="512773"/>
                </a:lnTo>
                <a:lnTo>
                  <a:pt x="41755" y="512805"/>
                </a:lnTo>
                <a:lnTo>
                  <a:pt x="42352" y="512099"/>
                </a:lnTo>
                <a:lnTo>
                  <a:pt x="42401" y="511246"/>
                </a:lnTo>
                <a:lnTo>
                  <a:pt x="42809" y="510809"/>
                </a:lnTo>
                <a:lnTo>
                  <a:pt x="43731" y="510875"/>
                </a:lnTo>
                <a:lnTo>
                  <a:pt x="44538" y="511316"/>
                </a:lnTo>
                <a:lnTo>
                  <a:pt x="44925" y="512472"/>
                </a:lnTo>
                <a:lnTo>
                  <a:pt x="44189" y="517793"/>
                </a:lnTo>
                <a:lnTo>
                  <a:pt x="45112" y="520841"/>
                </a:lnTo>
                <a:lnTo>
                  <a:pt x="45351" y="522499"/>
                </a:lnTo>
                <a:lnTo>
                  <a:pt x="45788" y="523164"/>
                </a:lnTo>
                <a:lnTo>
                  <a:pt x="48748" y="524324"/>
                </a:lnTo>
                <a:lnTo>
                  <a:pt x="49866" y="524496"/>
                </a:lnTo>
                <a:lnTo>
                  <a:pt x="51097" y="525302"/>
                </a:lnTo>
                <a:lnTo>
                  <a:pt x="52679" y="525873"/>
                </a:lnTo>
                <a:lnTo>
                  <a:pt x="56394" y="525471"/>
                </a:lnTo>
                <a:lnTo>
                  <a:pt x="57306" y="526010"/>
                </a:lnTo>
                <a:lnTo>
                  <a:pt x="59684" y="526179"/>
                </a:lnTo>
                <a:lnTo>
                  <a:pt x="61797" y="526653"/>
                </a:lnTo>
                <a:lnTo>
                  <a:pt x="62511" y="527029"/>
                </a:lnTo>
                <a:lnTo>
                  <a:pt x="63857" y="529094"/>
                </a:lnTo>
                <a:lnTo>
                  <a:pt x="64457" y="530906"/>
                </a:lnTo>
                <a:lnTo>
                  <a:pt x="64342" y="531443"/>
                </a:lnTo>
                <a:lnTo>
                  <a:pt x="63334" y="532234"/>
                </a:lnTo>
                <a:lnTo>
                  <a:pt x="63114" y="532655"/>
                </a:lnTo>
                <a:lnTo>
                  <a:pt x="62766" y="534570"/>
                </a:lnTo>
                <a:lnTo>
                  <a:pt x="62993" y="535490"/>
                </a:lnTo>
                <a:lnTo>
                  <a:pt x="63768" y="536914"/>
                </a:lnTo>
                <a:lnTo>
                  <a:pt x="65258" y="538128"/>
                </a:lnTo>
                <a:lnTo>
                  <a:pt x="65757" y="540425"/>
                </a:lnTo>
                <a:lnTo>
                  <a:pt x="66907" y="540931"/>
                </a:lnTo>
                <a:lnTo>
                  <a:pt x="67855" y="542073"/>
                </a:lnTo>
                <a:lnTo>
                  <a:pt x="68637" y="542543"/>
                </a:lnTo>
                <a:lnTo>
                  <a:pt x="68318" y="545740"/>
                </a:lnTo>
                <a:lnTo>
                  <a:pt x="68485" y="546179"/>
                </a:lnTo>
                <a:lnTo>
                  <a:pt x="69411" y="547097"/>
                </a:lnTo>
                <a:lnTo>
                  <a:pt x="72620" y="548287"/>
                </a:lnTo>
                <a:lnTo>
                  <a:pt x="73160" y="548899"/>
                </a:lnTo>
                <a:lnTo>
                  <a:pt x="74423" y="552831"/>
                </a:lnTo>
                <a:lnTo>
                  <a:pt x="74582" y="555145"/>
                </a:lnTo>
                <a:lnTo>
                  <a:pt x="76462" y="556916"/>
                </a:lnTo>
                <a:lnTo>
                  <a:pt x="76513" y="558884"/>
                </a:lnTo>
                <a:lnTo>
                  <a:pt x="77107" y="560538"/>
                </a:lnTo>
                <a:lnTo>
                  <a:pt x="77558" y="560920"/>
                </a:lnTo>
                <a:lnTo>
                  <a:pt x="78561" y="561023"/>
                </a:lnTo>
                <a:lnTo>
                  <a:pt x="79948" y="559602"/>
                </a:lnTo>
                <a:lnTo>
                  <a:pt x="80626" y="559596"/>
                </a:lnTo>
                <a:lnTo>
                  <a:pt x="81332" y="560597"/>
                </a:lnTo>
                <a:lnTo>
                  <a:pt x="81853" y="562317"/>
                </a:lnTo>
                <a:lnTo>
                  <a:pt x="83048" y="562971"/>
                </a:lnTo>
                <a:lnTo>
                  <a:pt x="83522" y="563571"/>
                </a:lnTo>
                <a:lnTo>
                  <a:pt x="84301" y="563513"/>
                </a:lnTo>
                <a:lnTo>
                  <a:pt x="84660" y="563710"/>
                </a:lnTo>
                <a:lnTo>
                  <a:pt x="84872" y="564529"/>
                </a:lnTo>
                <a:lnTo>
                  <a:pt x="84800" y="565730"/>
                </a:lnTo>
                <a:lnTo>
                  <a:pt x="83593" y="567015"/>
                </a:lnTo>
                <a:lnTo>
                  <a:pt x="83553" y="567842"/>
                </a:lnTo>
                <a:lnTo>
                  <a:pt x="85863" y="570385"/>
                </a:lnTo>
                <a:lnTo>
                  <a:pt x="87659" y="571332"/>
                </a:lnTo>
                <a:lnTo>
                  <a:pt x="88231" y="573082"/>
                </a:lnTo>
                <a:lnTo>
                  <a:pt x="89063" y="574023"/>
                </a:lnTo>
                <a:lnTo>
                  <a:pt x="91353" y="574606"/>
                </a:lnTo>
                <a:lnTo>
                  <a:pt x="92079" y="574396"/>
                </a:lnTo>
                <a:lnTo>
                  <a:pt x="93407" y="573376"/>
                </a:lnTo>
                <a:lnTo>
                  <a:pt x="94232" y="573027"/>
                </a:lnTo>
                <a:lnTo>
                  <a:pt x="95101" y="573068"/>
                </a:lnTo>
                <a:lnTo>
                  <a:pt x="95788" y="573465"/>
                </a:lnTo>
                <a:lnTo>
                  <a:pt x="97520" y="578313"/>
                </a:lnTo>
                <a:lnTo>
                  <a:pt x="97443" y="579383"/>
                </a:lnTo>
                <a:lnTo>
                  <a:pt x="96830" y="581577"/>
                </a:lnTo>
                <a:lnTo>
                  <a:pt x="95850" y="582916"/>
                </a:lnTo>
                <a:lnTo>
                  <a:pt x="96218" y="585710"/>
                </a:lnTo>
                <a:lnTo>
                  <a:pt x="96830" y="585913"/>
                </a:lnTo>
                <a:lnTo>
                  <a:pt x="98020" y="584903"/>
                </a:lnTo>
                <a:lnTo>
                  <a:pt x="99816" y="584880"/>
                </a:lnTo>
                <a:lnTo>
                  <a:pt x="100876" y="585296"/>
                </a:lnTo>
                <a:lnTo>
                  <a:pt x="102155" y="586514"/>
                </a:lnTo>
                <a:lnTo>
                  <a:pt x="104275" y="587531"/>
                </a:lnTo>
                <a:lnTo>
                  <a:pt x="105086" y="590458"/>
                </a:lnTo>
                <a:lnTo>
                  <a:pt x="106330" y="592447"/>
                </a:lnTo>
                <a:lnTo>
                  <a:pt x="106646" y="593352"/>
                </a:lnTo>
                <a:lnTo>
                  <a:pt x="108317" y="595138"/>
                </a:lnTo>
                <a:lnTo>
                  <a:pt x="110307" y="595798"/>
                </a:lnTo>
                <a:lnTo>
                  <a:pt x="111233" y="597202"/>
                </a:lnTo>
                <a:lnTo>
                  <a:pt x="112759" y="598781"/>
                </a:lnTo>
                <a:lnTo>
                  <a:pt x="113230" y="599897"/>
                </a:lnTo>
                <a:lnTo>
                  <a:pt x="112096" y="600476"/>
                </a:lnTo>
                <a:lnTo>
                  <a:pt x="112034" y="601454"/>
                </a:lnTo>
                <a:lnTo>
                  <a:pt x="113053" y="602338"/>
                </a:lnTo>
                <a:lnTo>
                  <a:pt x="114023" y="603787"/>
                </a:lnTo>
                <a:lnTo>
                  <a:pt x="116318" y="605472"/>
                </a:lnTo>
                <a:lnTo>
                  <a:pt x="117115" y="607796"/>
                </a:lnTo>
                <a:lnTo>
                  <a:pt x="118969" y="608716"/>
                </a:lnTo>
                <a:lnTo>
                  <a:pt x="119943" y="608897"/>
                </a:lnTo>
                <a:lnTo>
                  <a:pt x="122067" y="608687"/>
                </a:lnTo>
                <a:lnTo>
                  <a:pt x="122929" y="608025"/>
                </a:lnTo>
                <a:lnTo>
                  <a:pt x="123484" y="608103"/>
                </a:lnTo>
                <a:lnTo>
                  <a:pt x="124058" y="608856"/>
                </a:lnTo>
                <a:lnTo>
                  <a:pt x="124591" y="610309"/>
                </a:lnTo>
                <a:lnTo>
                  <a:pt x="126162" y="611192"/>
                </a:lnTo>
                <a:lnTo>
                  <a:pt x="127122" y="612317"/>
                </a:lnTo>
                <a:lnTo>
                  <a:pt x="128342" y="614391"/>
                </a:lnTo>
                <a:lnTo>
                  <a:pt x="129493" y="615262"/>
                </a:lnTo>
                <a:lnTo>
                  <a:pt x="130140" y="617672"/>
                </a:lnTo>
                <a:lnTo>
                  <a:pt x="133118" y="620526"/>
                </a:lnTo>
                <a:lnTo>
                  <a:pt x="133953" y="620623"/>
                </a:lnTo>
                <a:lnTo>
                  <a:pt x="135681" y="619887"/>
                </a:lnTo>
                <a:lnTo>
                  <a:pt x="136005" y="619442"/>
                </a:lnTo>
                <a:lnTo>
                  <a:pt x="136344" y="618064"/>
                </a:lnTo>
                <a:lnTo>
                  <a:pt x="137087" y="617532"/>
                </a:lnTo>
                <a:lnTo>
                  <a:pt x="137972" y="617643"/>
                </a:lnTo>
                <a:lnTo>
                  <a:pt x="139405" y="618628"/>
                </a:lnTo>
                <a:lnTo>
                  <a:pt x="140362" y="618528"/>
                </a:lnTo>
                <a:lnTo>
                  <a:pt x="141257" y="617643"/>
                </a:lnTo>
                <a:lnTo>
                  <a:pt x="142809" y="617829"/>
                </a:lnTo>
                <a:lnTo>
                  <a:pt x="146200" y="620113"/>
                </a:lnTo>
                <a:lnTo>
                  <a:pt x="147096" y="619967"/>
                </a:lnTo>
                <a:lnTo>
                  <a:pt x="148801" y="620883"/>
                </a:lnTo>
                <a:lnTo>
                  <a:pt x="149067" y="621256"/>
                </a:lnTo>
                <a:lnTo>
                  <a:pt x="148981" y="621983"/>
                </a:lnTo>
                <a:lnTo>
                  <a:pt x="149245" y="622380"/>
                </a:lnTo>
                <a:lnTo>
                  <a:pt x="153692" y="625976"/>
                </a:lnTo>
                <a:lnTo>
                  <a:pt x="155543" y="628444"/>
                </a:lnTo>
                <a:lnTo>
                  <a:pt x="155683" y="629800"/>
                </a:lnTo>
                <a:lnTo>
                  <a:pt x="156567" y="630198"/>
                </a:lnTo>
                <a:lnTo>
                  <a:pt x="157892" y="629709"/>
                </a:lnTo>
                <a:lnTo>
                  <a:pt x="158410" y="629276"/>
                </a:lnTo>
                <a:lnTo>
                  <a:pt x="160635" y="628628"/>
                </a:lnTo>
                <a:lnTo>
                  <a:pt x="162485" y="627372"/>
                </a:lnTo>
                <a:lnTo>
                  <a:pt x="163707" y="626882"/>
                </a:lnTo>
                <a:lnTo>
                  <a:pt x="164922" y="626771"/>
                </a:lnTo>
                <a:lnTo>
                  <a:pt x="167974" y="627378"/>
                </a:lnTo>
                <a:lnTo>
                  <a:pt x="168819" y="627340"/>
                </a:lnTo>
                <a:lnTo>
                  <a:pt x="170426" y="626268"/>
                </a:lnTo>
                <a:lnTo>
                  <a:pt x="172743" y="623335"/>
                </a:lnTo>
                <a:lnTo>
                  <a:pt x="173659" y="623227"/>
                </a:lnTo>
                <a:lnTo>
                  <a:pt x="174541" y="623885"/>
                </a:lnTo>
                <a:lnTo>
                  <a:pt x="175337" y="625956"/>
                </a:lnTo>
                <a:lnTo>
                  <a:pt x="176420" y="627847"/>
                </a:lnTo>
                <a:lnTo>
                  <a:pt x="177497" y="628734"/>
                </a:lnTo>
                <a:lnTo>
                  <a:pt x="177221" y="630034"/>
                </a:lnTo>
                <a:lnTo>
                  <a:pt x="175290" y="632807"/>
                </a:lnTo>
                <a:lnTo>
                  <a:pt x="175380" y="633326"/>
                </a:lnTo>
                <a:lnTo>
                  <a:pt x="175883" y="633814"/>
                </a:lnTo>
                <a:lnTo>
                  <a:pt x="176633" y="634161"/>
                </a:lnTo>
                <a:lnTo>
                  <a:pt x="178109" y="634377"/>
                </a:lnTo>
                <a:lnTo>
                  <a:pt x="179769" y="634140"/>
                </a:lnTo>
                <a:lnTo>
                  <a:pt x="181503" y="633311"/>
                </a:lnTo>
                <a:lnTo>
                  <a:pt x="183968" y="631488"/>
                </a:lnTo>
                <a:lnTo>
                  <a:pt x="184514" y="631370"/>
                </a:lnTo>
                <a:lnTo>
                  <a:pt x="185867" y="632514"/>
                </a:lnTo>
                <a:lnTo>
                  <a:pt x="185877" y="633084"/>
                </a:lnTo>
                <a:lnTo>
                  <a:pt x="185111" y="634555"/>
                </a:lnTo>
                <a:lnTo>
                  <a:pt x="185046" y="635577"/>
                </a:lnTo>
                <a:lnTo>
                  <a:pt x="186901" y="637195"/>
                </a:lnTo>
                <a:lnTo>
                  <a:pt x="187919" y="637778"/>
                </a:lnTo>
                <a:lnTo>
                  <a:pt x="190142" y="638263"/>
                </a:lnTo>
                <a:lnTo>
                  <a:pt x="194750" y="638326"/>
                </a:lnTo>
                <a:lnTo>
                  <a:pt x="195724" y="639149"/>
                </a:lnTo>
                <a:lnTo>
                  <a:pt x="196745" y="639328"/>
                </a:lnTo>
                <a:lnTo>
                  <a:pt x="197766" y="638939"/>
                </a:lnTo>
                <a:lnTo>
                  <a:pt x="198530" y="638244"/>
                </a:lnTo>
                <a:lnTo>
                  <a:pt x="198821" y="637326"/>
                </a:lnTo>
                <a:lnTo>
                  <a:pt x="198893" y="634229"/>
                </a:lnTo>
                <a:lnTo>
                  <a:pt x="199152" y="633007"/>
                </a:lnTo>
                <a:lnTo>
                  <a:pt x="199479" y="632404"/>
                </a:lnTo>
                <a:lnTo>
                  <a:pt x="200886" y="631118"/>
                </a:lnTo>
                <a:lnTo>
                  <a:pt x="201906" y="630752"/>
                </a:lnTo>
                <a:lnTo>
                  <a:pt x="204504" y="630830"/>
                </a:lnTo>
                <a:lnTo>
                  <a:pt x="206570" y="630440"/>
                </a:lnTo>
                <a:lnTo>
                  <a:pt x="208358" y="630659"/>
                </a:lnTo>
                <a:lnTo>
                  <a:pt x="209005" y="629989"/>
                </a:lnTo>
                <a:lnTo>
                  <a:pt x="209723" y="628097"/>
                </a:lnTo>
                <a:lnTo>
                  <a:pt x="210356" y="627371"/>
                </a:lnTo>
                <a:lnTo>
                  <a:pt x="212000" y="627037"/>
                </a:lnTo>
                <a:lnTo>
                  <a:pt x="214067" y="627304"/>
                </a:lnTo>
                <a:lnTo>
                  <a:pt x="214588" y="627006"/>
                </a:lnTo>
                <a:lnTo>
                  <a:pt x="214909" y="626078"/>
                </a:lnTo>
                <a:lnTo>
                  <a:pt x="214764" y="624844"/>
                </a:lnTo>
                <a:lnTo>
                  <a:pt x="212440" y="620946"/>
                </a:lnTo>
                <a:lnTo>
                  <a:pt x="212038" y="619236"/>
                </a:lnTo>
                <a:lnTo>
                  <a:pt x="212162" y="618575"/>
                </a:lnTo>
                <a:lnTo>
                  <a:pt x="213108" y="617134"/>
                </a:lnTo>
                <a:lnTo>
                  <a:pt x="214015" y="616310"/>
                </a:lnTo>
                <a:lnTo>
                  <a:pt x="215361" y="615817"/>
                </a:lnTo>
                <a:lnTo>
                  <a:pt x="216464" y="616251"/>
                </a:lnTo>
                <a:lnTo>
                  <a:pt x="219281" y="619694"/>
                </a:lnTo>
                <a:lnTo>
                  <a:pt x="219674" y="620823"/>
                </a:lnTo>
                <a:lnTo>
                  <a:pt x="219085" y="622052"/>
                </a:lnTo>
                <a:lnTo>
                  <a:pt x="219120" y="622418"/>
                </a:lnTo>
                <a:lnTo>
                  <a:pt x="219495" y="622798"/>
                </a:lnTo>
                <a:lnTo>
                  <a:pt x="220224" y="623037"/>
                </a:lnTo>
                <a:lnTo>
                  <a:pt x="221165" y="622821"/>
                </a:lnTo>
                <a:lnTo>
                  <a:pt x="221682" y="622188"/>
                </a:lnTo>
                <a:lnTo>
                  <a:pt x="221614" y="619817"/>
                </a:lnTo>
                <a:lnTo>
                  <a:pt x="222088" y="618539"/>
                </a:lnTo>
                <a:lnTo>
                  <a:pt x="223697" y="616985"/>
                </a:lnTo>
                <a:lnTo>
                  <a:pt x="226764" y="615599"/>
                </a:lnTo>
                <a:lnTo>
                  <a:pt x="229843" y="615454"/>
                </a:lnTo>
                <a:lnTo>
                  <a:pt x="234094" y="614744"/>
                </a:lnTo>
                <a:lnTo>
                  <a:pt x="237254" y="613289"/>
                </a:lnTo>
                <a:lnTo>
                  <a:pt x="239703" y="613450"/>
                </a:lnTo>
                <a:lnTo>
                  <a:pt x="243600" y="612389"/>
                </a:lnTo>
                <a:lnTo>
                  <a:pt x="245115" y="613200"/>
                </a:lnTo>
                <a:lnTo>
                  <a:pt x="246438" y="615476"/>
                </a:lnTo>
                <a:lnTo>
                  <a:pt x="248638" y="616359"/>
                </a:lnTo>
                <a:lnTo>
                  <a:pt x="249757" y="616315"/>
                </a:lnTo>
                <a:lnTo>
                  <a:pt x="250343" y="616112"/>
                </a:lnTo>
                <a:lnTo>
                  <a:pt x="250781" y="615640"/>
                </a:lnTo>
                <a:lnTo>
                  <a:pt x="250741" y="612673"/>
                </a:lnTo>
                <a:lnTo>
                  <a:pt x="250047" y="611520"/>
                </a:lnTo>
                <a:lnTo>
                  <a:pt x="249100" y="611410"/>
                </a:lnTo>
                <a:lnTo>
                  <a:pt x="248431" y="611006"/>
                </a:lnTo>
                <a:lnTo>
                  <a:pt x="248186" y="610606"/>
                </a:lnTo>
                <a:lnTo>
                  <a:pt x="248203" y="609831"/>
                </a:lnTo>
                <a:lnTo>
                  <a:pt x="249012" y="608614"/>
                </a:lnTo>
                <a:lnTo>
                  <a:pt x="250396" y="607488"/>
                </a:lnTo>
                <a:lnTo>
                  <a:pt x="251280" y="607224"/>
                </a:lnTo>
                <a:lnTo>
                  <a:pt x="252778" y="607242"/>
                </a:lnTo>
                <a:lnTo>
                  <a:pt x="255104" y="608525"/>
                </a:lnTo>
                <a:lnTo>
                  <a:pt x="257115" y="610579"/>
                </a:lnTo>
                <a:lnTo>
                  <a:pt x="257378" y="612063"/>
                </a:lnTo>
                <a:lnTo>
                  <a:pt x="257002" y="614474"/>
                </a:lnTo>
                <a:lnTo>
                  <a:pt x="257480" y="615060"/>
                </a:lnTo>
                <a:lnTo>
                  <a:pt x="258682" y="615411"/>
                </a:lnTo>
                <a:lnTo>
                  <a:pt x="260447" y="615126"/>
                </a:lnTo>
                <a:lnTo>
                  <a:pt x="261994" y="615764"/>
                </a:lnTo>
                <a:lnTo>
                  <a:pt x="265663" y="616466"/>
                </a:lnTo>
                <a:lnTo>
                  <a:pt x="266602" y="617069"/>
                </a:lnTo>
                <a:lnTo>
                  <a:pt x="266857" y="618095"/>
                </a:lnTo>
                <a:lnTo>
                  <a:pt x="266836" y="620823"/>
                </a:lnTo>
                <a:lnTo>
                  <a:pt x="267416" y="621666"/>
                </a:lnTo>
                <a:lnTo>
                  <a:pt x="268916" y="622760"/>
                </a:lnTo>
                <a:lnTo>
                  <a:pt x="268900" y="623281"/>
                </a:lnTo>
                <a:lnTo>
                  <a:pt x="268374" y="623937"/>
                </a:lnTo>
                <a:lnTo>
                  <a:pt x="268836" y="624608"/>
                </a:lnTo>
                <a:lnTo>
                  <a:pt x="270341" y="624979"/>
                </a:lnTo>
                <a:lnTo>
                  <a:pt x="272889" y="623780"/>
                </a:lnTo>
                <a:lnTo>
                  <a:pt x="273906" y="623558"/>
                </a:lnTo>
                <a:lnTo>
                  <a:pt x="277716" y="625420"/>
                </a:lnTo>
                <a:lnTo>
                  <a:pt x="279380" y="625665"/>
                </a:lnTo>
                <a:lnTo>
                  <a:pt x="280169" y="625335"/>
                </a:lnTo>
                <a:lnTo>
                  <a:pt x="281637" y="623581"/>
                </a:lnTo>
                <a:lnTo>
                  <a:pt x="284109" y="623590"/>
                </a:lnTo>
                <a:lnTo>
                  <a:pt x="284953" y="623015"/>
                </a:lnTo>
                <a:lnTo>
                  <a:pt x="285800" y="622024"/>
                </a:lnTo>
                <a:lnTo>
                  <a:pt x="288095" y="621229"/>
                </a:lnTo>
                <a:lnTo>
                  <a:pt x="289685" y="621119"/>
                </a:lnTo>
                <a:lnTo>
                  <a:pt x="292429" y="621794"/>
                </a:lnTo>
                <a:lnTo>
                  <a:pt x="293997" y="623264"/>
                </a:lnTo>
                <a:lnTo>
                  <a:pt x="296502" y="625086"/>
                </a:lnTo>
                <a:lnTo>
                  <a:pt x="297665" y="625476"/>
                </a:lnTo>
                <a:lnTo>
                  <a:pt x="297958" y="625847"/>
                </a:lnTo>
                <a:lnTo>
                  <a:pt x="298021" y="626838"/>
                </a:lnTo>
                <a:lnTo>
                  <a:pt x="297371" y="628932"/>
                </a:lnTo>
                <a:lnTo>
                  <a:pt x="296649" y="630237"/>
                </a:lnTo>
                <a:lnTo>
                  <a:pt x="296654" y="631165"/>
                </a:lnTo>
                <a:lnTo>
                  <a:pt x="296989" y="631589"/>
                </a:lnTo>
                <a:lnTo>
                  <a:pt x="299888" y="631990"/>
                </a:lnTo>
                <a:lnTo>
                  <a:pt x="300747" y="632696"/>
                </a:lnTo>
                <a:lnTo>
                  <a:pt x="302286" y="633396"/>
                </a:lnTo>
                <a:lnTo>
                  <a:pt x="306311" y="636955"/>
                </a:lnTo>
                <a:lnTo>
                  <a:pt x="307238" y="637338"/>
                </a:lnTo>
                <a:lnTo>
                  <a:pt x="309682" y="637820"/>
                </a:lnTo>
                <a:lnTo>
                  <a:pt x="311841" y="637205"/>
                </a:lnTo>
                <a:lnTo>
                  <a:pt x="314176" y="637481"/>
                </a:lnTo>
                <a:lnTo>
                  <a:pt x="317142" y="637172"/>
                </a:lnTo>
                <a:lnTo>
                  <a:pt x="318147" y="638980"/>
                </a:lnTo>
                <a:lnTo>
                  <a:pt x="316909" y="639816"/>
                </a:lnTo>
                <a:lnTo>
                  <a:pt x="316492" y="640606"/>
                </a:lnTo>
                <a:lnTo>
                  <a:pt x="316521" y="641891"/>
                </a:lnTo>
                <a:lnTo>
                  <a:pt x="317085" y="642342"/>
                </a:lnTo>
                <a:lnTo>
                  <a:pt x="318504" y="642331"/>
                </a:lnTo>
                <a:lnTo>
                  <a:pt x="320439" y="641808"/>
                </a:lnTo>
                <a:lnTo>
                  <a:pt x="321481" y="641061"/>
                </a:lnTo>
                <a:lnTo>
                  <a:pt x="322780" y="638716"/>
                </a:lnTo>
                <a:lnTo>
                  <a:pt x="323563" y="638241"/>
                </a:lnTo>
                <a:lnTo>
                  <a:pt x="323839" y="638364"/>
                </a:lnTo>
                <a:lnTo>
                  <a:pt x="324267" y="640015"/>
                </a:lnTo>
                <a:lnTo>
                  <a:pt x="324933" y="641238"/>
                </a:lnTo>
                <a:lnTo>
                  <a:pt x="325977" y="641579"/>
                </a:lnTo>
                <a:lnTo>
                  <a:pt x="327353" y="641442"/>
                </a:lnTo>
                <a:lnTo>
                  <a:pt x="328206" y="640988"/>
                </a:lnTo>
                <a:lnTo>
                  <a:pt x="330576" y="638213"/>
                </a:lnTo>
                <a:lnTo>
                  <a:pt x="332104" y="637965"/>
                </a:lnTo>
                <a:lnTo>
                  <a:pt x="334182" y="638261"/>
                </a:lnTo>
                <a:lnTo>
                  <a:pt x="335655" y="636973"/>
                </a:lnTo>
                <a:lnTo>
                  <a:pt x="336606" y="636600"/>
                </a:lnTo>
                <a:lnTo>
                  <a:pt x="337659" y="635483"/>
                </a:lnTo>
                <a:lnTo>
                  <a:pt x="341750" y="634117"/>
                </a:lnTo>
                <a:lnTo>
                  <a:pt x="342972" y="634676"/>
                </a:lnTo>
                <a:lnTo>
                  <a:pt x="344872" y="637445"/>
                </a:lnTo>
                <a:lnTo>
                  <a:pt x="346290" y="639056"/>
                </a:lnTo>
                <a:lnTo>
                  <a:pt x="347004" y="641192"/>
                </a:lnTo>
                <a:lnTo>
                  <a:pt x="348394" y="641573"/>
                </a:lnTo>
                <a:lnTo>
                  <a:pt x="349683" y="641502"/>
                </a:lnTo>
                <a:lnTo>
                  <a:pt x="350964" y="641070"/>
                </a:lnTo>
                <a:lnTo>
                  <a:pt x="351452" y="640571"/>
                </a:lnTo>
                <a:lnTo>
                  <a:pt x="351634" y="639866"/>
                </a:lnTo>
                <a:lnTo>
                  <a:pt x="351461" y="638451"/>
                </a:lnTo>
                <a:lnTo>
                  <a:pt x="351892" y="637608"/>
                </a:lnTo>
                <a:lnTo>
                  <a:pt x="352926" y="637606"/>
                </a:lnTo>
                <a:lnTo>
                  <a:pt x="354288" y="638863"/>
                </a:lnTo>
                <a:lnTo>
                  <a:pt x="355236" y="639185"/>
                </a:lnTo>
                <a:lnTo>
                  <a:pt x="357338" y="638618"/>
                </a:lnTo>
                <a:lnTo>
                  <a:pt x="358806" y="638798"/>
                </a:lnTo>
                <a:lnTo>
                  <a:pt x="359635" y="638670"/>
                </a:lnTo>
                <a:lnTo>
                  <a:pt x="361644" y="637678"/>
                </a:lnTo>
                <a:lnTo>
                  <a:pt x="361731" y="636765"/>
                </a:lnTo>
                <a:lnTo>
                  <a:pt x="359171" y="632636"/>
                </a:lnTo>
                <a:lnTo>
                  <a:pt x="359073" y="632128"/>
                </a:lnTo>
                <a:lnTo>
                  <a:pt x="359603" y="631257"/>
                </a:lnTo>
                <a:lnTo>
                  <a:pt x="360559" y="631019"/>
                </a:lnTo>
                <a:lnTo>
                  <a:pt x="361726" y="629478"/>
                </a:lnTo>
                <a:lnTo>
                  <a:pt x="366155" y="628019"/>
                </a:lnTo>
                <a:lnTo>
                  <a:pt x="369109" y="627560"/>
                </a:lnTo>
                <a:lnTo>
                  <a:pt x="369801" y="627756"/>
                </a:lnTo>
                <a:lnTo>
                  <a:pt x="370426" y="629123"/>
                </a:lnTo>
                <a:lnTo>
                  <a:pt x="370904" y="629500"/>
                </a:lnTo>
                <a:lnTo>
                  <a:pt x="372879" y="629263"/>
                </a:lnTo>
                <a:lnTo>
                  <a:pt x="373693" y="628648"/>
                </a:lnTo>
                <a:lnTo>
                  <a:pt x="374993" y="626577"/>
                </a:lnTo>
                <a:lnTo>
                  <a:pt x="374866" y="625587"/>
                </a:lnTo>
                <a:lnTo>
                  <a:pt x="374551" y="625201"/>
                </a:lnTo>
                <a:lnTo>
                  <a:pt x="372787" y="625072"/>
                </a:lnTo>
                <a:lnTo>
                  <a:pt x="371651" y="622267"/>
                </a:lnTo>
                <a:lnTo>
                  <a:pt x="369937" y="621676"/>
                </a:lnTo>
                <a:lnTo>
                  <a:pt x="369257" y="620936"/>
                </a:lnTo>
                <a:lnTo>
                  <a:pt x="368957" y="620172"/>
                </a:lnTo>
                <a:lnTo>
                  <a:pt x="369589" y="618752"/>
                </a:lnTo>
                <a:lnTo>
                  <a:pt x="370061" y="618358"/>
                </a:lnTo>
                <a:lnTo>
                  <a:pt x="371074" y="618232"/>
                </a:lnTo>
                <a:lnTo>
                  <a:pt x="372416" y="618445"/>
                </a:lnTo>
                <a:lnTo>
                  <a:pt x="373094" y="617959"/>
                </a:lnTo>
                <a:lnTo>
                  <a:pt x="374136" y="618484"/>
                </a:lnTo>
                <a:lnTo>
                  <a:pt x="375222" y="618433"/>
                </a:lnTo>
                <a:lnTo>
                  <a:pt x="378353" y="617344"/>
                </a:lnTo>
                <a:lnTo>
                  <a:pt x="381184" y="617148"/>
                </a:lnTo>
                <a:lnTo>
                  <a:pt x="381698" y="617555"/>
                </a:lnTo>
                <a:lnTo>
                  <a:pt x="381390" y="618959"/>
                </a:lnTo>
                <a:lnTo>
                  <a:pt x="381947" y="620336"/>
                </a:lnTo>
                <a:lnTo>
                  <a:pt x="382617" y="621304"/>
                </a:lnTo>
                <a:lnTo>
                  <a:pt x="383950" y="622089"/>
                </a:lnTo>
                <a:lnTo>
                  <a:pt x="385006" y="621330"/>
                </a:lnTo>
                <a:lnTo>
                  <a:pt x="386156" y="619346"/>
                </a:lnTo>
                <a:lnTo>
                  <a:pt x="387755" y="618922"/>
                </a:lnTo>
                <a:lnTo>
                  <a:pt x="388515" y="618004"/>
                </a:lnTo>
                <a:lnTo>
                  <a:pt x="388118" y="616631"/>
                </a:lnTo>
                <a:lnTo>
                  <a:pt x="387082" y="615240"/>
                </a:lnTo>
                <a:lnTo>
                  <a:pt x="387238" y="614687"/>
                </a:lnTo>
                <a:lnTo>
                  <a:pt x="387558" y="614428"/>
                </a:lnTo>
                <a:lnTo>
                  <a:pt x="388816" y="614386"/>
                </a:lnTo>
                <a:lnTo>
                  <a:pt x="391803" y="615187"/>
                </a:lnTo>
                <a:lnTo>
                  <a:pt x="393018" y="614916"/>
                </a:lnTo>
                <a:lnTo>
                  <a:pt x="393907" y="616168"/>
                </a:lnTo>
                <a:lnTo>
                  <a:pt x="395284" y="616957"/>
                </a:lnTo>
                <a:lnTo>
                  <a:pt x="398093" y="614251"/>
                </a:lnTo>
                <a:lnTo>
                  <a:pt x="398080" y="613159"/>
                </a:lnTo>
                <a:lnTo>
                  <a:pt x="398649" y="612041"/>
                </a:lnTo>
                <a:lnTo>
                  <a:pt x="398718" y="611312"/>
                </a:lnTo>
                <a:lnTo>
                  <a:pt x="399128" y="611001"/>
                </a:lnTo>
                <a:lnTo>
                  <a:pt x="399485" y="611110"/>
                </a:lnTo>
                <a:lnTo>
                  <a:pt x="399975" y="611871"/>
                </a:lnTo>
                <a:lnTo>
                  <a:pt x="399816" y="613988"/>
                </a:lnTo>
                <a:lnTo>
                  <a:pt x="399996" y="614495"/>
                </a:lnTo>
                <a:lnTo>
                  <a:pt x="400236" y="614794"/>
                </a:lnTo>
                <a:lnTo>
                  <a:pt x="401180" y="614867"/>
                </a:lnTo>
                <a:lnTo>
                  <a:pt x="401384" y="614692"/>
                </a:lnTo>
                <a:lnTo>
                  <a:pt x="401399" y="613022"/>
                </a:lnTo>
                <a:lnTo>
                  <a:pt x="401996" y="612088"/>
                </a:lnTo>
                <a:lnTo>
                  <a:pt x="401977" y="610726"/>
                </a:lnTo>
                <a:lnTo>
                  <a:pt x="402874" y="610073"/>
                </a:lnTo>
                <a:lnTo>
                  <a:pt x="403618" y="610107"/>
                </a:lnTo>
                <a:lnTo>
                  <a:pt x="403721" y="610285"/>
                </a:lnTo>
                <a:lnTo>
                  <a:pt x="404057" y="611103"/>
                </a:lnTo>
                <a:lnTo>
                  <a:pt x="404034" y="612474"/>
                </a:lnTo>
                <a:lnTo>
                  <a:pt x="404401" y="613636"/>
                </a:lnTo>
                <a:lnTo>
                  <a:pt x="405933" y="613869"/>
                </a:lnTo>
                <a:lnTo>
                  <a:pt x="406532" y="614304"/>
                </a:lnTo>
                <a:lnTo>
                  <a:pt x="407687" y="613681"/>
                </a:lnTo>
                <a:lnTo>
                  <a:pt x="408889" y="613848"/>
                </a:lnTo>
                <a:lnTo>
                  <a:pt x="409813" y="615036"/>
                </a:lnTo>
                <a:lnTo>
                  <a:pt x="410666" y="615367"/>
                </a:lnTo>
                <a:lnTo>
                  <a:pt x="410958" y="615268"/>
                </a:lnTo>
                <a:lnTo>
                  <a:pt x="411275" y="614831"/>
                </a:lnTo>
                <a:lnTo>
                  <a:pt x="411379" y="613677"/>
                </a:lnTo>
                <a:lnTo>
                  <a:pt x="411028" y="612544"/>
                </a:lnTo>
                <a:lnTo>
                  <a:pt x="412158" y="611930"/>
                </a:lnTo>
                <a:lnTo>
                  <a:pt x="414659" y="611531"/>
                </a:lnTo>
                <a:lnTo>
                  <a:pt x="415250" y="610855"/>
                </a:lnTo>
                <a:lnTo>
                  <a:pt x="414961" y="610018"/>
                </a:lnTo>
                <a:lnTo>
                  <a:pt x="414273" y="609564"/>
                </a:lnTo>
                <a:lnTo>
                  <a:pt x="413426" y="608487"/>
                </a:lnTo>
                <a:lnTo>
                  <a:pt x="411255" y="607607"/>
                </a:lnTo>
                <a:lnTo>
                  <a:pt x="410834" y="607220"/>
                </a:lnTo>
                <a:lnTo>
                  <a:pt x="410521" y="606189"/>
                </a:lnTo>
                <a:lnTo>
                  <a:pt x="411561" y="604355"/>
                </a:lnTo>
                <a:lnTo>
                  <a:pt x="412173" y="603987"/>
                </a:lnTo>
                <a:lnTo>
                  <a:pt x="413032" y="603983"/>
                </a:lnTo>
                <a:lnTo>
                  <a:pt x="414736" y="604938"/>
                </a:lnTo>
                <a:lnTo>
                  <a:pt x="416970" y="605626"/>
                </a:lnTo>
                <a:lnTo>
                  <a:pt x="418127" y="605425"/>
                </a:lnTo>
                <a:lnTo>
                  <a:pt x="419237" y="604474"/>
                </a:lnTo>
                <a:lnTo>
                  <a:pt x="421090" y="603543"/>
                </a:lnTo>
                <a:lnTo>
                  <a:pt x="421059" y="602967"/>
                </a:lnTo>
                <a:lnTo>
                  <a:pt x="420142" y="601639"/>
                </a:lnTo>
                <a:lnTo>
                  <a:pt x="417216" y="602472"/>
                </a:lnTo>
                <a:lnTo>
                  <a:pt x="416256" y="602185"/>
                </a:lnTo>
                <a:lnTo>
                  <a:pt x="414950" y="601147"/>
                </a:lnTo>
                <a:lnTo>
                  <a:pt x="414895" y="600268"/>
                </a:lnTo>
                <a:lnTo>
                  <a:pt x="416057" y="599970"/>
                </a:lnTo>
                <a:lnTo>
                  <a:pt x="416448" y="599414"/>
                </a:lnTo>
                <a:lnTo>
                  <a:pt x="417114" y="598046"/>
                </a:lnTo>
                <a:lnTo>
                  <a:pt x="417112" y="597203"/>
                </a:lnTo>
                <a:lnTo>
                  <a:pt x="417910" y="597070"/>
                </a:lnTo>
                <a:lnTo>
                  <a:pt x="418955" y="597710"/>
                </a:lnTo>
                <a:lnTo>
                  <a:pt x="420868" y="598061"/>
                </a:lnTo>
                <a:lnTo>
                  <a:pt x="421886" y="598456"/>
                </a:lnTo>
                <a:lnTo>
                  <a:pt x="422360" y="599044"/>
                </a:lnTo>
                <a:lnTo>
                  <a:pt x="422925" y="598667"/>
                </a:lnTo>
                <a:lnTo>
                  <a:pt x="423269" y="597854"/>
                </a:lnTo>
                <a:lnTo>
                  <a:pt x="426150" y="596499"/>
                </a:lnTo>
                <a:lnTo>
                  <a:pt x="425953" y="595307"/>
                </a:lnTo>
                <a:lnTo>
                  <a:pt x="426126" y="594573"/>
                </a:lnTo>
                <a:lnTo>
                  <a:pt x="425186" y="592922"/>
                </a:lnTo>
                <a:lnTo>
                  <a:pt x="425353" y="591436"/>
                </a:lnTo>
                <a:lnTo>
                  <a:pt x="424624" y="590838"/>
                </a:lnTo>
                <a:lnTo>
                  <a:pt x="423503" y="590936"/>
                </a:lnTo>
                <a:lnTo>
                  <a:pt x="422997" y="591500"/>
                </a:lnTo>
                <a:lnTo>
                  <a:pt x="422771" y="593520"/>
                </a:lnTo>
                <a:lnTo>
                  <a:pt x="421852" y="593511"/>
                </a:lnTo>
                <a:lnTo>
                  <a:pt x="421345" y="592905"/>
                </a:lnTo>
                <a:lnTo>
                  <a:pt x="420656" y="590363"/>
                </a:lnTo>
                <a:lnTo>
                  <a:pt x="421283" y="588769"/>
                </a:lnTo>
                <a:lnTo>
                  <a:pt x="421221" y="587719"/>
                </a:lnTo>
                <a:lnTo>
                  <a:pt x="420109" y="587235"/>
                </a:lnTo>
                <a:lnTo>
                  <a:pt x="419422" y="587231"/>
                </a:lnTo>
                <a:lnTo>
                  <a:pt x="418817" y="586651"/>
                </a:lnTo>
                <a:lnTo>
                  <a:pt x="419137" y="586101"/>
                </a:lnTo>
                <a:lnTo>
                  <a:pt x="420772" y="585298"/>
                </a:lnTo>
                <a:lnTo>
                  <a:pt x="422806" y="58590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136978" y="3494158"/>
            <a:ext cx="286892" cy="289061"/>
          </a:xfrm>
          <a:custGeom>
            <a:avLst/>
            <a:gdLst/>
            <a:ahLst/>
            <a:cxnLst/>
            <a:rect l="l" t="t" r="r" b="b"/>
            <a:pathLst>
              <a:path w="286892" h="289061">
                <a:moveTo>
                  <a:pt x="155322" y="282892"/>
                </a:moveTo>
                <a:lnTo>
                  <a:pt x="155921" y="282796"/>
                </a:lnTo>
                <a:lnTo>
                  <a:pt x="155264" y="281105"/>
                </a:lnTo>
                <a:lnTo>
                  <a:pt x="157913" y="281443"/>
                </a:lnTo>
                <a:lnTo>
                  <a:pt x="158165" y="280038"/>
                </a:lnTo>
                <a:lnTo>
                  <a:pt x="161199" y="279805"/>
                </a:lnTo>
                <a:lnTo>
                  <a:pt x="161016" y="281842"/>
                </a:lnTo>
                <a:lnTo>
                  <a:pt x="164753" y="282349"/>
                </a:lnTo>
                <a:lnTo>
                  <a:pt x="167190" y="276256"/>
                </a:lnTo>
                <a:lnTo>
                  <a:pt x="166953" y="272891"/>
                </a:lnTo>
                <a:lnTo>
                  <a:pt x="166485" y="272746"/>
                </a:lnTo>
                <a:lnTo>
                  <a:pt x="166388" y="271516"/>
                </a:lnTo>
                <a:lnTo>
                  <a:pt x="166861" y="271521"/>
                </a:lnTo>
                <a:lnTo>
                  <a:pt x="166648" y="268445"/>
                </a:lnTo>
                <a:lnTo>
                  <a:pt x="169566" y="267404"/>
                </a:lnTo>
                <a:lnTo>
                  <a:pt x="170153" y="267403"/>
                </a:lnTo>
                <a:lnTo>
                  <a:pt x="170064" y="266375"/>
                </a:lnTo>
                <a:lnTo>
                  <a:pt x="171011" y="266211"/>
                </a:lnTo>
                <a:lnTo>
                  <a:pt x="170907" y="265408"/>
                </a:lnTo>
                <a:lnTo>
                  <a:pt x="179426" y="263899"/>
                </a:lnTo>
                <a:lnTo>
                  <a:pt x="177818" y="256604"/>
                </a:lnTo>
                <a:lnTo>
                  <a:pt x="176226" y="256675"/>
                </a:lnTo>
                <a:lnTo>
                  <a:pt x="179045" y="246711"/>
                </a:lnTo>
                <a:lnTo>
                  <a:pt x="181188" y="246975"/>
                </a:lnTo>
                <a:lnTo>
                  <a:pt x="182211" y="246771"/>
                </a:lnTo>
                <a:lnTo>
                  <a:pt x="185360" y="246832"/>
                </a:lnTo>
                <a:lnTo>
                  <a:pt x="185340" y="244374"/>
                </a:lnTo>
                <a:lnTo>
                  <a:pt x="192172" y="243996"/>
                </a:lnTo>
                <a:lnTo>
                  <a:pt x="190761" y="241079"/>
                </a:lnTo>
                <a:lnTo>
                  <a:pt x="191022" y="241022"/>
                </a:lnTo>
                <a:lnTo>
                  <a:pt x="191225" y="241280"/>
                </a:lnTo>
                <a:lnTo>
                  <a:pt x="191701" y="239838"/>
                </a:lnTo>
                <a:lnTo>
                  <a:pt x="191957" y="239678"/>
                </a:lnTo>
                <a:lnTo>
                  <a:pt x="192432" y="240012"/>
                </a:lnTo>
                <a:lnTo>
                  <a:pt x="193573" y="238987"/>
                </a:lnTo>
                <a:lnTo>
                  <a:pt x="194850" y="239021"/>
                </a:lnTo>
                <a:lnTo>
                  <a:pt x="194702" y="237830"/>
                </a:lnTo>
                <a:lnTo>
                  <a:pt x="195097" y="237419"/>
                </a:lnTo>
                <a:lnTo>
                  <a:pt x="194620" y="236729"/>
                </a:lnTo>
                <a:lnTo>
                  <a:pt x="197849" y="237002"/>
                </a:lnTo>
                <a:lnTo>
                  <a:pt x="198663" y="234979"/>
                </a:lnTo>
                <a:lnTo>
                  <a:pt x="198088" y="232859"/>
                </a:lnTo>
                <a:lnTo>
                  <a:pt x="197745" y="232467"/>
                </a:lnTo>
                <a:lnTo>
                  <a:pt x="197679" y="226990"/>
                </a:lnTo>
                <a:lnTo>
                  <a:pt x="198326" y="222780"/>
                </a:lnTo>
                <a:lnTo>
                  <a:pt x="199133" y="222596"/>
                </a:lnTo>
                <a:lnTo>
                  <a:pt x="199743" y="223001"/>
                </a:lnTo>
                <a:lnTo>
                  <a:pt x="200379" y="222655"/>
                </a:lnTo>
                <a:lnTo>
                  <a:pt x="200185" y="223073"/>
                </a:lnTo>
                <a:lnTo>
                  <a:pt x="200612" y="223639"/>
                </a:lnTo>
                <a:lnTo>
                  <a:pt x="204911" y="225259"/>
                </a:lnTo>
                <a:lnTo>
                  <a:pt x="204168" y="226658"/>
                </a:lnTo>
                <a:lnTo>
                  <a:pt x="205338" y="226995"/>
                </a:lnTo>
                <a:lnTo>
                  <a:pt x="205803" y="225595"/>
                </a:lnTo>
                <a:lnTo>
                  <a:pt x="206748" y="225951"/>
                </a:lnTo>
                <a:lnTo>
                  <a:pt x="206390" y="228922"/>
                </a:lnTo>
                <a:lnTo>
                  <a:pt x="214030" y="230608"/>
                </a:lnTo>
                <a:lnTo>
                  <a:pt x="213156" y="226926"/>
                </a:lnTo>
                <a:lnTo>
                  <a:pt x="214763" y="224235"/>
                </a:lnTo>
                <a:lnTo>
                  <a:pt x="215937" y="224845"/>
                </a:lnTo>
                <a:lnTo>
                  <a:pt x="216003" y="224342"/>
                </a:lnTo>
                <a:lnTo>
                  <a:pt x="216464" y="224476"/>
                </a:lnTo>
                <a:lnTo>
                  <a:pt x="217689" y="224067"/>
                </a:lnTo>
                <a:lnTo>
                  <a:pt x="221569" y="225374"/>
                </a:lnTo>
                <a:lnTo>
                  <a:pt x="232370" y="226567"/>
                </a:lnTo>
                <a:lnTo>
                  <a:pt x="232939" y="219091"/>
                </a:lnTo>
                <a:lnTo>
                  <a:pt x="235143" y="215803"/>
                </a:lnTo>
                <a:lnTo>
                  <a:pt x="236046" y="215620"/>
                </a:lnTo>
                <a:lnTo>
                  <a:pt x="235725" y="213830"/>
                </a:lnTo>
                <a:lnTo>
                  <a:pt x="236679" y="211985"/>
                </a:lnTo>
                <a:lnTo>
                  <a:pt x="238150" y="211649"/>
                </a:lnTo>
                <a:lnTo>
                  <a:pt x="238031" y="211182"/>
                </a:lnTo>
                <a:lnTo>
                  <a:pt x="238956" y="211381"/>
                </a:lnTo>
                <a:lnTo>
                  <a:pt x="242897" y="209210"/>
                </a:lnTo>
                <a:lnTo>
                  <a:pt x="247167" y="207892"/>
                </a:lnTo>
                <a:lnTo>
                  <a:pt x="245773" y="202762"/>
                </a:lnTo>
                <a:lnTo>
                  <a:pt x="244212" y="198468"/>
                </a:lnTo>
                <a:lnTo>
                  <a:pt x="241196" y="199154"/>
                </a:lnTo>
                <a:lnTo>
                  <a:pt x="239591" y="192793"/>
                </a:lnTo>
                <a:lnTo>
                  <a:pt x="235740" y="194313"/>
                </a:lnTo>
                <a:lnTo>
                  <a:pt x="232059" y="194785"/>
                </a:lnTo>
                <a:lnTo>
                  <a:pt x="229972" y="195321"/>
                </a:lnTo>
                <a:lnTo>
                  <a:pt x="225642" y="197851"/>
                </a:lnTo>
                <a:lnTo>
                  <a:pt x="220351" y="194383"/>
                </a:lnTo>
                <a:lnTo>
                  <a:pt x="220414" y="192900"/>
                </a:lnTo>
                <a:lnTo>
                  <a:pt x="213883" y="189563"/>
                </a:lnTo>
                <a:lnTo>
                  <a:pt x="213469" y="182453"/>
                </a:lnTo>
                <a:lnTo>
                  <a:pt x="207693" y="180459"/>
                </a:lnTo>
                <a:lnTo>
                  <a:pt x="200312" y="178267"/>
                </a:lnTo>
                <a:lnTo>
                  <a:pt x="201155" y="169752"/>
                </a:lnTo>
                <a:lnTo>
                  <a:pt x="200084" y="170760"/>
                </a:lnTo>
                <a:lnTo>
                  <a:pt x="199434" y="165223"/>
                </a:lnTo>
                <a:lnTo>
                  <a:pt x="195065" y="162155"/>
                </a:lnTo>
                <a:lnTo>
                  <a:pt x="196126" y="158566"/>
                </a:lnTo>
                <a:lnTo>
                  <a:pt x="197345" y="157861"/>
                </a:lnTo>
                <a:lnTo>
                  <a:pt x="196821" y="156288"/>
                </a:lnTo>
                <a:lnTo>
                  <a:pt x="198989" y="155025"/>
                </a:lnTo>
                <a:lnTo>
                  <a:pt x="197235" y="152154"/>
                </a:lnTo>
                <a:lnTo>
                  <a:pt x="199109" y="151371"/>
                </a:lnTo>
                <a:lnTo>
                  <a:pt x="201268" y="151938"/>
                </a:lnTo>
                <a:lnTo>
                  <a:pt x="202486" y="149765"/>
                </a:lnTo>
                <a:lnTo>
                  <a:pt x="208267" y="151868"/>
                </a:lnTo>
                <a:lnTo>
                  <a:pt x="209648" y="144904"/>
                </a:lnTo>
                <a:lnTo>
                  <a:pt x="210334" y="142748"/>
                </a:lnTo>
                <a:lnTo>
                  <a:pt x="216512" y="137867"/>
                </a:lnTo>
                <a:lnTo>
                  <a:pt x="219453" y="138532"/>
                </a:lnTo>
                <a:lnTo>
                  <a:pt x="227803" y="141469"/>
                </a:lnTo>
                <a:lnTo>
                  <a:pt x="234581" y="141718"/>
                </a:lnTo>
                <a:lnTo>
                  <a:pt x="234670" y="140620"/>
                </a:lnTo>
                <a:lnTo>
                  <a:pt x="235332" y="140536"/>
                </a:lnTo>
                <a:lnTo>
                  <a:pt x="236813" y="145518"/>
                </a:lnTo>
                <a:lnTo>
                  <a:pt x="239769" y="144165"/>
                </a:lnTo>
                <a:lnTo>
                  <a:pt x="245437" y="144417"/>
                </a:lnTo>
                <a:lnTo>
                  <a:pt x="250088" y="144024"/>
                </a:lnTo>
                <a:lnTo>
                  <a:pt x="250418" y="144967"/>
                </a:lnTo>
                <a:lnTo>
                  <a:pt x="253184" y="139815"/>
                </a:lnTo>
                <a:lnTo>
                  <a:pt x="253229" y="139329"/>
                </a:lnTo>
                <a:lnTo>
                  <a:pt x="252946" y="139324"/>
                </a:lnTo>
                <a:lnTo>
                  <a:pt x="252847" y="139058"/>
                </a:lnTo>
                <a:lnTo>
                  <a:pt x="252676" y="131879"/>
                </a:lnTo>
                <a:lnTo>
                  <a:pt x="254320" y="124710"/>
                </a:lnTo>
                <a:lnTo>
                  <a:pt x="253595" y="124364"/>
                </a:lnTo>
                <a:lnTo>
                  <a:pt x="254060" y="123267"/>
                </a:lnTo>
                <a:lnTo>
                  <a:pt x="261419" y="126321"/>
                </a:lnTo>
                <a:lnTo>
                  <a:pt x="263514" y="118143"/>
                </a:lnTo>
                <a:lnTo>
                  <a:pt x="262560" y="116016"/>
                </a:lnTo>
                <a:lnTo>
                  <a:pt x="261816" y="115812"/>
                </a:lnTo>
                <a:lnTo>
                  <a:pt x="264935" y="108100"/>
                </a:lnTo>
                <a:lnTo>
                  <a:pt x="268580" y="103072"/>
                </a:lnTo>
                <a:lnTo>
                  <a:pt x="264212" y="100605"/>
                </a:lnTo>
                <a:lnTo>
                  <a:pt x="267189" y="91870"/>
                </a:lnTo>
                <a:lnTo>
                  <a:pt x="281318" y="87449"/>
                </a:lnTo>
                <a:lnTo>
                  <a:pt x="280205" y="85823"/>
                </a:lnTo>
                <a:lnTo>
                  <a:pt x="281614" y="85537"/>
                </a:lnTo>
                <a:lnTo>
                  <a:pt x="281392" y="83947"/>
                </a:lnTo>
                <a:lnTo>
                  <a:pt x="277889" y="83308"/>
                </a:lnTo>
                <a:lnTo>
                  <a:pt x="278935" y="77432"/>
                </a:lnTo>
                <a:lnTo>
                  <a:pt x="278454" y="76199"/>
                </a:lnTo>
                <a:lnTo>
                  <a:pt x="277392" y="74567"/>
                </a:lnTo>
                <a:lnTo>
                  <a:pt x="282430" y="72977"/>
                </a:lnTo>
                <a:lnTo>
                  <a:pt x="285144" y="72495"/>
                </a:lnTo>
                <a:lnTo>
                  <a:pt x="286892" y="70811"/>
                </a:lnTo>
                <a:lnTo>
                  <a:pt x="285909" y="69622"/>
                </a:lnTo>
                <a:lnTo>
                  <a:pt x="284478" y="63774"/>
                </a:lnTo>
                <a:lnTo>
                  <a:pt x="284082" y="64016"/>
                </a:lnTo>
                <a:lnTo>
                  <a:pt x="284261" y="64564"/>
                </a:lnTo>
                <a:lnTo>
                  <a:pt x="281177" y="68893"/>
                </a:lnTo>
                <a:lnTo>
                  <a:pt x="279683" y="67706"/>
                </a:lnTo>
                <a:lnTo>
                  <a:pt x="279591" y="67176"/>
                </a:lnTo>
                <a:lnTo>
                  <a:pt x="278807" y="67794"/>
                </a:lnTo>
                <a:lnTo>
                  <a:pt x="277895" y="67803"/>
                </a:lnTo>
                <a:lnTo>
                  <a:pt x="274706" y="66377"/>
                </a:lnTo>
                <a:lnTo>
                  <a:pt x="275387" y="68756"/>
                </a:lnTo>
                <a:lnTo>
                  <a:pt x="274124" y="69578"/>
                </a:lnTo>
                <a:lnTo>
                  <a:pt x="273535" y="70264"/>
                </a:lnTo>
                <a:lnTo>
                  <a:pt x="271541" y="70978"/>
                </a:lnTo>
                <a:lnTo>
                  <a:pt x="270818" y="70468"/>
                </a:lnTo>
                <a:lnTo>
                  <a:pt x="270637" y="70569"/>
                </a:lnTo>
                <a:lnTo>
                  <a:pt x="273462" y="76148"/>
                </a:lnTo>
                <a:lnTo>
                  <a:pt x="264392" y="79924"/>
                </a:lnTo>
                <a:lnTo>
                  <a:pt x="260075" y="73028"/>
                </a:lnTo>
                <a:lnTo>
                  <a:pt x="259538" y="67607"/>
                </a:lnTo>
                <a:lnTo>
                  <a:pt x="251716" y="74491"/>
                </a:lnTo>
                <a:lnTo>
                  <a:pt x="254276" y="67825"/>
                </a:lnTo>
                <a:lnTo>
                  <a:pt x="253678" y="67430"/>
                </a:lnTo>
                <a:lnTo>
                  <a:pt x="251177" y="63642"/>
                </a:lnTo>
                <a:lnTo>
                  <a:pt x="246695" y="66794"/>
                </a:lnTo>
                <a:lnTo>
                  <a:pt x="242966" y="69811"/>
                </a:lnTo>
                <a:lnTo>
                  <a:pt x="244455" y="74891"/>
                </a:lnTo>
                <a:lnTo>
                  <a:pt x="249530" y="73986"/>
                </a:lnTo>
                <a:lnTo>
                  <a:pt x="251347" y="85063"/>
                </a:lnTo>
                <a:lnTo>
                  <a:pt x="252000" y="85207"/>
                </a:lnTo>
                <a:lnTo>
                  <a:pt x="253281" y="86234"/>
                </a:lnTo>
                <a:lnTo>
                  <a:pt x="252797" y="88871"/>
                </a:lnTo>
                <a:lnTo>
                  <a:pt x="249397" y="87807"/>
                </a:lnTo>
                <a:lnTo>
                  <a:pt x="248783" y="88130"/>
                </a:lnTo>
                <a:lnTo>
                  <a:pt x="247946" y="86673"/>
                </a:lnTo>
                <a:lnTo>
                  <a:pt x="248075" y="85351"/>
                </a:lnTo>
                <a:lnTo>
                  <a:pt x="244474" y="86127"/>
                </a:lnTo>
                <a:lnTo>
                  <a:pt x="244165" y="88706"/>
                </a:lnTo>
                <a:lnTo>
                  <a:pt x="246042" y="88745"/>
                </a:lnTo>
                <a:lnTo>
                  <a:pt x="249400" y="92655"/>
                </a:lnTo>
                <a:lnTo>
                  <a:pt x="245301" y="94541"/>
                </a:lnTo>
                <a:lnTo>
                  <a:pt x="243728" y="93506"/>
                </a:lnTo>
                <a:lnTo>
                  <a:pt x="241392" y="95576"/>
                </a:lnTo>
                <a:lnTo>
                  <a:pt x="239444" y="95424"/>
                </a:lnTo>
                <a:lnTo>
                  <a:pt x="237999" y="94861"/>
                </a:lnTo>
                <a:lnTo>
                  <a:pt x="237817" y="95199"/>
                </a:lnTo>
                <a:lnTo>
                  <a:pt x="237412" y="95139"/>
                </a:lnTo>
                <a:lnTo>
                  <a:pt x="237343" y="95613"/>
                </a:lnTo>
                <a:lnTo>
                  <a:pt x="236206" y="95938"/>
                </a:lnTo>
                <a:lnTo>
                  <a:pt x="236298" y="94243"/>
                </a:lnTo>
                <a:lnTo>
                  <a:pt x="235640" y="93990"/>
                </a:lnTo>
                <a:lnTo>
                  <a:pt x="236628" y="91468"/>
                </a:lnTo>
                <a:lnTo>
                  <a:pt x="237873" y="86516"/>
                </a:lnTo>
                <a:lnTo>
                  <a:pt x="233855" y="84257"/>
                </a:lnTo>
                <a:lnTo>
                  <a:pt x="231784" y="83842"/>
                </a:lnTo>
                <a:lnTo>
                  <a:pt x="231449" y="85828"/>
                </a:lnTo>
                <a:lnTo>
                  <a:pt x="229295" y="91970"/>
                </a:lnTo>
                <a:lnTo>
                  <a:pt x="225697" y="90640"/>
                </a:lnTo>
                <a:lnTo>
                  <a:pt x="224144" y="88917"/>
                </a:lnTo>
                <a:lnTo>
                  <a:pt x="224470" y="87934"/>
                </a:lnTo>
                <a:lnTo>
                  <a:pt x="220179" y="76672"/>
                </a:lnTo>
                <a:lnTo>
                  <a:pt x="220894" y="76016"/>
                </a:lnTo>
                <a:lnTo>
                  <a:pt x="220630" y="76030"/>
                </a:lnTo>
                <a:lnTo>
                  <a:pt x="219259" y="71695"/>
                </a:lnTo>
                <a:lnTo>
                  <a:pt x="218204" y="67148"/>
                </a:lnTo>
                <a:lnTo>
                  <a:pt x="218116" y="65840"/>
                </a:lnTo>
                <a:lnTo>
                  <a:pt x="219336" y="65376"/>
                </a:lnTo>
                <a:lnTo>
                  <a:pt x="219232" y="60304"/>
                </a:lnTo>
                <a:lnTo>
                  <a:pt x="217719" y="57392"/>
                </a:lnTo>
                <a:lnTo>
                  <a:pt x="216919" y="56912"/>
                </a:lnTo>
                <a:lnTo>
                  <a:pt x="217740" y="56195"/>
                </a:lnTo>
                <a:lnTo>
                  <a:pt x="219019" y="55621"/>
                </a:lnTo>
                <a:lnTo>
                  <a:pt x="218471" y="53711"/>
                </a:lnTo>
                <a:lnTo>
                  <a:pt x="217878" y="47856"/>
                </a:lnTo>
                <a:lnTo>
                  <a:pt x="220770" y="45157"/>
                </a:lnTo>
                <a:lnTo>
                  <a:pt x="218723" y="35371"/>
                </a:lnTo>
                <a:lnTo>
                  <a:pt x="220282" y="35080"/>
                </a:lnTo>
                <a:lnTo>
                  <a:pt x="221483" y="34503"/>
                </a:lnTo>
                <a:lnTo>
                  <a:pt x="227162" y="30743"/>
                </a:lnTo>
                <a:lnTo>
                  <a:pt x="229608" y="29457"/>
                </a:lnTo>
                <a:lnTo>
                  <a:pt x="235123" y="27766"/>
                </a:lnTo>
                <a:lnTo>
                  <a:pt x="236060" y="28739"/>
                </a:lnTo>
                <a:lnTo>
                  <a:pt x="235126" y="25588"/>
                </a:lnTo>
                <a:lnTo>
                  <a:pt x="239992" y="18027"/>
                </a:lnTo>
                <a:lnTo>
                  <a:pt x="242163" y="19674"/>
                </a:lnTo>
                <a:lnTo>
                  <a:pt x="242973" y="19356"/>
                </a:lnTo>
                <a:lnTo>
                  <a:pt x="241897" y="12089"/>
                </a:lnTo>
                <a:lnTo>
                  <a:pt x="242057" y="12087"/>
                </a:lnTo>
                <a:lnTo>
                  <a:pt x="239464" y="6540"/>
                </a:lnTo>
                <a:lnTo>
                  <a:pt x="239719" y="6527"/>
                </a:lnTo>
                <a:lnTo>
                  <a:pt x="237820" y="0"/>
                </a:lnTo>
                <a:lnTo>
                  <a:pt x="232742" y="852"/>
                </a:lnTo>
                <a:lnTo>
                  <a:pt x="226503" y="4241"/>
                </a:lnTo>
                <a:lnTo>
                  <a:pt x="224031" y="4856"/>
                </a:lnTo>
                <a:lnTo>
                  <a:pt x="218764" y="6072"/>
                </a:lnTo>
                <a:lnTo>
                  <a:pt x="221833" y="11375"/>
                </a:lnTo>
                <a:lnTo>
                  <a:pt x="221818" y="11807"/>
                </a:lnTo>
                <a:lnTo>
                  <a:pt x="224182" y="16231"/>
                </a:lnTo>
                <a:lnTo>
                  <a:pt x="227603" y="15911"/>
                </a:lnTo>
                <a:lnTo>
                  <a:pt x="227300" y="16911"/>
                </a:lnTo>
                <a:lnTo>
                  <a:pt x="227740" y="17442"/>
                </a:lnTo>
                <a:lnTo>
                  <a:pt x="227071" y="18508"/>
                </a:lnTo>
                <a:lnTo>
                  <a:pt x="227013" y="19784"/>
                </a:lnTo>
                <a:lnTo>
                  <a:pt x="226041" y="20782"/>
                </a:lnTo>
                <a:lnTo>
                  <a:pt x="226310" y="21814"/>
                </a:lnTo>
                <a:lnTo>
                  <a:pt x="225282" y="22430"/>
                </a:lnTo>
                <a:lnTo>
                  <a:pt x="224644" y="19669"/>
                </a:lnTo>
                <a:lnTo>
                  <a:pt x="220492" y="26794"/>
                </a:lnTo>
                <a:lnTo>
                  <a:pt x="220299" y="26830"/>
                </a:lnTo>
                <a:lnTo>
                  <a:pt x="216526" y="22163"/>
                </a:lnTo>
                <a:lnTo>
                  <a:pt x="216560" y="22398"/>
                </a:lnTo>
                <a:lnTo>
                  <a:pt x="216298" y="22496"/>
                </a:lnTo>
                <a:lnTo>
                  <a:pt x="215140" y="21685"/>
                </a:lnTo>
                <a:lnTo>
                  <a:pt x="210601" y="21512"/>
                </a:lnTo>
                <a:lnTo>
                  <a:pt x="210675" y="21964"/>
                </a:lnTo>
                <a:lnTo>
                  <a:pt x="203196" y="22344"/>
                </a:lnTo>
                <a:lnTo>
                  <a:pt x="201374" y="23777"/>
                </a:lnTo>
                <a:lnTo>
                  <a:pt x="201492" y="30766"/>
                </a:lnTo>
                <a:lnTo>
                  <a:pt x="192097" y="30655"/>
                </a:lnTo>
                <a:lnTo>
                  <a:pt x="191215" y="32596"/>
                </a:lnTo>
                <a:lnTo>
                  <a:pt x="183762" y="32135"/>
                </a:lnTo>
                <a:lnTo>
                  <a:pt x="183415" y="27440"/>
                </a:lnTo>
                <a:lnTo>
                  <a:pt x="171492" y="29985"/>
                </a:lnTo>
                <a:lnTo>
                  <a:pt x="171325" y="34643"/>
                </a:lnTo>
                <a:lnTo>
                  <a:pt x="170085" y="34893"/>
                </a:lnTo>
                <a:lnTo>
                  <a:pt x="170082" y="34432"/>
                </a:lnTo>
                <a:lnTo>
                  <a:pt x="169192" y="34368"/>
                </a:lnTo>
                <a:lnTo>
                  <a:pt x="169058" y="35099"/>
                </a:lnTo>
                <a:lnTo>
                  <a:pt x="161070" y="36693"/>
                </a:lnTo>
                <a:lnTo>
                  <a:pt x="157307" y="31663"/>
                </a:lnTo>
                <a:lnTo>
                  <a:pt x="153672" y="32330"/>
                </a:lnTo>
                <a:lnTo>
                  <a:pt x="153471" y="38324"/>
                </a:lnTo>
                <a:lnTo>
                  <a:pt x="143782" y="40109"/>
                </a:lnTo>
                <a:lnTo>
                  <a:pt x="143446" y="38184"/>
                </a:lnTo>
                <a:lnTo>
                  <a:pt x="139761" y="40938"/>
                </a:lnTo>
                <a:lnTo>
                  <a:pt x="135622" y="43253"/>
                </a:lnTo>
                <a:lnTo>
                  <a:pt x="134037" y="43475"/>
                </a:lnTo>
                <a:lnTo>
                  <a:pt x="127777" y="36469"/>
                </a:lnTo>
                <a:lnTo>
                  <a:pt x="123432" y="36902"/>
                </a:lnTo>
                <a:lnTo>
                  <a:pt x="119555" y="43823"/>
                </a:lnTo>
                <a:lnTo>
                  <a:pt x="121288" y="47039"/>
                </a:lnTo>
                <a:lnTo>
                  <a:pt x="121611" y="47203"/>
                </a:lnTo>
                <a:lnTo>
                  <a:pt x="122912" y="49142"/>
                </a:lnTo>
                <a:lnTo>
                  <a:pt x="126183" y="46895"/>
                </a:lnTo>
                <a:lnTo>
                  <a:pt x="132417" y="54505"/>
                </a:lnTo>
                <a:lnTo>
                  <a:pt x="128866" y="55982"/>
                </a:lnTo>
                <a:lnTo>
                  <a:pt x="128204" y="56546"/>
                </a:lnTo>
                <a:lnTo>
                  <a:pt x="125841" y="61934"/>
                </a:lnTo>
                <a:lnTo>
                  <a:pt x="130440" y="64117"/>
                </a:lnTo>
                <a:lnTo>
                  <a:pt x="134493" y="65065"/>
                </a:lnTo>
                <a:lnTo>
                  <a:pt x="133954" y="68872"/>
                </a:lnTo>
                <a:lnTo>
                  <a:pt x="131212" y="68593"/>
                </a:lnTo>
                <a:lnTo>
                  <a:pt x="124120" y="65859"/>
                </a:lnTo>
                <a:lnTo>
                  <a:pt x="120405" y="73770"/>
                </a:lnTo>
                <a:lnTo>
                  <a:pt x="122496" y="74686"/>
                </a:lnTo>
                <a:lnTo>
                  <a:pt x="123549" y="80334"/>
                </a:lnTo>
                <a:lnTo>
                  <a:pt x="121253" y="80591"/>
                </a:lnTo>
                <a:lnTo>
                  <a:pt x="121246" y="82293"/>
                </a:lnTo>
                <a:lnTo>
                  <a:pt x="120077" y="81974"/>
                </a:lnTo>
                <a:lnTo>
                  <a:pt x="120082" y="82618"/>
                </a:lnTo>
                <a:lnTo>
                  <a:pt x="119332" y="83537"/>
                </a:lnTo>
                <a:lnTo>
                  <a:pt x="119183" y="86395"/>
                </a:lnTo>
                <a:lnTo>
                  <a:pt x="119460" y="86668"/>
                </a:lnTo>
                <a:lnTo>
                  <a:pt x="119893" y="90020"/>
                </a:lnTo>
                <a:lnTo>
                  <a:pt x="118532" y="90223"/>
                </a:lnTo>
                <a:lnTo>
                  <a:pt x="122810" y="99407"/>
                </a:lnTo>
                <a:lnTo>
                  <a:pt x="121864" y="100240"/>
                </a:lnTo>
                <a:lnTo>
                  <a:pt x="120612" y="100337"/>
                </a:lnTo>
                <a:lnTo>
                  <a:pt x="119341" y="100127"/>
                </a:lnTo>
                <a:lnTo>
                  <a:pt x="118874" y="100592"/>
                </a:lnTo>
                <a:lnTo>
                  <a:pt x="118385" y="100606"/>
                </a:lnTo>
                <a:lnTo>
                  <a:pt x="119014" y="105001"/>
                </a:lnTo>
                <a:lnTo>
                  <a:pt x="119747" y="104881"/>
                </a:lnTo>
                <a:lnTo>
                  <a:pt x="120267" y="105064"/>
                </a:lnTo>
                <a:lnTo>
                  <a:pt x="120107" y="105827"/>
                </a:lnTo>
                <a:lnTo>
                  <a:pt x="120276" y="107001"/>
                </a:lnTo>
                <a:lnTo>
                  <a:pt x="119331" y="107198"/>
                </a:lnTo>
                <a:lnTo>
                  <a:pt x="119687" y="109697"/>
                </a:lnTo>
                <a:lnTo>
                  <a:pt x="116755" y="110199"/>
                </a:lnTo>
                <a:lnTo>
                  <a:pt x="114654" y="110849"/>
                </a:lnTo>
                <a:lnTo>
                  <a:pt x="116585" y="112948"/>
                </a:lnTo>
                <a:lnTo>
                  <a:pt x="110897" y="113425"/>
                </a:lnTo>
                <a:lnTo>
                  <a:pt x="110466" y="116456"/>
                </a:lnTo>
                <a:lnTo>
                  <a:pt x="108188" y="116729"/>
                </a:lnTo>
                <a:lnTo>
                  <a:pt x="108547" y="115112"/>
                </a:lnTo>
                <a:lnTo>
                  <a:pt x="108395" y="114133"/>
                </a:lnTo>
                <a:lnTo>
                  <a:pt x="108557" y="113020"/>
                </a:lnTo>
                <a:lnTo>
                  <a:pt x="108703" y="112480"/>
                </a:lnTo>
                <a:lnTo>
                  <a:pt x="109429" y="111614"/>
                </a:lnTo>
                <a:lnTo>
                  <a:pt x="109695" y="110505"/>
                </a:lnTo>
                <a:lnTo>
                  <a:pt x="104925" y="109702"/>
                </a:lnTo>
                <a:lnTo>
                  <a:pt x="103301" y="112948"/>
                </a:lnTo>
                <a:lnTo>
                  <a:pt x="103784" y="114108"/>
                </a:lnTo>
                <a:lnTo>
                  <a:pt x="102633" y="114474"/>
                </a:lnTo>
                <a:lnTo>
                  <a:pt x="100764" y="116233"/>
                </a:lnTo>
                <a:lnTo>
                  <a:pt x="94817" y="118390"/>
                </a:lnTo>
                <a:lnTo>
                  <a:pt x="87969" y="121398"/>
                </a:lnTo>
                <a:lnTo>
                  <a:pt x="87905" y="114254"/>
                </a:lnTo>
                <a:lnTo>
                  <a:pt x="86879" y="115039"/>
                </a:lnTo>
                <a:lnTo>
                  <a:pt x="86080" y="115000"/>
                </a:lnTo>
                <a:lnTo>
                  <a:pt x="82278" y="116996"/>
                </a:lnTo>
                <a:lnTo>
                  <a:pt x="79392" y="118056"/>
                </a:lnTo>
                <a:lnTo>
                  <a:pt x="76499" y="112271"/>
                </a:lnTo>
                <a:lnTo>
                  <a:pt x="75125" y="113094"/>
                </a:lnTo>
                <a:lnTo>
                  <a:pt x="74411" y="112786"/>
                </a:lnTo>
                <a:lnTo>
                  <a:pt x="74528" y="112659"/>
                </a:lnTo>
                <a:lnTo>
                  <a:pt x="74056" y="112298"/>
                </a:lnTo>
                <a:lnTo>
                  <a:pt x="74330" y="111412"/>
                </a:lnTo>
                <a:lnTo>
                  <a:pt x="73908" y="108956"/>
                </a:lnTo>
                <a:lnTo>
                  <a:pt x="73303" y="107807"/>
                </a:lnTo>
                <a:lnTo>
                  <a:pt x="73405" y="107593"/>
                </a:lnTo>
                <a:lnTo>
                  <a:pt x="74096" y="108046"/>
                </a:lnTo>
                <a:lnTo>
                  <a:pt x="73735" y="105103"/>
                </a:lnTo>
                <a:lnTo>
                  <a:pt x="68153" y="106926"/>
                </a:lnTo>
                <a:lnTo>
                  <a:pt x="67224" y="107621"/>
                </a:lnTo>
                <a:lnTo>
                  <a:pt x="67047" y="108720"/>
                </a:lnTo>
                <a:lnTo>
                  <a:pt x="63525" y="111264"/>
                </a:lnTo>
                <a:lnTo>
                  <a:pt x="61354" y="112305"/>
                </a:lnTo>
                <a:lnTo>
                  <a:pt x="59323" y="112783"/>
                </a:lnTo>
                <a:lnTo>
                  <a:pt x="59506" y="113632"/>
                </a:lnTo>
                <a:lnTo>
                  <a:pt x="58786" y="113802"/>
                </a:lnTo>
                <a:lnTo>
                  <a:pt x="57494" y="113697"/>
                </a:lnTo>
                <a:lnTo>
                  <a:pt x="57316" y="113339"/>
                </a:lnTo>
                <a:lnTo>
                  <a:pt x="54505" y="114931"/>
                </a:lnTo>
                <a:lnTo>
                  <a:pt x="52599" y="115038"/>
                </a:lnTo>
                <a:lnTo>
                  <a:pt x="52222" y="114749"/>
                </a:lnTo>
                <a:lnTo>
                  <a:pt x="50289" y="115329"/>
                </a:lnTo>
                <a:lnTo>
                  <a:pt x="47013" y="115897"/>
                </a:lnTo>
                <a:lnTo>
                  <a:pt x="48096" y="119224"/>
                </a:lnTo>
                <a:lnTo>
                  <a:pt x="46211" y="119204"/>
                </a:lnTo>
                <a:lnTo>
                  <a:pt x="46985" y="124564"/>
                </a:lnTo>
                <a:lnTo>
                  <a:pt x="45570" y="124315"/>
                </a:lnTo>
                <a:lnTo>
                  <a:pt x="45806" y="134248"/>
                </a:lnTo>
                <a:lnTo>
                  <a:pt x="44614" y="139751"/>
                </a:lnTo>
                <a:lnTo>
                  <a:pt x="43032" y="139389"/>
                </a:lnTo>
                <a:lnTo>
                  <a:pt x="42537" y="140713"/>
                </a:lnTo>
                <a:lnTo>
                  <a:pt x="42290" y="140696"/>
                </a:lnTo>
                <a:lnTo>
                  <a:pt x="42448" y="141415"/>
                </a:lnTo>
                <a:lnTo>
                  <a:pt x="41780" y="145470"/>
                </a:lnTo>
                <a:lnTo>
                  <a:pt x="40732" y="151417"/>
                </a:lnTo>
                <a:lnTo>
                  <a:pt x="40318" y="151370"/>
                </a:lnTo>
                <a:lnTo>
                  <a:pt x="39774" y="155914"/>
                </a:lnTo>
                <a:lnTo>
                  <a:pt x="31408" y="155398"/>
                </a:lnTo>
                <a:lnTo>
                  <a:pt x="30744" y="161646"/>
                </a:lnTo>
                <a:lnTo>
                  <a:pt x="21090" y="159787"/>
                </a:lnTo>
                <a:lnTo>
                  <a:pt x="23220" y="172805"/>
                </a:lnTo>
                <a:lnTo>
                  <a:pt x="26128" y="181995"/>
                </a:lnTo>
                <a:lnTo>
                  <a:pt x="21576" y="185523"/>
                </a:lnTo>
                <a:lnTo>
                  <a:pt x="17989" y="187003"/>
                </a:lnTo>
                <a:lnTo>
                  <a:pt x="12099" y="190718"/>
                </a:lnTo>
                <a:lnTo>
                  <a:pt x="5155" y="196914"/>
                </a:lnTo>
                <a:lnTo>
                  <a:pt x="10230" y="207679"/>
                </a:lnTo>
                <a:lnTo>
                  <a:pt x="10043" y="208929"/>
                </a:lnTo>
                <a:lnTo>
                  <a:pt x="10931" y="217595"/>
                </a:lnTo>
                <a:lnTo>
                  <a:pt x="8153" y="219024"/>
                </a:lnTo>
                <a:lnTo>
                  <a:pt x="3845" y="219806"/>
                </a:lnTo>
                <a:lnTo>
                  <a:pt x="4607" y="220708"/>
                </a:lnTo>
                <a:lnTo>
                  <a:pt x="3227" y="219895"/>
                </a:lnTo>
                <a:lnTo>
                  <a:pt x="0" y="220351"/>
                </a:lnTo>
                <a:lnTo>
                  <a:pt x="345" y="220538"/>
                </a:lnTo>
                <a:lnTo>
                  <a:pt x="1447" y="224750"/>
                </a:lnTo>
                <a:lnTo>
                  <a:pt x="2533" y="224420"/>
                </a:lnTo>
                <a:lnTo>
                  <a:pt x="3635" y="226688"/>
                </a:lnTo>
                <a:lnTo>
                  <a:pt x="3600" y="228536"/>
                </a:lnTo>
                <a:lnTo>
                  <a:pt x="10222" y="228128"/>
                </a:lnTo>
                <a:lnTo>
                  <a:pt x="11015" y="231989"/>
                </a:lnTo>
                <a:lnTo>
                  <a:pt x="10824" y="232071"/>
                </a:lnTo>
                <a:lnTo>
                  <a:pt x="10991" y="235803"/>
                </a:lnTo>
                <a:lnTo>
                  <a:pt x="11907" y="238697"/>
                </a:lnTo>
                <a:lnTo>
                  <a:pt x="12719" y="238381"/>
                </a:lnTo>
                <a:lnTo>
                  <a:pt x="12917" y="238657"/>
                </a:lnTo>
                <a:lnTo>
                  <a:pt x="13002" y="238338"/>
                </a:lnTo>
                <a:lnTo>
                  <a:pt x="13269" y="238448"/>
                </a:lnTo>
                <a:lnTo>
                  <a:pt x="13631" y="238100"/>
                </a:lnTo>
                <a:lnTo>
                  <a:pt x="14188" y="238039"/>
                </a:lnTo>
                <a:lnTo>
                  <a:pt x="14171" y="237847"/>
                </a:lnTo>
                <a:lnTo>
                  <a:pt x="14617" y="237966"/>
                </a:lnTo>
                <a:lnTo>
                  <a:pt x="14781" y="238300"/>
                </a:lnTo>
                <a:lnTo>
                  <a:pt x="15187" y="238010"/>
                </a:lnTo>
                <a:lnTo>
                  <a:pt x="15364" y="238146"/>
                </a:lnTo>
                <a:lnTo>
                  <a:pt x="15582" y="237841"/>
                </a:lnTo>
                <a:lnTo>
                  <a:pt x="15734" y="238217"/>
                </a:lnTo>
                <a:lnTo>
                  <a:pt x="16250" y="237831"/>
                </a:lnTo>
                <a:lnTo>
                  <a:pt x="16431" y="238124"/>
                </a:lnTo>
                <a:lnTo>
                  <a:pt x="16995" y="237627"/>
                </a:lnTo>
                <a:lnTo>
                  <a:pt x="17002" y="237131"/>
                </a:lnTo>
                <a:lnTo>
                  <a:pt x="17298" y="237227"/>
                </a:lnTo>
                <a:lnTo>
                  <a:pt x="17369" y="236904"/>
                </a:lnTo>
                <a:lnTo>
                  <a:pt x="17409" y="237124"/>
                </a:lnTo>
                <a:lnTo>
                  <a:pt x="18255" y="237009"/>
                </a:lnTo>
                <a:lnTo>
                  <a:pt x="18077" y="236559"/>
                </a:lnTo>
                <a:lnTo>
                  <a:pt x="18371" y="236441"/>
                </a:lnTo>
                <a:lnTo>
                  <a:pt x="19394" y="236610"/>
                </a:lnTo>
                <a:lnTo>
                  <a:pt x="19920" y="236299"/>
                </a:lnTo>
                <a:lnTo>
                  <a:pt x="20234" y="236603"/>
                </a:lnTo>
                <a:lnTo>
                  <a:pt x="26788" y="235328"/>
                </a:lnTo>
                <a:lnTo>
                  <a:pt x="25046" y="231611"/>
                </a:lnTo>
                <a:lnTo>
                  <a:pt x="26159" y="229677"/>
                </a:lnTo>
                <a:lnTo>
                  <a:pt x="26156" y="228649"/>
                </a:lnTo>
                <a:lnTo>
                  <a:pt x="30076" y="229090"/>
                </a:lnTo>
                <a:lnTo>
                  <a:pt x="32773" y="234060"/>
                </a:lnTo>
                <a:lnTo>
                  <a:pt x="31729" y="235064"/>
                </a:lnTo>
                <a:lnTo>
                  <a:pt x="38410" y="241485"/>
                </a:lnTo>
                <a:lnTo>
                  <a:pt x="39773" y="238680"/>
                </a:lnTo>
                <a:lnTo>
                  <a:pt x="42691" y="238521"/>
                </a:lnTo>
                <a:lnTo>
                  <a:pt x="50087" y="241282"/>
                </a:lnTo>
                <a:lnTo>
                  <a:pt x="59117" y="241683"/>
                </a:lnTo>
                <a:lnTo>
                  <a:pt x="59119" y="247556"/>
                </a:lnTo>
                <a:lnTo>
                  <a:pt x="59693" y="247641"/>
                </a:lnTo>
                <a:lnTo>
                  <a:pt x="59539" y="252748"/>
                </a:lnTo>
                <a:lnTo>
                  <a:pt x="63784" y="249102"/>
                </a:lnTo>
                <a:lnTo>
                  <a:pt x="63559" y="253990"/>
                </a:lnTo>
                <a:lnTo>
                  <a:pt x="61661" y="254136"/>
                </a:lnTo>
                <a:lnTo>
                  <a:pt x="60517" y="255216"/>
                </a:lnTo>
                <a:lnTo>
                  <a:pt x="61563" y="256002"/>
                </a:lnTo>
                <a:lnTo>
                  <a:pt x="61785" y="256436"/>
                </a:lnTo>
                <a:lnTo>
                  <a:pt x="62691" y="256291"/>
                </a:lnTo>
                <a:lnTo>
                  <a:pt x="63283" y="256838"/>
                </a:lnTo>
                <a:lnTo>
                  <a:pt x="64068" y="256979"/>
                </a:lnTo>
                <a:lnTo>
                  <a:pt x="64419" y="256640"/>
                </a:lnTo>
                <a:lnTo>
                  <a:pt x="64705" y="255592"/>
                </a:lnTo>
                <a:lnTo>
                  <a:pt x="67452" y="255630"/>
                </a:lnTo>
                <a:lnTo>
                  <a:pt x="68007" y="255863"/>
                </a:lnTo>
                <a:lnTo>
                  <a:pt x="68163" y="256688"/>
                </a:lnTo>
                <a:lnTo>
                  <a:pt x="67793" y="257755"/>
                </a:lnTo>
                <a:lnTo>
                  <a:pt x="68268" y="258737"/>
                </a:lnTo>
                <a:lnTo>
                  <a:pt x="67135" y="261042"/>
                </a:lnTo>
                <a:lnTo>
                  <a:pt x="67311" y="261641"/>
                </a:lnTo>
                <a:lnTo>
                  <a:pt x="67739" y="262028"/>
                </a:lnTo>
                <a:lnTo>
                  <a:pt x="68613" y="261898"/>
                </a:lnTo>
                <a:lnTo>
                  <a:pt x="69243" y="261496"/>
                </a:lnTo>
                <a:lnTo>
                  <a:pt x="72555" y="262409"/>
                </a:lnTo>
                <a:lnTo>
                  <a:pt x="73869" y="262154"/>
                </a:lnTo>
                <a:lnTo>
                  <a:pt x="75779" y="260603"/>
                </a:lnTo>
                <a:lnTo>
                  <a:pt x="77717" y="261017"/>
                </a:lnTo>
                <a:lnTo>
                  <a:pt x="81078" y="260521"/>
                </a:lnTo>
                <a:lnTo>
                  <a:pt x="81563" y="260626"/>
                </a:lnTo>
                <a:lnTo>
                  <a:pt x="82173" y="260940"/>
                </a:lnTo>
                <a:lnTo>
                  <a:pt x="83500" y="262252"/>
                </a:lnTo>
                <a:lnTo>
                  <a:pt x="84506" y="265054"/>
                </a:lnTo>
                <a:lnTo>
                  <a:pt x="85931" y="266564"/>
                </a:lnTo>
                <a:lnTo>
                  <a:pt x="87375" y="266985"/>
                </a:lnTo>
                <a:lnTo>
                  <a:pt x="87812" y="266159"/>
                </a:lnTo>
                <a:lnTo>
                  <a:pt x="87057" y="264344"/>
                </a:lnTo>
                <a:lnTo>
                  <a:pt x="87298" y="261497"/>
                </a:lnTo>
                <a:lnTo>
                  <a:pt x="87659" y="260508"/>
                </a:lnTo>
                <a:lnTo>
                  <a:pt x="89428" y="259239"/>
                </a:lnTo>
                <a:lnTo>
                  <a:pt x="90554" y="259075"/>
                </a:lnTo>
                <a:lnTo>
                  <a:pt x="93371" y="259375"/>
                </a:lnTo>
                <a:lnTo>
                  <a:pt x="95086" y="259204"/>
                </a:lnTo>
                <a:lnTo>
                  <a:pt x="96367" y="259503"/>
                </a:lnTo>
                <a:lnTo>
                  <a:pt x="99119" y="258696"/>
                </a:lnTo>
                <a:lnTo>
                  <a:pt x="100326" y="258954"/>
                </a:lnTo>
                <a:lnTo>
                  <a:pt x="101541" y="258870"/>
                </a:lnTo>
                <a:lnTo>
                  <a:pt x="102386" y="259139"/>
                </a:lnTo>
                <a:lnTo>
                  <a:pt x="103526" y="258924"/>
                </a:lnTo>
                <a:lnTo>
                  <a:pt x="103973" y="258579"/>
                </a:lnTo>
                <a:lnTo>
                  <a:pt x="104257" y="257037"/>
                </a:lnTo>
                <a:lnTo>
                  <a:pt x="105464" y="255711"/>
                </a:lnTo>
                <a:lnTo>
                  <a:pt x="105794" y="254976"/>
                </a:lnTo>
                <a:lnTo>
                  <a:pt x="105899" y="254428"/>
                </a:lnTo>
                <a:lnTo>
                  <a:pt x="105382" y="253859"/>
                </a:lnTo>
                <a:lnTo>
                  <a:pt x="105596" y="253315"/>
                </a:lnTo>
                <a:lnTo>
                  <a:pt x="107765" y="252572"/>
                </a:lnTo>
                <a:lnTo>
                  <a:pt x="108544" y="252695"/>
                </a:lnTo>
                <a:lnTo>
                  <a:pt x="110311" y="252304"/>
                </a:lnTo>
                <a:lnTo>
                  <a:pt x="111746" y="250563"/>
                </a:lnTo>
                <a:lnTo>
                  <a:pt x="112328" y="248498"/>
                </a:lnTo>
                <a:lnTo>
                  <a:pt x="112901" y="247693"/>
                </a:lnTo>
                <a:lnTo>
                  <a:pt x="114428" y="247269"/>
                </a:lnTo>
                <a:lnTo>
                  <a:pt x="115956" y="247232"/>
                </a:lnTo>
                <a:lnTo>
                  <a:pt x="116765" y="246874"/>
                </a:lnTo>
                <a:lnTo>
                  <a:pt x="117306" y="246953"/>
                </a:lnTo>
                <a:lnTo>
                  <a:pt x="117966" y="247410"/>
                </a:lnTo>
                <a:lnTo>
                  <a:pt x="118676" y="248759"/>
                </a:lnTo>
                <a:lnTo>
                  <a:pt x="119260" y="249196"/>
                </a:lnTo>
                <a:lnTo>
                  <a:pt x="121023" y="251390"/>
                </a:lnTo>
                <a:lnTo>
                  <a:pt x="121089" y="252964"/>
                </a:lnTo>
                <a:lnTo>
                  <a:pt x="119779" y="256424"/>
                </a:lnTo>
                <a:lnTo>
                  <a:pt x="119882" y="257570"/>
                </a:lnTo>
                <a:lnTo>
                  <a:pt x="121066" y="259801"/>
                </a:lnTo>
                <a:lnTo>
                  <a:pt x="121722" y="262213"/>
                </a:lnTo>
                <a:lnTo>
                  <a:pt x="121711" y="263136"/>
                </a:lnTo>
                <a:lnTo>
                  <a:pt x="123584" y="264250"/>
                </a:lnTo>
                <a:lnTo>
                  <a:pt x="124204" y="264944"/>
                </a:lnTo>
                <a:lnTo>
                  <a:pt x="124761" y="265100"/>
                </a:lnTo>
                <a:lnTo>
                  <a:pt x="124463" y="265733"/>
                </a:lnTo>
                <a:lnTo>
                  <a:pt x="122850" y="266516"/>
                </a:lnTo>
                <a:lnTo>
                  <a:pt x="122698" y="267152"/>
                </a:lnTo>
                <a:lnTo>
                  <a:pt x="123690" y="267545"/>
                </a:lnTo>
                <a:lnTo>
                  <a:pt x="125628" y="267436"/>
                </a:lnTo>
                <a:lnTo>
                  <a:pt x="126028" y="267859"/>
                </a:lnTo>
                <a:lnTo>
                  <a:pt x="127128" y="268314"/>
                </a:lnTo>
                <a:lnTo>
                  <a:pt x="127619" y="268848"/>
                </a:lnTo>
                <a:lnTo>
                  <a:pt x="127847" y="270622"/>
                </a:lnTo>
                <a:lnTo>
                  <a:pt x="129912" y="271776"/>
                </a:lnTo>
                <a:lnTo>
                  <a:pt x="129918" y="272196"/>
                </a:lnTo>
                <a:lnTo>
                  <a:pt x="130652" y="272679"/>
                </a:lnTo>
                <a:lnTo>
                  <a:pt x="131390" y="273662"/>
                </a:lnTo>
                <a:lnTo>
                  <a:pt x="133049" y="274605"/>
                </a:lnTo>
                <a:lnTo>
                  <a:pt x="136882" y="275781"/>
                </a:lnTo>
                <a:lnTo>
                  <a:pt x="137757" y="277646"/>
                </a:lnTo>
                <a:lnTo>
                  <a:pt x="137616" y="279831"/>
                </a:lnTo>
                <a:lnTo>
                  <a:pt x="136936" y="280474"/>
                </a:lnTo>
                <a:lnTo>
                  <a:pt x="136831" y="280937"/>
                </a:lnTo>
                <a:lnTo>
                  <a:pt x="136860" y="282041"/>
                </a:lnTo>
                <a:lnTo>
                  <a:pt x="137270" y="283022"/>
                </a:lnTo>
                <a:lnTo>
                  <a:pt x="138126" y="283313"/>
                </a:lnTo>
                <a:lnTo>
                  <a:pt x="139184" y="282828"/>
                </a:lnTo>
                <a:lnTo>
                  <a:pt x="140692" y="283222"/>
                </a:lnTo>
                <a:lnTo>
                  <a:pt x="141758" y="282421"/>
                </a:lnTo>
                <a:lnTo>
                  <a:pt x="142303" y="282349"/>
                </a:lnTo>
                <a:lnTo>
                  <a:pt x="142904" y="282497"/>
                </a:lnTo>
                <a:lnTo>
                  <a:pt x="143702" y="283407"/>
                </a:lnTo>
                <a:lnTo>
                  <a:pt x="144270" y="283458"/>
                </a:lnTo>
                <a:lnTo>
                  <a:pt x="144596" y="283197"/>
                </a:lnTo>
                <a:lnTo>
                  <a:pt x="144819" y="282372"/>
                </a:lnTo>
                <a:lnTo>
                  <a:pt x="144396" y="279827"/>
                </a:lnTo>
                <a:lnTo>
                  <a:pt x="142470" y="277075"/>
                </a:lnTo>
                <a:lnTo>
                  <a:pt x="142835" y="276398"/>
                </a:lnTo>
                <a:lnTo>
                  <a:pt x="143406" y="276159"/>
                </a:lnTo>
                <a:lnTo>
                  <a:pt x="145067" y="276285"/>
                </a:lnTo>
                <a:lnTo>
                  <a:pt x="146021" y="277493"/>
                </a:lnTo>
                <a:lnTo>
                  <a:pt x="146174" y="278892"/>
                </a:lnTo>
                <a:lnTo>
                  <a:pt x="146933" y="280886"/>
                </a:lnTo>
                <a:lnTo>
                  <a:pt x="146645" y="283237"/>
                </a:lnTo>
                <a:lnTo>
                  <a:pt x="146868" y="283732"/>
                </a:lnTo>
                <a:lnTo>
                  <a:pt x="147897" y="284489"/>
                </a:lnTo>
                <a:lnTo>
                  <a:pt x="149229" y="287007"/>
                </a:lnTo>
                <a:lnTo>
                  <a:pt x="151129" y="287159"/>
                </a:lnTo>
                <a:lnTo>
                  <a:pt x="152460" y="289061"/>
                </a:lnTo>
                <a:lnTo>
                  <a:pt x="153179" y="288965"/>
                </a:lnTo>
                <a:lnTo>
                  <a:pt x="154573" y="287952"/>
                </a:lnTo>
                <a:lnTo>
                  <a:pt x="154343" y="287408"/>
                </a:lnTo>
                <a:lnTo>
                  <a:pt x="153099" y="286278"/>
                </a:lnTo>
                <a:lnTo>
                  <a:pt x="152810" y="284813"/>
                </a:lnTo>
                <a:lnTo>
                  <a:pt x="152982" y="283946"/>
                </a:lnTo>
                <a:lnTo>
                  <a:pt x="154060" y="282299"/>
                </a:lnTo>
                <a:lnTo>
                  <a:pt x="154548" y="282362"/>
                </a:lnTo>
                <a:lnTo>
                  <a:pt x="155322" y="282892"/>
                </a:lnTo>
                <a:close/>
              </a:path>
            </a:pathLst>
          </a:custGeom>
          <a:solidFill>
            <a:srgbClr val="0A2373"/>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4370997" y="3790724"/>
            <a:ext cx="597448" cy="672948"/>
          </a:xfrm>
          <a:custGeom>
            <a:avLst/>
            <a:gdLst/>
            <a:ahLst/>
            <a:cxnLst/>
            <a:rect l="l" t="t" r="r" b="b"/>
            <a:pathLst>
              <a:path w="597448" h="672948">
                <a:moveTo>
                  <a:pt x="167210" y="672727"/>
                </a:moveTo>
                <a:lnTo>
                  <a:pt x="167216" y="672948"/>
                </a:lnTo>
                <a:lnTo>
                  <a:pt x="167576" y="672878"/>
                </a:lnTo>
                <a:lnTo>
                  <a:pt x="168568" y="672046"/>
                </a:lnTo>
                <a:lnTo>
                  <a:pt x="169444" y="671784"/>
                </a:lnTo>
                <a:lnTo>
                  <a:pt x="169981" y="671060"/>
                </a:lnTo>
                <a:lnTo>
                  <a:pt x="171817" y="669571"/>
                </a:lnTo>
                <a:lnTo>
                  <a:pt x="172561" y="667974"/>
                </a:lnTo>
                <a:lnTo>
                  <a:pt x="172300" y="666863"/>
                </a:lnTo>
                <a:lnTo>
                  <a:pt x="173499" y="665797"/>
                </a:lnTo>
                <a:lnTo>
                  <a:pt x="173704" y="665219"/>
                </a:lnTo>
                <a:lnTo>
                  <a:pt x="174218" y="664831"/>
                </a:lnTo>
                <a:lnTo>
                  <a:pt x="174649" y="664836"/>
                </a:lnTo>
                <a:lnTo>
                  <a:pt x="175091" y="663619"/>
                </a:lnTo>
                <a:lnTo>
                  <a:pt x="176231" y="663121"/>
                </a:lnTo>
                <a:lnTo>
                  <a:pt x="176374" y="662651"/>
                </a:lnTo>
                <a:lnTo>
                  <a:pt x="176774" y="662422"/>
                </a:lnTo>
                <a:lnTo>
                  <a:pt x="176736" y="661816"/>
                </a:lnTo>
                <a:lnTo>
                  <a:pt x="178106" y="660688"/>
                </a:lnTo>
                <a:lnTo>
                  <a:pt x="178339" y="659497"/>
                </a:lnTo>
                <a:lnTo>
                  <a:pt x="179183" y="658963"/>
                </a:lnTo>
                <a:lnTo>
                  <a:pt x="179612" y="658227"/>
                </a:lnTo>
                <a:lnTo>
                  <a:pt x="179636" y="657593"/>
                </a:lnTo>
                <a:lnTo>
                  <a:pt x="180569" y="656135"/>
                </a:lnTo>
                <a:lnTo>
                  <a:pt x="182692" y="654429"/>
                </a:lnTo>
                <a:lnTo>
                  <a:pt x="183369" y="652990"/>
                </a:lnTo>
                <a:lnTo>
                  <a:pt x="183214" y="652208"/>
                </a:lnTo>
                <a:lnTo>
                  <a:pt x="183758" y="651545"/>
                </a:lnTo>
                <a:lnTo>
                  <a:pt x="183740" y="651012"/>
                </a:lnTo>
                <a:lnTo>
                  <a:pt x="184226" y="650327"/>
                </a:lnTo>
                <a:lnTo>
                  <a:pt x="185457" y="649278"/>
                </a:lnTo>
                <a:lnTo>
                  <a:pt x="185654" y="648707"/>
                </a:lnTo>
                <a:lnTo>
                  <a:pt x="187310" y="647573"/>
                </a:lnTo>
                <a:lnTo>
                  <a:pt x="187448" y="647148"/>
                </a:lnTo>
                <a:lnTo>
                  <a:pt x="188153" y="646546"/>
                </a:lnTo>
                <a:lnTo>
                  <a:pt x="188064" y="646218"/>
                </a:lnTo>
                <a:lnTo>
                  <a:pt x="188342" y="645808"/>
                </a:lnTo>
                <a:lnTo>
                  <a:pt x="188639" y="645788"/>
                </a:lnTo>
                <a:lnTo>
                  <a:pt x="188655" y="645505"/>
                </a:lnTo>
                <a:lnTo>
                  <a:pt x="189190" y="645317"/>
                </a:lnTo>
                <a:lnTo>
                  <a:pt x="189523" y="644716"/>
                </a:lnTo>
                <a:lnTo>
                  <a:pt x="190001" y="644451"/>
                </a:lnTo>
                <a:lnTo>
                  <a:pt x="189964" y="643914"/>
                </a:lnTo>
                <a:lnTo>
                  <a:pt x="190425" y="643409"/>
                </a:lnTo>
                <a:lnTo>
                  <a:pt x="190386" y="643054"/>
                </a:lnTo>
                <a:lnTo>
                  <a:pt x="191437" y="642181"/>
                </a:lnTo>
                <a:lnTo>
                  <a:pt x="191746" y="641728"/>
                </a:lnTo>
                <a:lnTo>
                  <a:pt x="191719" y="641338"/>
                </a:lnTo>
                <a:lnTo>
                  <a:pt x="192972" y="640550"/>
                </a:lnTo>
                <a:lnTo>
                  <a:pt x="193165" y="640109"/>
                </a:lnTo>
                <a:lnTo>
                  <a:pt x="193498" y="640057"/>
                </a:lnTo>
                <a:lnTo>
                  <a:pt x="193830" y="639416"/>
                </a:lnTo>
                <a:lnTo>
                  <a:pt x="193822" y="638704"/>
                </a:lnTo>
                <a:lnTo>
                  <a:pt x="194759" y="637902"/>
                </a:lnTo>
                <a:lnTo>
                  <a:pt x="195862" y="637434"/>
                </a:lnTo>
                <a:lnTo>
                  <a:pt x="196983" y="635964"/>
                </a:lnTo>
                <a:lnTo>
                  <a:pt x="197378" y="635081"/>
                </a:lnTo>
                <a:lnTo>
                  <a:pt x="197241" y="634695"/>
                </a:lnTo>
                <a:lnTo>
                  <a:pt x="198600" y="633579"/>
                </a:lnTo>
                <a:lnTo>
                  <a:pt x="198971" y="632480"/>
                </a:lnTo>
                <a:lnTo>
                  <a:pt x="198773" y="632290"/>
                </a:lnTo>
                <a:lnTo>
                  <a:pt x="198885" y="631927"/>
                </a:lnTo>
                <a:lnTo>
                  <a:pt x="199717" y="631318"/>
                </a:lnTo>
                <a:lnTo>
                  <a:pt x="199731" y="630812"/>
                </a:lnTo>
                <a:lnTo>
                  <a:pt x="200075" y="630528"/>
                </a:lnTo>
                <a:lnTo>
                  <a:pt x="199994" y="629881"/>
                </a:lnTo>
                <a:lnTo>
                  <a:pt x="201366" y="628245"/>
                </a:lnTo>
                <a:lnTo>
                  <a:pt x="201703" y="627081"/>
                </a:lnTo>
                <a:lnTo>
                  <a:pt x="202852" y="626004"/>
                </a:lnTo>
                <a:lnTo>
                  <a:pt x="203518" y="624836"/>
                </a:lnTo>
                <a:lnTo>
                  <a:pt x="204673" y="623860"/>
                </a:lnTo>
                <a:lnTo>
                  <a:pt x="205277" y="622804"/>
                </a:lnTo>
                <a:lnTo>
                  <a:pt x="205296" y="622237"/>
                </a:lnTo>
                <a:lnTo>
                  <a:pt x="207050" y="620210"/>
                </a:lnTo>
                <a:lnTo>
                  <a:pt x="206886" y="619728"/>
                </a:lnTo>
                <a:lnTo>
                  <a:pt x="207629" y="618516"/>
                </a:lnTo>
                <a:lnTo>
                  <a:pt x="210170" y="615979"/>
                </a:lnTo>
                <a:lnTo>
                  <a:pt x="210175" y="615389"/>
                </a:lnTo>
                <a:lnTo>
                  <a:pt x="210596" y="614757"/>
                </a:lnTo>
                <a:lnTo>
                  <a:pt x="211858" y="613693"/>
                </a:lnTo>
                <a:lnTo>
                  <a:pt x="212935" y="611699"/>
                </a:lnTo>
                <a:lnTo>
                  <a:pt x="214617" y="610005"/>
                </a:lnTo>
                <a:lnTo>
                  <a:pt x="214793" y="609169"/>
                </a:lnTo>
                <a:lnTo>
                  <a:pt x="215274" y="608193"/>
                </a:lnTo>
                <a:lnTo>
                  <a:pt x="215839" y="607664"/>
                </a:lnTo>
                <a:lnTo>
                  <a:pt x="216026" y="606919"/>
                </a:lnTo>
                <a:lnTo>
                  <a:pt x="218066" y="604688"/>
                </a:lnTo>
                <a:lnTo>
                  <a:pt x="218382" y="604590"/>
                </a:lnTo>
                <a:lnTo>
                  <a:pt x="218760" y="603983"/>
                </a:lnTo>
                <a:lnTo>
                  <a:pt x="218649" y="603677"/>
                </a:lnTo>
                <a:lnTo>
                  <a:pt x="219122" y="603068"/>
                </a:lnTo>
                <a:lnTo>
                  <a:pt x="220216" y="602314"/>
                </a:lnTo>
                <a:lnTo>
                  <a:pt x="219889" y="601779"/>
                </a:lnTo>
                <a:lnTo>
                  <a:pt x="220361" y="600296"/>
                </a:lnTo>
                <a:lnTo>
                  <a:pt x="222643" y="597405"/>
                </a:lnTo>
                <a:lnTo>
                  <a:pt x="223583" y="596687"/>
                </a:lnTo>
                <a:lnTo>
                  <a:pt x="225932" y="591750"/>
                </a:lnTo>
                <a:lnTo>
                  <a:pt x="226936" y="590978"/>
                </a:lnTo>
                <a:lnTo>
                  <a:pt x="227369" y="589963"/>
                </a:lnTo>
                <a:lnTo>
                  <a:pt x="229190" y="588642"/>
                </a:lnTo>
                <a:lnTo>
                  <a:pt x="229595" y="587834"/>
                </a:lnTo>
                <a:lnTo>
                  <a:pt x="229460" y="587356"/>
                </a:lnTo>
                <a:lnTo>
                  <a:pt x="230008" y="586226"/>
                </a:lnTo>
                <a:lnTo>
                  <a:pt x="232032" y="584442"/>
                </a:lnTo>
                <a:lnTo>
                  <a:pt x="232111" y="583638"/>
                </a:lnTo>
                <a:lnTo>
                  <a:pt x="233290" y="582060"/>
                </a:lnTo>
                <a:lnTo>
                  <a:pt x="233596" y="580452"/>
                </a:lnTo>
                <a:lnTo>
                  <a:pt x="234867" y="578487"/>
                </a:lnTo>
                <a:lnTo>
                  <a:pt x="236489" y="576832"/>
                </a:lnTo>
                <a:lnTo>
                  <a:pt x="236648" y="575506"/>
                </a:lnTo>
                <a:lnTo>
                  <a:pt x="237597" y="574206"/>
                </a:lnTo>
                <a:lnTo>
                  <a:pt x="237735" y="573606"/>
                </a:lnTo>
                <a:lnTo>
                  <a:pt x="238765" y="572629"/>
                </a:lnTo>
                <a:lnTo>
                  <a:pt x="239163" y="571777"/>
                </a:lnTo>
                <a:lnTo>
                  <a:pt x="239621" y="571497"/>
                </a:lnTo>
                <a:lnTo>
                  <a:pt x="239403" y="570678"/>
                </a:lnTo>
                <a:lnTo>
                  <a:pt x="239690" y="569947"/>
                </a:lnTo>
                <a:lnTo>
                  <a:pt x="240712" y="568837"/>
                </a:lnTo>
                <a:lnTo>
                  <a:pt x="241505" y="567122"/>
                </a:lnTo>
                <a:lnTo>
                  <a:pt x="242638" y="566167"/>
                </a:lnTo>
                <a:lnTo>
                  <a:pt x="243064" y="564950"/>
                </a:lnTo>
                <a:lnTo>
                  <a:pt x="243830" y="564185"/>
                </a:lnTo>
                <a:lnTo>
                  <a:pt x="244092" y="563055"/>
                </a:lnTo>
                <a:lnTo>
                  <a:pt x="244957" y="561948"/>
                </a:lnTo>
                <a:lnTo>
                  <a:pt x="246401" y="560708"/>
                </a:lnTo>
                <a:lnTo>
                  <a:pt x="246527" y="560013"/>
                </a:lnTo>
                <a:lnTo>
                  <a:pt x="247148" y="559154"/>
                </a:lnTo>
                <a:lnTo>
                  <a:pt x="249073" y="557320"/>
                </a:lnTo>
                <a:lnTo>
                  <a:pt x="249046" y="556346"/>
                </a:lnTo>
                <a:lnTo>
                  <a:pt x="249999" y="554730"/>
                </a:lnTo>
                <a:lnTo>
                  <a:pt x="250953" y="552001"/>
                </a:lnTo>
                <a:lnTo>
                  <a:pt x="251696" y="550801"/>
                </a:lnTo>
                <a:lnTo>
                  <a:pt x="252900" y="549488"/>
                </a:lnTo>
                <a:lnTo>
                  <a:pt x="253158" y="548194"/>
                </a:lnTo>
                <a:lnTo>
                  <a:pt x="252951" y="547760"/>
                </a:lnTo>
                <a:lnTo>
                  <a:pt x="253264" y="547040"/>
                </a:lnTo>
                <a:lnTo>
                  <a:pt x="254673" y="545109"/>
                </a:lnTo>
                <a:lnTo>
                  <a:pt x="256317" y="543491"/>
                </a:lnTo>
                <a:lnTo>
                  <a:pt x="256328" y="542681"/>
                </a:lnTo>
                <a:lnTo>
                  <a:pt x="257278" y="541397"/>
                </a:lnTo>
                <a:lnTo>
                  <a:pt x="257644" y="540348"/>
                </a:lnTo>
                <a:lnTo>
                  <a:pt x="258901" y="538945"/>
                </a:lnTo>
                <a:lnTo>
                  <a:pt x="258922" y="538127"/>
                </a:lnTo>
                <a:lnTo>
                  <a:pt x="259702" y="536507"/>
                </a:lnTo>
                <a:lnTo>
                  <a:pt x="259777" y="535872"/>
                </a:lnTo>
                <a:lnTo>
                  <a:pt x="260937" y="534063"/>
                </a:lnTo>
                <a:lnTo>
                  <a:pt x="262308" y="531069"/>
                </a:lnTo>
                <a:lnTo>
                  <a:pt x="264956" y="526766"/>
                </a:lnTo>
                <a:lnTo>
                  <a:pt x="266470" y="524982"/>
                </a:lnTo>
                <a:lnTo>
                  <a:pt x="268516" y="520314"/>
                </a:lnTo>
                <a:lnTo>
                  <a:pt x="269160" y="519384"/>
                </a:lnTo>
                <a:lnTo>
                  <a:pt x="269153" y="518864"/>
                </a:lnTo>
                <a:lnTo>
                  <a:pt x="272503" y="513390"/>
                </a:lnTo>
                <a:lnTo>
                  <a:pt x="274592" y="510805"/>
                </a:lnTo>
                <a:lnTo>
                  <a:pt x="278539" y="507259"/>
                </a:lnTo>
                <a:lnTo>
                  <a:pt x="281143" y="505313"/>
                </a:lnTo>
                <a:lnTo>
                  <a:pt x="282718" y="503414"/>
                </a:lnTo>
                <a:lnTo>
                  <a:pt x="284906" y="501808"/>
                </a:lnTo>
                <a:lnTo>
                  <a:pt x="288301" y="497683"/>
                </a:lnTo>
                <a:lnTo>
                  <a:pt x="291642" y="494303"/>
                </a:lnTo>
                <a:lnTo>
                  <a:pt x="292852" y="492585"/>
                </a:lnTo>
                <a:lnTo>
                  <a:pt x="295011" y="490495"/>
                </a:lnTo>
                <a:lnTo>
                  <a:pt x="298629" y="486000"/>
                </a:lnTo>
                <a:lnTo>
                  <a:pt x="298910" y="485446"/>
                </a:lnTo>
                <a:lnTo>
                  <a:pt x="298844" y="484282"/>
                </a:lnTo>
                <a:lnTo>
                  <a:pt x="299374" y="483769"/>
                </a:lnTo>
                <a:lnTo>
                  <a:pt x="298674" y="483882"/>
                </a:lnTo>
                <a:lnTo>
                  <a:pt x="298140" y="484458"/>
                </a:lnTo>
                <a:lnTo>
                  <a:pt x="296952" y="483629"/>
                </a:lnTo>
                <a:lnTo>
                  <a:pt x="295993" y="480809"/>
                </a:lnTo>
                <a:lnTo>
                  <a:pt x="295870" y="478575"/>
                </a:lnTo>
                <a:lnTo>
                  <a:pt x="296231" y="476645"/>
                </a:lnTo>
                <a:lnTo>
                  <a:pt x="297165" y="473791"/>
                </a:lnTo>
                <a:lnTo>
                  <a:pt x="299712" y="468554"/>
                </a:lnTo>
                <a:lnTo>
                  <a:pt x="304171" y="461881"/>
                </a:lnTo>
                <a:lnTo>
                  <a:pt x="305342" y="459298"/>
                </a:lnTo>
                <a:lnTo>
                  <a:pt x="307971" y="454959"/>
                </a:lnTo>
                <a:lnTo>
                  <a:pt x="308716" y="453251"/>
                </a:lnTo>
                <a:lnTo>
                  <a:pt x="309564" y="452227"/>
                </a:lnTo>
                <a:lnTo>
                  <a:pt x="310890" y="449396"/>
                </a:lnTo>
                <a:lnTo>
                  <a:pt x="315139" y="443915"/>
                </a:lnTo>
                <a:lnTo>
                  <a:pt x="317142" y="440553"/>
                </a:lnTo>
                <a:lnTo>
                  <a:pt x="318989" y="438318"/>
                </a:lnTo>
                <a:lnTo>
                  <a:pt x="319271" y="437536"/>
                </a:lnTo>
                <a:lnTo>
                  <a:pt x="322223" y="434652"/>
                </a:lnTo>
                <a:lnTo>
                  <a:pt x="323830" y="433464"/>
                </a:lnTo>
                <a:lnTo>
                  <a:pt x="324911" y="432183"/>
                </a:lnTo>
                <a:lnTo>
                  <a:pt x="324877" y="431749"/>
                </a:lnTo>
                <a:lnTo>
                  <a:pt x="325673" y="430280"/>
                </a:lnTo>
                <a:lnTo>
                  <a:pt x="325647" y="429875"/>
                </a:lnTo>
                <a:lnTo>
                  <a:pt x="326895" y="427681"/>
                </a:lnTo>
                <a:lnTo>
                  <a:pt x="329241" y="424929"/>
                </a:lnTo>
                <a:lnTo>
                  <a:pt x="330179" y="424324"/>
                </a:lnTo>
                <a:lnTo>
                  <a:pt x="331274" y="423152"/>
                </a:lnTo>
                <a:lnTo>
                  <a:pt x="333406" y="420328"/>
                </a:lnTo>
                <a:lnTo>
                  <a:pt x="334386" y="419572"/>
                </a:lnTo>
                <a:lnTo>
                  <a:pt x="334802" y="418546"/>
                </a:lnTo>
                <a:lnTo>
                  <a:pt x="335632" y="417822"/>
                </a:lnTo>
                <a:lnTo>
                  <a:pt x="335533" y="417569"/>
                </a:lnTo>
                <a:lnTo>
                  <a:pt x="335879" y="417007"/>
                </a:lnTo>
                <a:lnTo>
                  <a:pt x="338346" y="414399"/>
                </a:lnTo>
                <a:lnTo>
                  <a:pt x="339421" y="412582"/>
                </a:lnTo>
                <a:lnTo>
                  <a:pt x="341829" y="410606"/>
                </a:lnTo>
                <a:lnTo>
                  <a:pt x="342101" y="410105"/>
                </a:lnTo>
                <a:lnTo>
                  <a:pt x="342037" y="409570"/>
                </a:lnTo>
                <a:lnTo>
                  <a:pt x="342786" y="408417"/>
                </a:lnTo>
                <a:lnTo>
                  <a:pt x="344073" y="407370"/>
                </a:lnTo>
                <a:lnTo>
                  <a:pt x="345448" y="405804"/>
                </a:lnTo>
                <a:lnTo>
                  <a:pt x="350491" y="401672"/>
                </a:lnTo>
                <a:lnTo>
                  <a:pt x="351067" y="400559"/>
                </a:lnTo>
                <a:lnTo>
                  <a:pt x="353174" y="398314"/>
                </a:lnTo>
                <a:lnTo>
                  <a:pt x="355115" y="397060"/>
                </a:lnTo>
                <a:lnTo>
                  <a:pt x="356163" y="395610"/>
                </a:lnTo>
                <a:lnTo>
                  <a:pt x="357410" y="394754"/>
                </a:lnTo>
                <a:lnTo>
                  <a:pt x="358287" y="393394"/>
                </a:lnTo>
                <a:lnTo>
                  <a:pt x="358302" y="392680"/>
                </a:lnTo>
                <a:lnTo>
                  <a:pt x="359681" y="391021"/>
                </a:lnTo>
                <a:lnTo>
                  <a:pt x="362447" y="388678"/>
                </a:lnTo>
                <a:lnTo>
                  <a:pt x="364101" y="387869"/>
                </a:lnTo>
                <a:lnTo>
                  <a:pt x="364226" y="387311"/>
                </a:lnTo>
                <a:lnTo>
                  <a:pt x="365211" y="385921"/>
                </a:lnTo>
                <a:lnTo>
                  <a:pt x="366826" y="385217"/>
                </a:lnTo>
                <a:lnTo>
                  <a:pt x="367500" y="384378"/>
                </a:lnTo>
                <a:lnTo>
                  <a:pt x="370212" y="382258"/>
                </a:lnTo>
                <a:lnTo>
                  <a:pt x="372748" y="379749"/>
                </a:lnTo>
                <a:lnTo>
                  <a:pt x="375400" y="377782"/>
                </a:lnTo>
                <a:lnTo>
                  <a:pt x="377448" y="375859"/>
                </a:lnTo>
                <a:lnTo>
                  <a:pt x="382316" y="370432"/>
                </a:lnTo>
                <a:lnTo>
                  <a:pt x="387546" y="363892"/>
                </a:lnTo>
                <a:lnTo>
                  <a:pt x="390664" y="361329"/>
                </a:lnTo>
                <a:lnTo>
                  <a:pt x="393525" y="358201"/>
                </a:lnTo>
                <a:lnTo>
                  <a:pt x="398643" y="353644"/>
                </a:lnTo>
                <a:lnTo>
                  <a:pt x="401632" y="349931"/>
                </a:lnTo>
                <a:lnTo>
                  <a:pt x="405795" y="345663"/>
                </a:lnTo>
                <a:lnTo>
                  <a:pt x="408950" y="343975"/>
                </a:lnTo>
                <a:lnTo>
                  <a:pt x="411869" y="342863"/>
                </a:lnTo>
                <a:lnTo>
                  <a:pt x="414141" y="342339"/>
                </a:lnTo>
                <a:lnTo>
                  <a:pt x="414838" y="341925"/>
                </a:lnTo>
                <a:lnTo>
                  <a:pt x="417966" y="341780"/>
                </a:lnTo>
                <a:lnTo>
                  <a:pt x="424058" y="339689"/>
                </a:lnTo>
                <a:lnTo>
                  <a:pt x="428963" y="338596"/>
                </a:lnTo>
                <a:lnTo>
                  <a:pt x="431439" y="337452"/>
                </a:lnTo>
                <a:lnTo>
                  <a:pt x="432228" y="336870"/>
                </a:lnTo>
                <a:lnTo>
                  <a:pt x="435035" y="336242"/>
                </a:lnTo>
                <a:lnTo>
                  <a:pt x="441422" y="333700"/>
                </a:lnTo>
                <a:lnTo>
                  <a:pt x="442685" y="332942"/>
                </a:lnTo>
                <a:lnTo>
                  <a:pt x="444972" y="331082"/>
                </a:lnTo>
                <a:lnTo>
                  <a:pt x="445144" y="331225"/>
                </a:lnTo>
                <a:lnTo>
                  <a:pt x="450703" y="326131"/>
                </a:lnTo>
                <a:lnTo>
                  <a:pt x="454044" y="323611"/>
                </a:lnTo>
                <a:lnTo>
                  <a:pt x="455774" y="321333"/>
                </a:lnTo>
                <a:lnTo>
                  <a:pt x="459547" y="318619"/>
                </a:lnTo>
                <a:lnTo>
                  <a:pt x="464399" y="313601"/>
                </a:lnTo>
                <a:lnTo>
                  <a:pt x="469972" y="309259"/>
                </a:lnTo>
                <a:lnTo>
                  <a:pt x="474805" y="304078"/>
                </a:lnTo>
                <a:lnTo>
                  <a:pt x="478426" y="301273"/>
                </a:lnTo>
                <a:lnTo>
                  <a:pt x="481956" y="299295"/>
                </a:lnTo>
                <a:lnTo>
                  <a:pt x="484350" y="297481"/>
                </a:lnTo>
                <a:lnTo>
                  <a:pt x="485516" y="296531"/>
                </a:lnTo>
                <a:lnTo>
                  <a:pt x="486347" y="295166"/>
                </a:lnTo>
                <a:lnTo>
                  <a:pt x="487820" y="293494"/>
                </a:lnTo>
                <a:lnTo>
                  <a:pt x="491898" y="290775"/>
                </a:lnTo>
                <a:lnTo>
                  <a:pt x="494858" y="288196"/>
                </a:lnTo>
                <a:lnTo>
                  <a:pt x="498194" y="284269"/>
                </a:lnTo>
                <a:lnTo>
                  <a:pt x="501129" y="279993"/>
                </a:lnTo>
                <a:lnTo>
                  <a:pt x="501465" y="278781"/>
                </a:lnTo>
                <a:lnTo>
                  <a:pt x="503168" y="275251"/>
                </a:lnTo>
                <a:lnTo>
                  <a:pt x="503847" y="272267"/>
                </a:lnTo>
                <a:lnTo>
                  <a:pt x="511649" y="274240"/>
                </a:lnTo>
                <a:lnTo>
                  <a:pt x="512755" y="269342"/>
                </a:lnTo>
                <a:lnTo>
                  <a:pt x="514024" y="265503"/>
                </a:lnTo>
                <a:lnTo>
                  <a:pt x="514144" y="264301"/>
                </a:lnTo>
                <a:lnTo>
                  <a:pt x="513810" y="261587"/>
                </a:lnTo>
                <a:lnTo>
                  <a:pt x="514488" y="258754"/>
                </a:lnTo>
                <a:lnTo>
                  <a:pt x="516398" y="255340"/>
                </a:lnTo>
                <a:lnTo>
                  <a:pt x="522250" y="246575"/>
                </a:lnTo>
                <a:lnTo>
                  <a:pt x="529753" y="233823"/>
                </a:lnTo>
                <a:lnTo>
                  <a:pt x="533161" y="227349"/>
                </a:lnTo>
                <a:lnTo>
                  <a:pt x="535924" y="220375"/>
                </a:lnTo>
                <a:lnTo>
                  <a:pt x="536199" y="215598"/>
                </a:lnTo>
                <a:lnTo>
                  <a:pt x="536677" y="212489"/>
                </a:lnTo>
                <a:lnTo>
                  <a:pt x="539945" y="200283"/>
                </a:lnTo>
                <a:lnTo>
                  <a:pt x="541347" y="195822"/>
                </a:lnTo>
                <a:lnTo>
                  <a:pt x="543212" y="188233"/>
                </a:lnTo>
                <a:lnTo>
                  <a:pt x="543518" y="186368"/>
                </a:lnTo>
                <a:lnTo>
                  <a:pt x="543177" y="185598"/>
                </a:lnTo>
                <a:lnTo>
                  <a:pt x="543044" y="182086"/>
                </a:lnTo>
                <a:lnTo>
                  <a:pt x="545229" y="170952"/>
                </a:lnTo>
                <a:lnTo>
                  <a:pt x="546867" y="164416"/>
                </a:lnTo>
                <a:lnTo>
                  <a:pt x="549652" y="155844"/>
                </a:lnTo>
                <a:lnTo>
                  <a:pt x="552291" y="149810"/>
                </a:lnTo>
                <a:lnTo>
                  <a:pt x="552873" y="147532"/>
                </a:lnTo>
                <a:lnTo>
                  <a:pt x="553730" y="145531"/>
                </a:lnTo>
                <a:lnTo>
                  <a:pt x="553760" y="144645"/>
                </a:lnTo>
                <a:lnTo>
                  <a:pt x="555226" y="140118"/>
                </a:lnTo>
                <a:lnTo>
                  <a:pt x="556305" y="134901"/>
                </a:lnTo>
                <a:lnTo>
                  <a:pt x="558264" y="130607"/>
                </a:lnTo>
                <a:lnTo>
                  <a:pt x="559725" y="126547"/>
                </a:lnTo>
                <a:lnTo>
                  <a:pt x="559983" y="125009"/>
                </a:lnTo>
                <a:lnTo>
                  <a:pt x="559437" y="124479"/>
                </a:lnTo>
                <a:lnTo>
                  <a:pt x="559197" y="123160"/>
                </a:lnTo>
                <a:lnTo>
                  <a:pt x="559854" y="120044"/>
                </a:lnTo>
                <a:lnTo>
                  <a:pt x="563202" y="113290"/>
                </a:lnTo>
                <a:lnTo>
                  <a:pt x="565351" y="110271"/>
                </a:lnTo>
                <a:lnTo>
                  <a:pt x="566575" y="106586"/>
                </a:lnTo>
                <a:lnTo>
                  <a:pt x="568436" y="103237"/>
                </a:lnTo>
                <a:lnTo>
                  <a:pt x="568466" y="102634"/>
                </a:lnTo>
                <a:lnTo>
                  <a:pt x="569852" y="98865"/>
                </a:lnTo>
                <a:lnTo>
                  <a:pt x="571792" y="95478"/>
                </a:lnTo>
                <a:lnTo>
                  <a:pt x="571823" y="94261"/>
                </a:lnTo>
                <a:lnTo>
                  <a:pt x="572163" y="93194"/>
                </a:lnTo>
                <a:lnTo>
                  <a:pt x="574268" y="89551"/>
                </a:lnTo>
                <a:lnTo>
                  <a:pt x="575313" y="87188"/>
                </a:lnTo>
                <a:lnTo>
                  <a:pt x="575692" y="86238"/>
                </a:lnTo>
                <a:lnTo>
                  <a:pt x="575538" y="85415"/>
                </a:lnTo>
                <a:lnTo>
                  <a:pt x="575980" y="83929"/>
                </a:lnTo>
                <a:lnTo>
                  <a:pt x="579069" y="78694"/>
                </a:lnTo>
                <a:lnTo>
                  <a:pt x="579303" y="78084"/>
                </a:lnTo>
                <a:lnTo>
                  <a:pt x="579166" y="77304"/>
                </a:lnTo>
                <a:lnTo>
                  <a:pt x="579346" y="76575"/>
                </a:lnTo>
                <a:lnTo>
                  <a:pt x="581721" y="72086"/>
                </a:lnTo>
                <a:lnTo>
                  <a:pt x="581316" y="71417"/>
                </a:lnTo>
                <a:lnTo>
                  <a:pt x="581726" y="69435"/>
                </a:lnTo>
                <a:lnTo>
                  <a:pt x="585118" y="64140"/>
                </a:lnTo>
                <a:lnTo>
                  <a:pt x="585571" y="63878"/>
                </a:lnTo>
                <a:lnTo>
                  <a:pt x="585125" y="63409"/>
                </a:lnTo>
                <a:lnTo>
                  <a:pt x="585357" y="62691"/>
                </a:lnTo>
                <a:lnTo>
                  <a:pt x="586814" y="60058"/>
                </a:lnTo>
                <a:lnTo>
                  <a:pt x="587658" y="58998"/>
                </a:lnTo>
                <a:lnTo>
                  <a:pt x="587438" y="57685"/>
                </a:lnTo>
                <a:lnTo>
                  <a:pt x="589017" y="54123"/>
                </a:lnTo>
                <a:lnTo>
                  <a:pt x="589394" y="51177"/>
                </a:lnTo>
                <a:lnTo>
                  <a:pt x="590973" y="47911"/>
                </a:lnTo>
                <a:lnTo>
                  <a:pt x="591492" y="45584"/>
                </a:lnTo>
                <a:lnTo>
                  <a:pt x="592475" y="43470"/>
                </a:lnTo>
                <a:lnTo>
                  <a:pt x="592073" y="42822"/>
                </a:lnTo>
                <a:lnTo>
                  <a:pt x="592115" y="41945"/>
                </a:lnTo>
                <a:lnTo>
                  <a:pt x="593405" y="38737"/>
                </a:lnTo>
                <a:lnTo>
                  <a:pt x="594268" y="35835"/>
                </a:lnTo>
                <a:lnTo>
                  <a:pt x="594027" y="32934"/>
                </a:lnTo>
                <a:lnTo>
                  <a:pt x="595094" y="29434"/>
                </a:lnTo>
                <a:lnTo>
                  <a:pt x="595985" y="23220"/>
                </a:lnTo>
                <a:lnTo>
                  <a:pt x="597448" y="19483"/>
                </a:lnTo>
                <a:lnTo>
                  <a:pt x="589907" y="16669"/>
                </a:lnTo>
                <a:lnTo>
                  <a:pt x="589847" y="16827"/>
                </a:lnTo>
                <a:lnTo>
                  <a:pt x="589838" y="16664"/>
                </a:lnTo>
                <a:lnTo>
                  <a:pt x="589400" y="16651"/>
                </a:lnTo>
                <a:lnTo>
                  <a:pt x="584959" y="17307"/>
                </a:lnTo>
                <a:lnTo>
                  <a:pt x="577709" y="16892"/>
                </a:lnTo>
                <a:lnTo>
                  <a:pt x="572794" y="16263"/>
                </a:lnTo>
                <a:lnTo>
                  <a:pt x="566033" y="16594"/>
                </a:lnTo>
                <a:lnTo>
                  <a:pt x="559878" y="16241"/>
                </a:lnTo>
                <a:lnTo>
                  <a:pt x="543089" y="14504"/>
                </a:lnTo>
                <a:lnTo>
                  <a:pt x="511662" y="12332"/>
                </a:lnTo>
                <a:lnTo>
                  <a:pt x="511647" y="10892"/>
                </a:lnTo>
                <a:lnTo>
                  <a:pt x="510944" y="10913"/>
                </a:lnTo>
                <a:lnTo>
                  <a:pt x="510541" y="11602"/>
                </a:lnTo>
                <a:lnTo>
                  <a:pt x="509394" y="12161"/>
                </a:lnTo>
                <a:lnTo>
                  <a:pt x="508661" y="10868"/>
                </a:lnTo>
                <a:lnTo>
                  <a:pt x="508010" y="10252"/>
                </a:lnTo>
                <a:lnTo>
                  <a:pt x="507428" y="10242"/>
                </a:lnTo>
                <a:lnTo>
                  <a:pt x="506193" y="10747"/>
                </a:lnTo>
                <a:lnTo>
                  <a:pt x="504434" y="10033"/>
                </a:lnTo>
                <a:lnTo>
                  <a:pt x="503312" y="9991"/>
                </a:lnTo>
                <a:lnTo>
                  <a:pt x="502284" y="9251"/>
                </a:lnTo>
                <a:lnTo>
                  <a:pt x="501531" y="9337"/>
                </a:lnTo>
                <a:lnTo>
                  <a:pt x="499874" y="8860"/>
                </a:lnTo>
                <a:lnTo>
                  <a:pt x="498909" y="8991"/>
                </a:lnTo>
                <a:lnTo>
                  <a:pt x="498457" y="8128"/>
                </a:lnTo>
                <a:lnTo>
                  <a:pt x="497824" y="7620"/>
                </a:lnTo>
                <a:lnTo>
                  <a:pt x="496132" y="7260"/>
                </a:lnTo>
                <a:lnTo>
                  <a:pt x="493729" y="6115"/>
                </a:lnTo>
                <a:lnTo>
                  <a:pt x="493049" y="6358"/>
                </a:lnTo>
                <a:lnTo>
                  <a:pt x="491936" y="7218"/>
                </a:lnTo>
                <a:lnTo>
                  <a:pt x="491315" y="9508"/>
                </a:lnTo>
                <a:lnTo>
                  <a:pt x="490305" y="9734"/>
                </a:lnTo>
                <a:lnTo>
                  <a:pt x="488617" y="10654"/>
                </a:lnTo>
                <a:lnTo>
                  <a:pt x="488001" y="10638"/>
                </a:lnTo>
                <a:lnTo>
                  <a:pt x="485516" y="9882"/>
                </a:lnTo>
                <a:lnTo>
                  <a:pt x="484153" y="9220"/>
                </a:lnTo>
                <a:lnTo>
                  <a:pt x="482665" y="7947"/>
                </a:lnTo>
                <a:lnTo>
                  <a:pt x="482264" y="6665"/>
                </a:lnTo>
                <a:lnTo>
                  <a:pt x="479853" y="6397"/>
                </a:lnTo>
                <a:lnTo>
                  <a:pt x="479372" y="6155"/>
                </a:lnTo>
                <a:lnTo>
                  <a:pt x="477852" y="3183"/>
                </a:lnTo>
                <a:lnTo>
                  <a:pt x="477516" y="1267"/>
                </a:lnTo>
                <a:lnTo>
                  <a:pt x="476830" y="547"/>
                </a:lnTo>
                <a:lnTo>
                  <a:pt x="475803" y="432"/>
                </a:lnTo>
                <a:lnTo>
                  <a:pt x="472675" y="1024"/>
                </a:lnTo>
                <a:lnTo>
                  <a:pt x="471780" y="1301"/>
                </a:lnTo>
                <a:lnTo>
                  <a:pt x="470971" y="2120"/>
                </a:lnTo>
                <a:lnTo>
                  <a:pt x="470063" y="2257"/>
                </a:lnTo>
                <a:lnTo>
                  <a:pt x="468819" y="1944"/>
                </a:lnTo>
                <a:lnTo>
                  <a:pt x="467929" y="1130"/>
                </a:lnTo>
                <a:lnTo>
                  <a:pt x="467384" y="259"/>
                </a:lnTo>
                <a:lnTo>
                  <a:pt x="466379" y="0"/>
                </a:lnTo>
                <a:lnTo>
                  <a:pt x="464949" y="169"/>
                </a:lnTo>
                <a:lnTo>
                  <a:pt x="464004" y="557"/>
                </a:lnTo>
                <a:lnTo>
                  <a:pt x="464566" y="2152"/>
                </a:lnTo>
                <a:lnTo>
                  <a:pt x="460648" y="18739"/>
                </a:lnTo>
                <a:lnTo>
                  <a:pt x="461154" y="21017"/>
                </a:lnTo>
                <a:lnTo>
                  <a:pt x="458212" y="31027"/>
                </a:lnTo>
                <a:lnTo>
                  <a:pt x="458486" y="31855"/>
                </a:lnTo>
                <a:lnTo>
                  <a:pt x="457897" y="37049"/>
                </a:lnTo>
                <a:lnTo>
                  <a:pt x="456605" y="45426"/>
                </a:lnTo>
                <a:lnTo>
                  <a:pt x="455621" y="49463"/>
                </a:lnTo>
                <a:lnTo>
                  <a:pt x="455878" y="50360"/>
                </a:lnTo>
                <a:lnTo>
                  <a:pt x="455834" y="51763"/>
                </a:lnTo>
                <a:lnTo>
                  <a:pt x="455231" y="54605"/>
                </a:lnTo>
                <a:lnTo>
                  <a:pt x="454903" y="66602"/>
                </a:lnTo>
                <a:lnTo>
                  <a:pt x="453809" y="80731"/>
                </a:lnTo>
                <a:lnTo>
                  <a:pt x="454028" y="81834"/>
                </a:lnTo>
                <a:lnTo>
                  <a:pt x="384767" y="77201"/>
                </a:lnTo>
                <a:lnTo>
                  <a:pt x="354031" y="63784"/>
                </a:lnTo>
                <a:lnTo>
                  <a:pt x="343381" y="75104"/>
                </a:lnTo>
                <a:lnTo>
                  <a:pt x="337338" y="83053"/>
                </a:lnTo>
                <a:lnTo>
                  <a:pt x="333812" y="81907"/>
                </a:lnTo>
                <a:lnTo>
                  <a:pt x="328345" y="77259"/>
                </a:lnTo>
                <a:lnTo>
                  <a:pt x="328455" y="76845"/>
                </a:lnTo>
                <a:lnTo>
                  <a:pt x="328088" y="76276"/>
                </a:lnTo>
                <a:lnTo>
                  <a:pt x="325913" y="77094"/>
                </a:lnTo>
                <a:lnTo>
                  <a:pt x="325110" y="78259"/>
                </a:lnTo>
                <a:lnTo>
                  <a:pt x="323200" y="77384"/>
                </a:lnTo>
                <a:lnTo>
                  <a:pt x="321089" y="78055"/>
                </a:lnTo>
                <a:lnTo>
                  <a:pt x="320740" y="78343"/>
                </a:lnTo>
                <a:lnTo>
                  <a:pt x="320363" y="79411"/>
                </a:lnTo>
                <a:lnTo>
                  <a:pt x="320036" y="79616"/>
                </a:lnTo>
                <a:lnTo>
                  <a:pt x="319188" y="79279"/>
                </a:lnTo>
                <a:lnTo>
                  <a:pt x="318787" y="78336"/>
                </a:lnTo>
                <a:lnTo>
                  <a:pt x="318218" y="78395"/>
                </a:lnTo>
                <a:lnTo>
                  <a:pt x="317227" y="79233"/>
                </a:lnTo>
                <a:lnTo>
                  <a:pt x="316607" y="80610"/>
                </a:lnTo>
                <a:lnTo>
                  <a:pt x="315707" y="79660"/>
                </a:lnTo>
                <a:lnTo>
                  <a:pt x="315289" y="78677"/>
                </a:lnTo>
                <a:lnTo>
                  <a:pt x="314979" y="78608"/>
                </a:lnTo>
                <a:lnTo>
                  <a:pt x="314493" y="79029"/>
                </a:lnTo>
                <a:lnTo>
                  <a:pt x="314046" y="80174"/>
                </a:lnTo>
                <a:lnTo>
                  <a:pt x="311503" y="79818"/>
                </a:lnTo>
                <a:lnTo>
                  <a:pt x="311027" y="80076"/>
                </a:lnTo>
                <a:lnTo>
                  <a:pt x="310448" y="79853"/>
                </a:lnTo>
                <a:lnTo>
                  <a:pt x="309350" y="80643"/>
                </a:lnTo>
                <a:lnTo>
                  <a:pt x="308337" y="80985"/>
                </a:lnTo>
                <a:lnTo>
                  <a:pt x="307893" y="80685"/>
                </a:lnTo>
                <a:lnTo>
                  <a:pt x="307664" y="80106"/>
                </a:lnTo>
                <a:lnTo>
                  <a:pt x="307285" y="79948"/>
                </a:lnTo>
                <a:lnTo>
                  <a:pt x="306176" y="80914"/>
                </a:lnTo>
                <a:lnTo>
                  <a:pt x="305324" y="81193"/>
                </a:lnTo>
                <a:lnTo>
                  <a:pt x="305103" y="80710"/>
                </a:lnTo>
                <a:lnTo>
                  <a:pt x="305266" y="79896"/>
                </a:lnTo>
                <a:lnTo>
                  <a:pt x="304850" y="79336"/>
                </a:lnTo>
                <a:lnTo>
                  <a:pt x="305104" y="77708"/>
                </a:lnTo>
                <a:lnTo>
                  <a:pt x="304041" y="76669"/>
                </a:lnTo>
                <a:lnTo>
                  <a:pt x="302949" y="74989"/>
                </a:lnTo>
                <a:lnTo>
                  <a:pt x="303162" y="74207"/>
                </a:lnTo>
                <a:lnTo>
                  <a:pt x="302728" y="73000"/>
                </a:lnTo>
                <a:lnTo>
                  <a:pt x="303289" y="71921"/>
                </a:lnTo>
                <a:lnTo>
                  <a:pt x="303248" y="71055"/>
                </a:lnTo>
                <a:lnTo>
                  <a:pt x="303014" y="70896"/>
                </a:lnTo>
                <a:lnTo>
                  <a:pt x="302055" y="70906"/>
                </a:lnTo>
                <a:lnTo>
                  <a:pt x="301478" y="71312"/>
                </a:lnTo>
                <a:lnTo>
                  <a:pt x="301229" y="70861"/>
                </a:lnTo>
                <a:lnTo>
                  <a:pt x="300762" y="70848"/>
                </a:lnTo>
                <a:lnTo>
                  <a:pt x="300146" y="71231"/>
                </a:lnTo>
                <a:lnTo>
                  <a:pt x="297888" y="71546"/>
                </a:lnTo>
                <a:lnTo>
                  <a:pt x="297529" y="71192"/>
                </a:lnTo>
                <a:lnTo>
                  <a:pt x="297211" y="71759"/>
                </a:lnTo>
                <a:lnTo>
                  <a:pt x="296205" y="72017"/>
                </a:lnTo>
                <a:lnTo>
                  <a:pt x="294889" y="71681"/>
                </a:lnTo>
                <a:lnTo>
                  <a:pt x="294507" y="72781"/>
                </a:lnTo>
                <a:lnTo>
                  <a:pt x="294565" y="74746"/>
                </a:lnTo>
                <a:lnTo>
                  <a:pt x="294109" y="75072"/>
                </a:lnTo>
                <a:lnTo>
                  <a:pt x="293998" y="75891"/>
                </a:lnTo>
                <a:lnTo>
                  <a:pt x="293535" y="75493"/>
                </a:lnTo>
                <a:lnTo>
                  <a:pt x="293240" y="75515"/>
                </a:lnTo>
                <a:lnTo>
                  <a:pt x="293428" y="76542"/>
                </a:lnTo>
                <a:lnTo>
                  <a:pt x="292942" y="76698"/>
                </a:lnTo>
                <a:lnTo>
                  <a:pt x="292327" y="76480"/>
                </a:lnTo>
                <a:lnTo>
                  <a:pt x="291583" y="76887"/>
                </a:lnTo>
                <a:lnTo>
                  <a:pt x="291357" y="77952"/>
                </a:lnTo>
                <a:lnTo>
                  <a:pt x="291019" y="77955"/>
                </a:lnTo>
                <a:lnTo>
                  <a:pt x="290539" y="77472"/>
                </a:lnTo>
                <a:lnTo>
                  <a:pt x="289445" y="77411"/>
                </a:lnTo>
                <a:lnTo>
                  <a:pt x="288284" y="78015"/>
                </a:lnTo>
                <a:lnTo>
                  <a:pt x="288501" y="76679"/>
                </a:lnTo>
                <a:lnTo>
                  <a:pt x="289261" y="76542"/>
                </a:lnTo>
                <a:lnTo>
                  <a:pt x="289215" y="76312"/>
                </a:lnTo>
                <a:lnTo>
                  <a:pt x="288261" y="75645"/>
                </a:lnTo>
                <a:lnTo>
                  <a:pt x="288176" y="75101"/>
                </a:lnTo>
                <a:lnTo>
                  <a:pt x="287511" y="75700"/>
                </a:lnTo>
                <a:lnTo>
                  <a:pt x="286400" y="75455"/>
                </a:lnTo>
                <a:lnTo>
                  <a:pt x="286905" y="74429"/>
                </a:lnTo>
                <a:lnTo>
                  <a:pt x="285947" y="74720"/>
                </a:lnTo>
                <a:lnTo>
                  <a:pt x="285590" y="74314"/>
                </a:lnTo>
                <a:lnTo>
                  <a:pt x="286570" y="73748"/>
                </a:lnTo>
                <a:lnTo>
                  <a:pt x="286212" y="73573"/>
                </a:lnTo>
                <a:lnTo>
                  <a:pt x="285941" y="73065"/>
                </a:lnTo>
                <a:lnTo>
                  <a:pt x="284918" y="73386"/>
                </a:lnTo>
                <a:lnTo>
                  <a:pt x="284926" y="72704"/>
                </a:lnTo>
                <a:lnTo>
                  <a:pt x="284106" y="72029"/>
                </a:lnTo>
                <a:lnTo>
                  <a:pt x="283861" y="71105"/>
                </a:lnTo>
                <a:lnTo>
                  <a:pt x="282943" y="71378"/>
                </a:lnTo>
                <a:lnTo>
                  <a:pt x="282371" y="71287"/>
                </a:lnTo>
                <a:lnTo>
                  <a:pt x="282600" y="71703"/>
                </a:lnTo>
                <a:lnTo>
                  <a:pt x="283314" y="72103"/>
                </a:lnTo>
                <a:lnTo>
                  <a:pt x="283111" y="72922"/>
                </a:lnTo>
                <a:lnTo>
                  <a:pt x="281646" y="72837"/>
                </a:lnTo>
                <a:lnTo>
                  <a:pt x="281174" y="73149"/>
                </a:lnTo>
                <a:lnTo>
                  <a:pt x="280956" y="71952"/>
                </a:lnTo>
                <a:lnTo>
                  <a:pt x="280549" y="71975"/>
                </a:lnTo>
                <a:lnTo>
                  <a:pt x="280109" y="71181"/>
                </a:lnTo>
                <a:lnTo>
                  <a:pt x="279704" y="71007"/>
                </a:lnTo>
                <a:lnTo>
                  <a:pt x="280156" y="70033"/>
                </a:lnTo>
                <a:lnTo>
                  <a:pt x="279547" y="69515"/>
                </a:lnTo>
                <a:lnTo>
                  <a:pt x="279153" y="69529"/>
                </a:lnTo>
                <a:lnTo>
                  <a:pt x="278520" y="68552"/>
                </a:lnTo>
                <a:lnTo>
                  <a:pt x="277378" y="69671"/>
                </a:lnTo>
                <a:lnTo>
                  <a:pt x="277205" y="69196"/>
                </a:lnTo>
                <a:lnTo>
                  <a:pt x="277508" y="68799"/>
                </a:lnTo>
                <a:lnTo>
                  <a:pt x="277059" y="67798"/>
                </a:lnTo>
                <a:lnTo>
                  <a:pt x="276202" y="67849"/>
                </a:lnTo>
                <a:lnTo>
                  <a:pt x="275285" y="68474"/>
                </a:lnTo>
                <a:lnTo>
                  <a:pt x="274864" y="67844"/>
                </a:lnTo>
                <a:lnTo>
                  <a:pt x="275021" y="67536"/>
                </a:lnTo>
                <a:lnTo>
                  <a:pt x="274889" y="66882"/>
                </a:lnTo>
                <a:lnTo>
                  <a:pt x="274274" y="67064"/>
                </a:lnTo>
                <a:lnTo>
                  <a:pt x="273905" y="66449"/>
                </a:lnTo>
                <a:lnTo>
                  <a:pt x="274059" y="66011"/>
                </a:lnTo>
                <a:lnTo>
                  <a:pt x="273915" y="65893"/>
                </a:lnTo>
                <a:lnTo>
                  <a:pt x="273242" y="66225"/>
                </a:lnTo>
                <a:lnTo>
                  <a:pt x="272348" y="65729"/>
                </a:lnTo>
                <a:lnTo>
                  <a:pt x="265691" y="66123"/>
                </a:lnTo>
                <a:lnTo>
                  <a:pt x="254852" y="71224"/>
                </a:lnTo>
                <a:lnTo>
                  <a:pt x="250611" y="71736"/>
                </a:lnTo>
                <a:lnTo>
                  <a:pt x="249675" y="71337"/>
                </a:lnTo>
                <a:lnTo>
                  <a:pt x="248983" y="71351"/>
                </a:lnTo>
                <a:lnTo>
                  <a:pt x="248235" y="70646"/>
                </a:lnTo>
                <a:lnTo>
                  <a:pt x="246125" y="69490"/>
                </a:lnTo>
                <a:lnTo>
                  <a:pt x="242099" y="68841"/>
                </a:lnTo>
                <a:lnTo>
                  <a:pt x="238834" y="69823"/>
                </a:lnTo>
                <a:lnTo>
                  <a:pt x="237545" y="70526"/>
                </a:lnTo>
                <a:lnTo>
                  <a:pt x="237472" y="70853"/>
                </a:lnTo>
                <a:lnTo>
                  <a:pt x="236928" y="70641"/>
                </a:lnTo>
                <a:lnTo>
                  <a:pt x="236382" y="70853"/>
                </a:lnTo>
                <a:lnTo>
                  <a:pt x="235657" y="70555"/>
                </a:lnTo>
                <a:lnTo>
                  <a:pt x="234929" y="70946"/>
                </a:lnTo>
                <a:lnTo>
                  <a:pt x="232824" y="70507"/>
                </a:lnTo>
                <a:lnTo>
                  <a:pt x="231841" y="68728"/>
                </a:lnTo>
                <a:lnTo>
                  <a:pt x="232280" y="61474"/>
                </a:lnTo>
                <a:lnTo>
                  <a:pt x="228114" y="61899"/>
                </a:lnTo>
                <a:lnTo>
                  <a:pt x="223864" y="60660"/>
                </a:lnTo>
                <a:lnTo>
                  <a:pt x="223813" y="63858"/>
                </a:lnTo>
                <a:lnTo>
                  <a:pt x="223374" y="67772"/>
                </a:lnTo>
                <a:lnTo>
                  <a:pt x="217978" y="65557"/>
                </a:lnTo>
                <a:lnTo>
                  <a:pt x="216405" y="65856"/>
                </a:lnTo>
                <a:lnTo>
                  <a:pt x="214086" y="68225"/>
                </a:lnTo>
                <a:lnTo>
                  <a:pt x="211282" y="67609"/>
                </a:lnTo>
                <a:lnTo>
                  <a:pt x="211048" y="69817"/>
                </a:lnTo>
                <a:lnTo>
                  <a:pt x="210597" y="70508"/>
                </a:lnTo>
                <a:lnTo>
                  <a:pt x="210701" y="73365"/>
                </a:lnTo>
                <a:lnTo>
                  <a:pt x="210479" y="76299"/>
                </a:lnTo>
                <a:lnTo>
                  <a:pt x="205661" y="76910"/>
                </a:lnTo>
                <a:lnTo>
                  <a:pt x="203898" y="77932"/>
                </a:lnTo>
                <a:lnTo>
                  <a:pt x="203158" y="75414"/>
                </a:lnTo>
                <a:lnTo>
                  <a:pt x="198861" y="73563"/>
                </a:lnTo>
                <a:lnTo>
                  <a:pt x="197604" y="75708"/>
                </a:lnTo>
                <a:lnTo>
                  <a:pt x="195822" y="77134"/>
                </a:lnTo>
                <a:lnTo>
                  <a:pt x="193986" y="78534"/>
                </a:lnTo>
                <a:lnTo>
                  <a:pt x="193254" y="78442"/>
                </a:lnTo>
                <a:lnTo>
                  <a:pt x="191714" y="79189"/>
                </a:lnTo>
                <a:lnTo>
                  <a:pt x="192229" y="79975"/>
                </a:lnTo>
                <a:lnTo>
                  <a:pt x="191974" y="81141"/>
                </a:lnTo>
                <a:lnTo>
                  <a:pt x="190569" y="82542"/>
                </a:lnTo>
                <a:lnTo>
                  <a:pt x="186226" y="78000"/>
                </a:lnTo>
                <a:lnTo>
                  <a:pt x="182816" y="74929"/>
                </a:lnTo>
                <a:lnTo>
                  <a:pt x="181687" y="75142"/>
                </a:lnTo>
                <a:lnTo>
                  <a:pt x="180182" y="74378"/>
                </a:lnTo>
                <a:lnTo>
                  <a:pt x="177774" y="76485"/>
                </a:lnTo>
                <a:lnTo>
                  <a:pt x="176877" y="77588"/>
                </a:lnTo>
                <a:lnTo>
                  <a:pt x="175887" y="77942"/>
                </a:lnTo>
                <a:lnTo>
                  <a:pt x="174620" y="77469"/>
                </a:lnTo>
                <a:lnTo>
                  <a:pt x="173682" y="78681"/>
                </a:lnTo>
                <a:lnTo>
                  <a:pt x="172480" y="79122"/>
                </a:lnTo>
                <a:lnTo>
                  <a:pt x="169518" y="77495"/>
                </a:lnTo>
                <a:lnTo>
                  <a:pt x="167258" y="74909"/>
                </a:lnTo>
                <a:lnTo>
                  <a:pt x="164029" y="73445"/>
                </a:lnTo>
                <a:lnTo>
                  <a:pt x="158624" y="71507"/>
                </a:lnTo>
                <a:lnTo>
                  <a:pt x="157360" y="74573"/>
                </a:lnTo>
                <a:lnTo>
                  <a:pt x="155749" y="76433"/>
                </a:lnTo>
                <a:lnTo>
                  <a:pt x="154509" y="76328"/>
                </a:lnTo>
                <a:lnTo>
                  <a:pt x="154008" y="75697"/>
                </a:lnTo>
                <a:lnTo>
                  <a:pt x="153851" y="74857"/>
                </a:lnTo>
                <a:lnTo>
                  <a:pt x="151090" y="75948"/>
                </a:lnTo>
                <a:lnTo>
                  <a:pt x="148284" y="74943"/>
                </a:lnTo>
                <a:lnTo>
                  <a:pt x="147401" y="74945"/>
                </a:lnTo>
                <a:lnTo>
                  <a:pt x="146558" y="76733"/>
                </a:lnTo>
                <a:lnTo>
                  <a:pt x="146664" y="77795"/>
                </a:lnTo>
                <a:lnTo>
                  <a:pt x="146292" y="78890"/>
                </a:lnTo>
                <a:lnTo>
                  <a:pt x="144996" y="79349"/>
                </a:lnTo>
                <a:lnTo>
                  <a:pt x="144502" y="80056"/>
                </a:lnTo>
                <a:lnTo>
                  <a:pt x="144526" y="82599"/>
                </a:lnTo>
                <a:lnTo>
                  <a:pt x="143337" y="83073"/>
                </a:lnTo>
                <a:lnTo>
                  <a:pt x="143195" y="83607"/>
                </a:lnTo>
                <a:lnTo>
                  <a:pt x="142845" y="83867"/>
                </a:lnTo>
                <a:lnTo>
                  <a:pt x="142780" y="85543"/>
                </a:lnTo>
                <a:lnTo>
                  <a:pt x="141942" y="86196"/>
                </a:lnTo>
                <a:lnTo>
                  <a:pt x="140979" y="86290"/>
                </a:lnTo>
                <a:lnTo>
                  <a:pt x="140517" y="87314"/>
                </a:lnTo>
                <a:lnTo>
                  <a:pt x="139743" y="87523"/>
                </a:lnTo>
                <a:lnTo>
                  <a:pt x="137281" y="86538"/>
                </a:lnTo>
                <a:lnTo>
                  <a:pt x="135342" y="84936"/>
                </a:lnTo>
                <a:lnTo>
                  <a:pt x="135251" y="84634"/>
                </a:lnTo>
                <a:lnTo>
                  <a:pt x="131826" y="85796"/>
                </a:lnTo>
                <a:lnTo>
                  <a:pt x="129107" y="87953"/>
                </a:lnTo>
                <a:lnTo>
                  <a:pt x="127906" y="87394"/>
                </a:lnTo>
                <a:lnTo>
                  <a:pt x="127086" y="89006"/>
                </a:lnTo>
                <a:lnTo>
                  <a:pt x="128622" y="90429"/>
                </a:lnTo>
                <a:lnTo>
                  <a:pt x="131086" y="91754"/>
                </a:lnTo>
                <a:lnTo>
                  <a:pt x="130090" y="91941"/>
                </a:lnTo>
                <a:lnTo>
                  <a:pt x="129607" y="91755"/>
                </a:lnTo>
                <a:lnTo>
                  <a:pt x="127942" y="93341"/>
                </a:lnTo>
                <a:lnTo>
                  <a:pt x="127909" y="95185"/>
                </a:lnTo>
                <a:lnTo>
                  <a:pt x="127650" y="95732"/>
                </a:lnTo>
                <a:lnTo>
                  <a:pt x="128060" y="96534"/>
                </a:lnTo>
                <a:lnTo>
                  <a:pt x="129763" y="97549"/>
                </a:lnTo>
                <a:lnTo>
                  <a:pt x="131434" y="96869"/>
                </a:lnTo>
                <a:lnTo>
                  <a:pt x="132470" y="97486"/>
                </a:lnTo>
                <a:lnTo>
                  <a:pt x="132657" y="97876"/>
                </a:lnTo>
                <a:lnTo>
                  <a:pt x="134578" y="98228"/>
                </a:lnTo>
                <a:lnTo>
                  <a:pt x="134582" y="98612"/>
                </a:lnTo>
                <a:lnTo>
                  <a:pt x="135532" y="99811"/>
                </a:lnTo>
                <a:lnTo>
                  <a:pt x="135567" y="100557"/>
                </a:lnTo>
                <a:lnTo>
                  <a:pt x="136262" y="101422"/>
                </a:lnTo>
                <a:lnTo>
                  <a:pt x="136351" y="102551"/>
                </a:lnTo>
                <a:lnTo>
                  <a:pt x="137493" y="103586"/>
                </a:lnTo>
                <a:lnTo>
                  <a:pt x="137870" y="105862"/>
                </a:lnTo>
                <a:lnTo>
                  <a:pt x="137396" y="106736"/>
                </a:lnTo>
                <a:lnTo>
                  <a:pt x="137163" y="108047"/>
                </a:lnTo>
                <a:lnTo>
                  <a:pt x="137889" y="109602"/>
                </a:lnTo>
                <a:lnTo>
                  <a:pt x="137247" y="109995"/>
                </a:lnTo>
                <a:lnTo>
                  <a:pt x="136311" y="109257"/>
                </a:lnTo>
                <a:lnTo>
                  <a:pt x="135840" y="109319"/>
                </a:lnTo>
                <a:lnTo>
                  <a:pt x="134109" y="110202"/>
                </a:lnTo>
                <a:lnTo>
                  <a:pt x="133805" y="110586"/>
                </a:lnTo>
                <a:lnTo>
                  <a:pt x="133119" y="110729"/>
                </a:lnTo>
                <a:lnTo>
                  <a:pt x="132583" y="112091"/>
                </a:lnTo>
                <a:lnTo>
                  <a:pt x="131394" y="110731"/>
                </a:lnTo>
                <a:lnTo>
                  <a:pt x="130616" y="110939"/>
                </a:lnTo>
                <a:lnTo>
                  <a:pt x="130099" y="111871"/>
                </a:lnTo>
                <a:lnTo>
                  <a:pt x="130026" y="112615"/>
                </a:lnTo>
                <a:lnTo>
                  <a:pt x="129585" y="112442"/>
                </a:lnTo>
                <a:lnTo>
                  <a:pt x="128822" y="112748"/>
                </a:lnTo>
                <a:lnTo>
                  <a:pt x="128309" y="113833"/>
                </a:lnTo>
                <a:lnTo>
                  <a:pt x="128442" y="114021"/>
                </a:lnTo>
                <a:lnTo>
                  <a:pt x="128087" y="114434"/>
                </a:lnTo>
                <a:lnTo>
                  <a:pt x="127569" y="114791"/>
                </a:lnTo>
                <a:lnTo>
                  <a:pt x="127192" y="114569"/>
                </a:lnTo>
                <a:lnTo>
                  <a:pt x="126476" y="115013"/>
                </a:lnTo>
                <a:lnTo>
                  <a:pt x="126642" y="115163"/>
                </a:lnTo>
                <a:lnTo>
                  <a:pt x="125084" y="116125"/>
                </a:lnTo>
                <a:lnTo>
                  <a:pt x="123179" y="115528"/>
                </a:lnTo>
                <a:lnTo>
                  <a:pt x="122259" y="115682"/>
                </a:lnTo>
                <a:lnTo>
                  <a:pt x="121197" y="117513"/>
                </a:lnTo>
                <a:lnTo>
                  <a:pt x="121571" y="119062"/>
                </a:lnTo>
                <a:lnTo>
                  <a:pt x="120881" y="120182"/>
                </a:lnTo>
                <a:lnTo>
                  <a:pt x="120903" y="120657"/>
                </a:lnTo>
                <a:lnTo>
                  <a:pt x="121964" y="121826"/>
                </a:lnTo>
                <a:lnTo>
                  <a:pt x="122784" y="122271"/>
                </a:lnTo>
                <a:lnTo>
                  <a:pt x="123006" y="122565"/>
                </a:lnTo>
                <a:lnTo>
                  <a:pt x="122963" y="123346"/>
                </a:lnTo>
                <a:lnTo>
                  <a:pt x="124112" y="124852"/>
                </a:lnTo>
                <a:lnTo>
                  <a:pt x="124920" y="125327"/>
                </a:lnTo>
                <a:lnTo>
                  <a:pt x="126249" y="125471"/>
                </a:lnTo>
                <a:lnTo>
                  <a:pt x="126066" y="128365"/>
                </a:lnTo>
                <a:lnTo>
                  <a:pt x="126559" y="129090"/>
                </a:lnTo>
                <a:lnTo>
                  <a:pt x="126213" y="129297"/>
                </a:lnTo>
                <a:lnTo>
                  <a:pt x="125988" y="129920"/>
                </a:lnTo>
                <a:lnTo>
                  <a:pt x="126207" y="130578"/>
                </a:lnTo>
                <a:lnTo>
                  <a:pt x="125965" y="131975"/>
                </a:lnTo>
                <a:lnTo>
                  <a:pt x="125278" y="133219"/>
                </a:lnTo>
                <a:lnTo>
                  <a:pt x="125723" y="134899"/>
                </a:lnTo>
                <a:lnTo>
                  <a:pt x="124933" y="135556"/>
                </a:lnTo>
                <a:lnTo>
                  <a:pt x="124960" y="136405"/>
                </a:lnTo>
                <a:lnTo>
                  <a:pt x="125969" y="137247"/>
                </a:lnTo>
                <a:lnTo>
                  <a:pt x="125511" y="137805"/>
                </a:lnTo>
                <a:lnTo>
                  <a:pt x="125649" y="138564"/>
                </a:lnTo>
                <a:lnTo>
                  <a:pt x="126170" y="138682"/>
                </a:lnTo>
                <a:lnTo>
                  <a:pt x="126802" y="139847"/>
                </a:lnTo>
                <a:lnTo>
                  <a:pt x="125913" y="140631"/>
                </a:lnTo>
                <a:lnTo>
                  <a:pt x="125795" y="141102"/>
                </a:lnTo>
                <a:lnTo>
                  <a:pt x="127664" y="141374"/>
                </a:lnTo>
                <a:lnTo>
                  <a:pt x="128246" y="142087"/>
                </a:lnTo>
                <a:lnTo>
                  <a:pt x="128616" y="143239"/>
                </a:lnTo>
                <a:lnTo>
                  <a:pt x="128301" y="143853"/>
                </a:lnTo>
                <a:lnTo>
                  <a:pt x="127392" y="143945"/>
                </a:lnTo>
                <a:lnTo>
                  <a:pt x="127226" y="143768"/>
                </a:lnTo>
                <a:lnTo>
                  <a:pt x="126387" y="144199"/>
                </a:lnTo>
                <a:lnTo>
                  <a:pt x="125992" y="144739"/>
                </a:lnTo>
                <a:lnTo>
                  <a:pt x="125453" y="144329"/>
                </a:lnTo>
                <a:lnTo>
                  <a:pt x="124622" y="144807"/>
                </a:lnTo>
                <a:lnTo>
                  <a:pt x="124371" y="145315"/>
                </a:lnTo>
                <a:lnTo>
                  <a:pt x="123609" y="145654"/>
                </a:lnTo>
                <a:lnTo>
                  <a:pt x="123474" y="146401"/>
                </a:lnTo>
                <a:lnTo>
                  <a:pt x="123094" y="146893"/>
                </a:lnTo>
                <a:lnTo>
                  <a:pt x="122945" y="148016"/>
                </a:lnTo>
                <a:lnTo>
                  <a:pt x="123448" y="148753"/>
                </a:lnTo>
                <a:lnTo>
                  <a:pt x="124194" y="150851"/>
                </a:lnTo>
                <a:lnTo>
                  <a:pt x="123624" y="151342"/>
                </a:lnTo>
                <a:lnTo>
                  <a:pt x="121940" y="151065"/>
                </a:lnTo>
                <a:lnTo>
                  <a:pt x="122255" y="152025"/>
                </a:lnTo>
                <a:lnTo>
                  <a:pt x="121578" y="152500"/>
                </a:lnTo>
                <a:lnTo>
                  <a:pt x="121816" y="154197"/>
                </a:lnTo>
                <a:lnTo>
                  <a:pt x="121580" y="155013"/>
                </a:lnTo>
                <a:lnTo>
                  <a:pt x="121168" y="155068"/>
                </a:lnTo>
                <a:lnTo>
                  <a:pt x="121097" y="155779"/>
                </a:lnTo>
                <a:lnTo>
                  <a:pt x="121676" y="156236"/>
                </a:lnTo>
                <a:lnTo>
                  <a:pt x="122128" y="157070"/>
                </a:lnTo>
                <a:lnTo>
                  <a:pt x="120852" y="158798"/>
                </a:lnTo>
                <a:lnTo>
                  <a:pt x="120269" y="159087"/>
                </a:lnTo>
                <a:lnTo>
                  <a:pt x="119313" y="160369"/>
                </a:lnTo>
                <a:lnTo>
                  <a:pt x="118192" y="161008"/>
                </a:lnTo>
                <a:lnTo>
                  <a:pt x="117161" y="160586"/>
                </a:lnTo>
                <a:lnTo>
                  <a:pt x="116712" y="161265"/>
                </a:lnTo>
                <a:lnTo>
                  <a:pt x="117270" y="161482"/>
                </a:lnTo>
                <a:lnTo>
                  <a:pt x="118006" y="162407"/>
                </a:lnTo>
                <a:lnTo>
                  <a:pt x="117157" y="163561"/>
                </a:lnTo>
                <a:lnTo>
                  <a:pt x="118120" y="164317"/>
                </a:lnTo>
                <a:lnTo>
                  <a:pt x="119337" y="164588"/>
                </a:lnTo>
                <a:lnTo>
                  <a:pt x="120160" y="166925"/>
                </a:lnTo>
                <a:lnTo>
                  <a:pt x="119731" y="167241"/>
                </a:lnTo>
                <a:lnTo>
                  <a:pt x="119300" y="166916"/>
                </a:lnTo>
                <a:lnTo>
                  <a:pt x="118304" y="166994"/>
                </a:lnTo>
                <a:lnTo>
                  <a:pt x="117853" y="166801"/>
                </a:lnTo>
                <a:lnTo>
                  <a:pt x="115970" y="168231"/>
                </a:lnTo>
                <a:lnTo>
                  <a:pt x="113633" y="172610"/>
                </a:lnTo>
                <a:lnTo>
                  <a:pt x="113979" y="176016"/>
                </a:lnTo>
                <a:lnTo>
                  <a:pt x="110540" y="180901"/>
                </a:lnTo>
                <a:lnTo>
                  <a:pt x="112507" y="184564"/>
                </a:lnTo>
                <a:lnTo>
                  <a:pt x="115721" y="188093"/>
                </a:lnTo>
                <a:lnTo>
                  <a:pt x="115244" y="189488"/>
                </a:lnTo>
                <a:lnTo>
                  <a:pt x="116186" y="193922"/>
                </a:lnTo>
                <a:lnTo>
                  <a:pt x="115171" y="195854"/>
                </a:lnTo>
                <a:lnTo>
                  <a:pt x="116447" y="196506"/>
                </a:lnTo>
                <a:lnTo>
                  <a:pt x="116123" y="202169"/>
                </a:lnTo>
                <a:lnTo>
                  <a:pt x="110867" y="203301"/>
                </a:lnTo>
                <a:lnTo>
                  <a:pt x="108264" y="207904"/>
                </a:lnTo>
                <a:lnTo>
                  <a:pt x="110304" y="209595"/>
                </a:lnTo>
                <a:lnTo>
                  <a:pt x="109522" y="212181"/>
                </a:lnTo>
                <a:lnTo>
                  <a:pt x="100712" y="214547"/>
                </a:lnTo>
                <a:lnTo>
                  <a:pt x="99643" y="212705"/>
                </a:lnTo>
                <a:lnTo>
                  <a:pt x="93729" y="215383"/>
                </a:lnTo>
                <a:lnTo>
                  <a:pt x="89843" y="216302"/>
                </a:lnTo>
                <a:lnTo>
                  <a:pt x="89188" y="219259"/>
                </a:lnTo>
                <a:lnTo>
                  <a:pt x="86132" y="222300"/>
                </a:lnTo>
                <a:lnTo>
                  <a:pt x="83047" y="223890"/>
                </a:lnTo>
                <a:lnTo>
                  <a:pt x="83036" y="225664"/>
                </a:lnTo>
                <a:lnTo>
                  <a:pt x="81513" y="226753"/>
                </a:lnTo>
                <a:lnTo>
                  <a:pt x="79350" y="232557"/>
                </a:lnTo>
                <a:lnTo>
                  <a:pt x="73569" y="231662"/>
                </a:lnTo>
                <a:lnTo>
                  <a:pt x="71189" y="234149"/>
                </a:lnTo>
                <a:lnTo>
                  <a:pt x="68459" y="235776"/>
                </a:lnTo>
                <a:lnTo>
                  <a:pt x="65754" y="236950"/>
                </a:lnTo>
                <a:lnTo>
                  <a:pt x="65992" y="239726"/>
                </a:lnTo>
                <a:lnTo>
                  <a:pt x="61276" y="241771"/>
                </a:lnTo>
                <a:lnTo>
                  <a:pt x="58258" y="240670"/>
                </a:lnTo>
                <a:lnTo>
                  <a:pt x="57247" y="240926"/>
                </a:lnTo>
                <a:lnTo>
                  <a:pt x="55496" y="239434"/>
                </a:lnTo>
                <a:lnTo>
                  <a:pt x="52478" y="244365"/>
                </a:lnTo>
                <a:lnTo>
                  <a:pt x="46896" y="250173"/>
                </a:lnTo>
                <a:lnTo>
                  <a:pt x="50234" y="254383"/>
                </a:lnTo>
                <a:lnTo>
                  <a:pt x="47241" y="258446"/>
                </a:lnTo>
                <a:lnTo>
                  <a:pt x="44746" y="257967"/>
                </a:lnTo>
                <a:lnTo>
                  <a:pt x="43737" y="255883"/>
                </a:lnTo>
                <a:lnTo>
                  <a:pt x="42313" y="257772"/>
                </a:lnTo>
                <a:lnTo>
                  <a:pt x="38387" y="261505"/>
                </a:lnTo>
                <a:lnTo>
                  <a:pt x="33045" y="257870"/>
                </a:lnTo>
                <a:lnTo>
                  <a:pt x="15501" y="261910"/>
                </a:lnTo>
                <a:lnTo>
                  <a:pt x="13550" y="265475"/>
                </a:lnTo>
                <a:lnTo>
                  <a:pt x="14160" y="266811"/>
                </a:lnTo>
                <a:lnTo>
                  <a:pt x="12725" y="267110"/>
                </a:lnTo>
                <a:lnTo>
                  <a:pt x="11642" y="267996"/>
                </a:lnTo>
                <a:lnTo>
                  <a:pt x="11319" y="269200"/>
                </a:lnTo>
                <a:lnTo>
                  <a:pt x="10976" y="269470"/>
                </a:lnTo>
                <a:lnTo>
                  <a:pt x="10435" y="270864"/>
                </a:lnTo>
                <a:lnTo>
                  <a:pt x="10920" y="272063"/>
                </a:lnTo>
                <a:lnTo>
                  <a:pt x="10574" y="274013"/>
                </a:lnTo>
                <a:lnTo>
                  <a:pt x="9553" y="274444"/>
                </a:lnTo>
                <a:lnTo>
                  <a:pt x="9382" y="274940"/>
                </a:lnTo>
                <a:lnTo>
                  <a:pt x="8473" y="275407"/>
                </a:lnTo>
                <a:lnTo>
                  <a:pt x="8119" y="275995"/>
                </a:lnTo>
                <a:lnTo>
                  <a:pt x="7547" y="275953"/>
                </a:lnTo>
                <a:lnTo>
                  <a:pt x="6476" y="277211"/>
                </a:lnTo>
                <a:lnTo>
                  <a:pt x="5574" y="278732"/>
                </a:lnTo>
                <a:lnTo>
                  <a:pt x="4759" y="279623"/>
                </a:lnTo>
                <a:lnTo>
                  <a:pt x="4143" y="279631"/>
                </a:lnTo>
                <a:lnTo>
                  <a:pt x="3857" y="280187"/>
                </a:lnTo>
                <a:lnTo>
                  <a:pt x="3694" y="280804"/>
                </a:lnTo>
                <a:lnTo>
                  <a:pt x="4171" y="282190"/>
                </a:lnTo>
                <a:lnTo>
                  <a:pt x="2784" y="288848"/>
                </a:lnTo>
                <a:lnTo>
                  <a:pt x="2665" y="289100"/>
                </a:lnTo>
                <a:lnTo>
                  <a:pt x="1472" y="289402"/>
                </a:lnTo>
                <a:lnTo>
                  <a:pt x="0" y="292897"/>
                </a:lnTo>
                <a:lnTo>
                  <a:pt x="13" y="293179"/>
                </a:lnTo>
                <a:lnTo>
                  <a:pt x="948" y="293559"/>
                </a:lnTo>
                <a:lnTo>
                  <a:pt x="2044" y="293663"/>
                </a:lnTo>
                <a:lnTo>
                  <a:pt x="2864" y="292279"/>
                </a:lnTo>
                <a:lnTo>
                  <a:pt x="4713" y="291202"/>
                </a:lnTo>
                <a:lnTo>
                  <a:pt x="4908" y="291440"/>
                </a:lnTo>
                <a:lnTo>
                  <a:pt x="5557" y="291486"/>
                </a:lnTo>
                <a:lnTo>
                  <a:pt x="5953" y="292103"/>
                </a:lnTo>
                <a:lnTo>
                  <a:pt x="5918" y="293011"/>
                </a:lnTo>
                <a:lnTo>
                  <a:pt x="6710" y="293155"/>
                </a:lnTo>
                <a:lnTo>
                  <a:pt x="8245" y="293899"/>
                </a:lnTo>
                <a:lnTo>
                  <a:pt x="9856" y="295209"/>
                </a:lnTo>
                <a:lnTo>
                  <a:pt x="10029" y="295954"/>
                </a:lnTo>
                <a:lnTo>
                  <a:pt x="9584" y="295986"/>
                </a:lnTo>
                <a:lnTo>
                  <a:pt x="9154" y="295615"/>
                </a:lnTo>
                <a:lnTo>
                  <a:pt x="8675" y="296629"/>
                </a:lnTo>
                <a:lnTo>
                  <a:pt x="8149" y="296634"/>
                </a:lnTo>
                <a:lnTo>
                  <a:pt x="10320" y="297707"/>
                </a:lnTo>
                <a:lnTo>
                  <a:pt x="10450" y="298722"/>
                </a:lnTo>
                <a:lnTo>
                  <a:pt x="9215" y="299044"/>
                </a:lnTo>
                <a:lnTo>
                  <a:pt x="8636" y="298731"/>
                </a:lnTo>
                <a:lnTo>
                  <a:pt x="8341" y="299033"/>
                </a:lnTo>
                <a:lnTo>
                  <a:pt x="8408" y="299465"/>
                </a:lnTo>
                <a:lnTo>
                  <a:pt x="7679" y="299474"/>
                </a:lnTo>
                <a:lnTo>
                  <a:pt x="6567" y="299933"/>
                </a:lnTo>
                <a:lnTo>
                  <a:pt x="6859" y="300642"/>
                </a:lnTo>
                <a:lnTo>
                  <a:pt x="7798" y="301195"/>
                </a:lnTo>
                <a:lnTo>
                  <a:pt x="8378" y="301224"/>
                </a:lnTo>
                <a:lnTo>
                  <a:pt x="9026" y="300929"/>
                </a:lnTo>
                <a:lnTo>
                  <a:pt x="8724" y="301766"/>
                </a:lnTo>
                <a:lnTo>
                  <a:pt x="9872" y="302055"/>
                </a:lnTo>
                <a:lnTo>
                  <a:pt x="9730" y="302376"/>
                </a:lnTo>
                <a:lnTo>
                  <a:pt x="10183" y="302625"/>
                </a:lnTo>
                <a:lnTo>
                  <a:pt x="9782" y="303459"/>
                </a:lnTo>
                <a:lnTo>
                  <a:pt x="10030" y="304592"/>
                </a:lnTo>
                <a:lnTo>
                  <a:pt x="9571" y="304923"/>
                </a:lnTo>
                <a:lnTo>
                  <a:pt x="9782" y="305450"/>
                </a:lnTo>
                <a:lnTo>
                  <a:pt x="10432" y="305951"/>
                </a:lnTo>
                <a:lnTo>
                  <a:pt x="10695" y="306640"/>
                </a:lnTo>
                <a:lnTo>
                  <a:pt x="10551" y="306913"/>
                </a:lnTo>
                <a:lnTo>
                  <a:pt x="9767" y="306676"/>
                </a:lnTo>
                <a:lnTo>
                  <a:pt x="9294" y="306850"/>
                </a:lnTo>
                <a:lnTo>
                  <a:pt x="9460" y="307121"/>
                </a:lnTo>
                <a:lnTo>
                  <a:pt x="8733" y="307571"/>
                </a:lnTo>
                <a:lnTo>
                  <a:pt x="8763" y="308013"/>
                </a:lnTo>
                <a:lnTo>
                  <a:pt x="9949" y="309112"/>
                </a:lnTo>
                <a:lnTo>
                  <a:pt x="10666" y="308960"/>
                </a:lnTo>
                <a:lnTo>
                  <a:pt x="11291" y="309267"/>
                </a:lnTo>
                <a:lnTo>
                  <a:pt x="11864" y="309159"/>
                </a:lnTo>
                <a:lnTo>
                  <a:pt x="11701" y="309362"/>
                </a:lnTo>
                <a:lnTo>
                  <a:pt x="11970" y="309563"/>
                </a:lnTo>
                <a:lnTo>
                  <a:pt x="11129" y="310419"/>
                </a:lnTo>
                <a:lnTo>
                  <a:pt x="11675" y="311136"/>
                </a:lnTo>
                <a:lnTo>
                  <a:pt x="12090" y="311322"/>
                </a:lnTo>
                <a:lnTo>
                  <a:pt x="11862" y="311688"/>
                </a:lnTo>
                <a:lnTo>
                  <a:pt x="12013" y="312110"/>
                </a:lnTo>
                <a:lnTo>
                  <a:pt x="13444" y="312837"/>
                </a:lnTo>
                <a:lnTo>
                  <a:pt x="13464" y="314889"/>
                </a:lnTo>
                <a:lnTo>
                  <a:pt x="13122" y="315358"/>
                </a:lnTo>
                <a:lnTo>
                  <a:pt x="14129" y="316645"/>
                </a:lnTo>
                <a:lnTo>
                  <a:pt x="15020" y="316855"/>
                </a:lnTo>
                <a:lnTo>
                  <a:pt x="15637" y="316640"/>
                </a:lnTo>
                <a:lnTo>
                  <a:pt x="16176" y="315197"/>
                </a:lnTo>
                <a:lnTo>
                  <a:pt x="17508" y="314824"/>
                </a:lnTo>
                <a:lnTo>
                  <a:pt x="17815" y="314046"/>
                </a:lnTo>
                <a:lnTo>
                  <a:pt x="18747" y="314040"/>
                </a:lnTo>
                <a:lnTo>
                  <a:pt x="18953" y="313578"/>
                </a:lnTo>
                <a:lnTo>
                  <a:pt x="18504" y="312908"/>
                </a:lnTo>
                <a:lnTo>
                  <a:pt x="18725" y="312417"/>
                </a:lnTo>
                <a:lnTo>
                  <a:pt x="18548" y="312196"/>
                </a:lnTo>
                <a:lnTo>
                  <a:pt x="18837" y="312108"/>
                </a:lnTo>
                <a:lnTo>
                  <a:pt x="18684" y="311955"/>
                </a:lnTo>
                <a:lnTo>
                  <a:pt x="18872" y="311808"/>
                </a:lnTo>
                <a:lnTo>
                  <a:pt x="19830" y="311597"/>
                </a:lnTo>
                <a:lnTo>
                  <a:pt x="21216" y="312630"/>
                </a:lnTo>
                <a:lnTo>
                  <a:pt x="21143" y="314277"/>
                </a:lnTo>
                <a:lnTo>
                  <a:pt x="22330" y="315491"/>
                </a:lnTo>
                <a:lnTo>
                  <a:pt x="22482" y="315886"/>
                </a:lnTo>
                <a:lnTo>
                  <a:pt x="22340" y="316423"/>
                </a:lnTo>
                <a:lnTo>
                  <a:pt x="22760" y="317055"/>
                </a:lnTo>
                <a:lnTo>
                  <a:pt x="23833" y="316952"/>
                </a:lnTo>
                <a:lnTo>
                  <a:pt x="25090" y="317698"/>
                </a:lnTo>
                <a:lnTo>
                  <a:pt x="25377" y="317352"/>
                </a:lnTo>
                <a:lnTo>
                  <a:pt x="25936" y="317289"/>
                </a:lnTo>
                <a:lnTo>
                  <a:pt x="26958" y="317782"/>
                </a:lnTo>
                <a:lnTo>
                  <a:pt x="27900" y="317747"/>
                </a:lnTo>
                <a:lnTo>
                  <a:pt x="27106" y="318456"/>
                </a:lnTo>
                <a:lnTo>
                  <a:pt x="27747" y="319418"/>
                </a:lnTo>
                <a:lnTo>
                  <a:pt x="27185" y="320463"/>
                </a:lnTo>
                <a:lnTo>
                  <a:pt x="27220" y="320876"/>
                </a:lnTo>
                <a:lnTo>
                  <a:pt x="27912" y="321178"/>
                </a:lnTo>
                <a:lnTo>
                  <a:pt x="28884" y="320654"/>
                </a:lnTo>
                <a:lnTo>
                  <a:pt x="29383" y="320943"/>
                </a:lnTo>
                <a:lnTo>
                  <a:pt x="29969" y="320836"/>
                </a:lnTo>
                <a:lnTo>
                  <a:pt x="29980" y="321145"/>
                </a:lnTo>
                <a:lnTo>
                  <a:pt x="30792" y="321759"/>
                </a:lnTo>
                <a:lnTo>
                  <a:pt x="31009" y="322720"/>
                </a:lnTo>
                <a:lnTo>
                  <a:pt x="32002" y="322948"/>
                </a:lnTo>
                <a:lnTo>
                  <a:pt x="32389" y="323595"/>
                </a:lnTo>
                <a:lnTo>
                  <a:pt x="34501" y="325408"/>
                </a:lnTo>
                <a:lnTo>
                  <a:pt x="35000" y="326252"/>
                </a:lnTo>
                <a:lnTo>
                  <a:pt x="34729" y="326337"/>
                </a:lnTo>
                <a:lnTo>
                  <a:pt x="34407" y="326095"/>
                </a:lnTo>
                <a:lnTo>
                  <a:pt x="33975" y="326432"/>
                </a:lnTo>
                <a:lnTo>
                  <a:pt x="34071" y="328026"/>
                </a:lnTo>
                <a:lnTo>
                  <a:pt x="35333" y="328851"/>
                </a:lnTo>
                <a:lnTo>
                  <a:pt x="35896" y="328657"/>
                </a:lnTo>
                <a:lnTo>
                  <a:pt x="35952" y="328276"/>
                </a:lnTo>
                <a:lnTo>
                  <a:pt x="36373" y="328351"/>
                </a:lnTo>
                <a:lnTo>
                  <a:pt x="36710" y="328852"/>
                </a:lnTo>
                <a:lnTo>
                  <a:pt x="37860" y="329390"/>
                </a:lnTo>
                <a:lnTo>
                  <a:pt x="37502" y="329677"/>
                </a:lnTo>
                <a:lnTo>
                  <a:pt x="37997" y="329783"/>
                </a:lnTo>
                <a:lnTo>
                  <a:pt x="38204" y="330969"/>
                </a:lnTo>
                <a:lnTo>
                  <a:pt x="38818" y="331892"/>
                </a:lnTo>
                <a:lnTo>
                  <a:pt x="39908" y="331763"/>
                </a:lnTo>
                <a:lnTo>
                  <a:pt x="41508" y="332036"/>
                </a:lnTo>
                <a:lnTo>
                  <a:pt x="42482" y="333688"/>
                </a:lnTo>
                <a:lnTo>
                  <a:pt x="44770" y="334131"/>
                </a:lnTo>
                <a:lnTo>
                  <a:pt x="45686" y="335289"/>
                </a:lnTo>
                <a:lnTo>
                  <a:pt x="46578" y="335919"/>
                </a:lnTo>
                <a:lnTo>
                  <a:pt x="46829" y="336748"/>
                </a:lnTo>
                <a:lnTo>
                  <a:pt x="46481" y="337327"/>
                </a:lnTo>
                <a:lnTo>
                  <a:pt x="45912" y="337680"/>
                </a:lnTo>
                <a:lnTo>
                  <a:pt x="46234" y="338264"/>
                </a:lnTo>
                <a:lnTo>
                  <a:pt x="45961" y="339121"/>
                </a:lnTo>
                <a:lnTo>
                  <a:pt x="46418" y="339531"/>
                </a:lnTo>
                <a:lnTo>
                  <a:pt x="47879" y="339728"/>
                </a:lnTo>
                <a:lnTo>
                  <a:pt x="48383" y="340950"/>
                </a:lnTo>
                <a:lnTo>
                  <a:pt x="48094" y="341949"/>
                </a:lnTo>
                <a:lnTo>
                  <a:pt x="49704" y="343617"/>
                </a:lnTo>
                <a:lnTo>
                  <a:pt x="49899" y="344112"/>
                </a:lnTo>
                <a:lnTo>
                  <a:pt x="51457" y="345176"/>
                </a:lnTo>
                <a:lnTo>
                  <a:pt x="51715" y="346357"/>
                </a:lnTo>
                <a:lnTo>
                  <a:pt x="52265" y="346559"/>
                </a:lnTo>
                <a:lnTo>
                  <a:pt x="52605" y="346390"/>
                </a:lnTo>
                <a:lnTo>
                  <a:pt x="52923" y="345781"/>
                </a:lnTo>
                <a:lnTo>
                  <a:pt x="53814" y="345102"/>
                </a:lnTo>
                <a:lnTo>
                  <a:pt x="54577" y="344896"/>
                </a:lnTo>
                <a:lnTo>
                  <a:pt x="55288" y="344270"/>
                </a:lnTo>
                <a:lnTo>
                  <a:pt x="59282" y="344605"/>
                </a:lnTo>
                <a:lnTo>
                  <a:pt x="59920" y="345067"/>
                </a:lnTo>
                <a:lnTo>
                  <a:pt x="60179" y="346082"/>
                </a:lnTo>
                <a:lnTo>
                  <a:pt x="61636" y="348015"/>
                </a:lnTo>
                <a:lnTo>
                  <a:pt x="61691" y="348678"/>
                </a:lnTo>
                <a:lnTo>
                  <a:pt x="62157" y="348754"/>
                </a:lnTo>
                <a:lnTo>
                  <a:pt x="63325" y="349653"/>
                </a:lnTo>
                <a:lnTo>
                  <a:pt x="63412" y="350091"/>
                </a:lnTo>
                <a:lnTo>
                  <a:pt x="64854" y="351622"/>
                </a:lnTo>
                <a:lnTo>
                  <a:pt x="64767" y="351962"/>
                </a:lnTo>
                <a:lnTo>
                  <a:pt x="65762" y="353186"/>
                </a:lnTo>
                <a:lnTo>
                  <a:pt x="65514" y="353642"/>
                </a:lnTo>
                <a:lnTo>
                  <a:pt x="65809" y="354320"/>
                </a:lnTo>
                <a:lnTo>
                  <a:pt x="65298" y="354679"/>
                </a:lnTo>
                <a:lnTo>
                  <a:pt x="64947" y="355426"/>
                </a:lnTo>
                <a:lnTo>
                  <a:pt x="65157" y="356290"/>
                </a:lnTo>
                <a:lnTo>
                  <a:pt x="64542" y="356409"/>
                </a:lnTo>
                <a:lnTo>
                  <a:pt x="63822" y="357184"/>
                </a:lnTo>
                <a:lnTo>
                  <a:pt x="64428" y="358694"/>
                </a:lnTo>
                <a:lnTo>
                  <a:pt x="64139" y="359045"/>
                </a:lnTo>
                <a:lnTo>
                  <a:pt x="64143" y="360468"/>
                </a:lnTo>
                <a:lnTo>
                  <a:pt x="63659" y="361076"/>
                </a:lnTo>
                <a:lnTo>
                  <a:pt x="63674" y="362656"/>
                </a:lnTo>
                <a:lnTo>
                  <a:pt x="65057" y="363903"/>
                </a:lnTo>
                <a:lnTo>
                  <a:pt x="65326" y="365070"/>
                </a:lnTo>
                <a:lnTo>
                  <a:pt x="66113" y="365597"/>
                </a:lnTo>
                <a:lnTo>
                  <a:pt x="66862" y="365645"/>
                </a:lnTo>
                <a:lnTo>
                  <a:pt x="68720" y="365118"/>
                </a:lnTo>
                <a:lnTo>
                  <a:pt x="69668" y="365699"/>
                </a:lnTo>
                <a:lnTo>
                  <a:pt x="71459" y="366309"/>
                </a:lnTo>
                <a:lnTo>
                  <a:pt x="72481" y="367033"/>
                </a:lnTo>
                <a:lnTo>
                  <a:pt x="73162" y="368500"/>
                </a:lnTo>
                <a:lnTo>
                  <a:pt x="72493" y="368585"/>
                </a:lnTo>
                <a:lnTo>
                  <a:pt x="72157" y="369674"/>
                </a:lnTo>
                <a:lnTo>
                  <a:pt x="73317" y="370215"/>
                </a:lnTo>
                <a:lnTo>
                  <a:pt x="73694" y="371051"/>
                </a:lnTo>
                <a:lnTo>
                  <a:pt x="74170" y="371314"/>
                </a:lnTo>
                <a:lnTo>
                  <a:pt x="74701" y="373173"/>
                </a:lnTo>
                <a:lnTo>
                  <a:pt x="74218" y="373590"/>
                </a:lnTo>
                <a:lnTo>
                  <a:pt x="73648" y="373500"/>
                </a:lnTo>
                <a:lnTo>
                  <a:pt x="73573" y="374459"/>
                </a:lnTo>
                <a:lnTo>
                  <a:pt x="73901" y="374805"/>
                </a:lnTo>
                <a:lnTo>
                  <a:pt x="74708" y="374865"/>
                </a:lnTo>
                <a:lnTo>
                  <a:pt x="75834" y="375370"/>
                </a:lnTo>
                <a:lnTo>
                  <a:pt x="76540" y="376477"/>
                </a:lnTo>
                <a:lnTo>
                  <a:pt x="76386" y="378079"/>
                </a:lnTo>
                <a:lnTo>
                  <a:pt x="75770" y="378039"/>
                </a:lnTo>
                <a:lnTo>
                  <a:pt x="75912" y="379064"/>
                </a:lnTo>
                <a:lnTo>
                  <a:pt x="76333" y="379564"/>
                </a:lnTo>
                <a:lnTo>
                  <a:pt x="76374" y="380384"/>
                </a:lnTo>
                <a:lnTo>
                  <a:pt x="76764" y="381141"/>
                </a:lnTo>
                <a:lnTo>
                  <a:pt x="76672" y="381530"/>
                </a:lnTo>
                <a:lnTo>
                  <a:pt x="76174" y="381921"/>
                </a:lnTo>
                <a:lnTo>
                  <a:pt x="76218" y="382579"/>
                </a:lnTo>
                <a:lnTo>
                  <a:pt x="75996" y="382825"/>
                </a:lnTo>
                <a:lnTo>
                  <a:pt x="76568" y="383260"/>
                </a:lnTo>
                <a:lnTo>
                  <a:pt x="76423" y="383682"/>
                </a:lnTo>
                <a:lnTo>
                  <a:pt x="77180" y="383992"/>
                </a:lnTo>
                <a:lnTo>
                  <a:pt x="77355" y="384732"/>
                </a:lnTo>
                <a:lnTo>
                  <a:pt x="77792" y="384778"/>
                </a:lnTo>
                <a:lnTo>
                  <a:pt x="77809" y="386116"/>
                </a:lnTo>
                <a:lnTo>
                  <a:pt x="78243" y="387262"/>
                </a:lnTo>
                <a:lnTo>
                  <a:pt x="78193" y="388056"/>
                </a:lnTo>
                <a:lnTo>
                  <a:pt x="76157" y="388733"/>
                </a:lnTo>
                <a:lnTo>
                  <a:pt x="76393" y="389617"/>
                </a:lnTo>
                <a:lnTo>
                  <a:pt x="76105" y="390642"/>
                </a:lnTo>
                <a:lnTo>
                  <a:pt x="76468" y="391793"/>
                </a:lnTo>
                <a:lnTo>
                  <a:pt x="77054" y="392387"/>
                </a:lnTo>
                <a:lnTo>
                  <a:pt x="76947" y="392851"/>
                </a:lnTo>
                <a:lnTo>
                  <a:pt x="76630" y="393026"/>
                </a:lnTo>
                <a:lnTo>
                  <a:pt x="76728" y="393641"/>
                </a:lnTo>
                <a:lnTo>
                  <a:pt x="75160" y="395155"/>
                </a:lnTo>
                <a:lnTo>
                  <a:pt x="75221" y="396506"/>
                </a:lnTo>
                <a:lnTo>
                  <a:pt x="75010" y="396769"/>
                </a:lnTo>
                <a:lnTo>
                  <a:pt x="72708" y="396768"/>
                </a:lnTo>
                <a:lnTo>
                  <a:pt x="72499" y="398292"/>
                </a:lnTo>
                <a:lnTo>
                  <a:pt x="73017" y="399576"/>
                </a:lnTo>
                <a:lnTo>
                  <a:pt x="72625" y="399963"/>
                </a:lnTo>
                <a:lnTo>
                  <a:pt x="71287" y="399990"/>
                </a:lnTo>
                <a:lnTo>
                  <a:pt x="70721" y="400533"/>
                </a:lnTo>
                <a:lnTo>
                  <a:pt x="70039" y="401960"/>
                </a:lnTo>
                <a:lnTo>
                  <a:pt x="69958" y="402628"/>
                </a:lnTo>
                <a:lnTo>
                  <a:pt x="69624" y="402920"/>
                </a:lnTo>
                <a:lnTo>
                  <a:pt x="70087" y="404342"/>
                </a:lnTo>
                <a:lnTo>
                  <a:pt x="69602" y="404424"/>
                </a:lnTo>
                <a:lnTo>
                  <a:pt x="69655" y="404736"/>
                </a:lnTo>
                <a:lnTo>
                  <a:pt x="69222" y="404736"/>
                </a:lnTo>
                <a:lnTo>
                  <a:pt x="68663" y="405373"/>
                </a:lnTo>
                <a:lnTo>
                  <a:pt x="67949" y="405433"/>
                </a:lnTo>
                <a:lnTo>
                  <a:pt x="67784" y="406050"/>
                </a:lnTo>
                <a:lnTo>
                  <a:pt x="67181" y="406124"/>
                </a:lnTo>
                <a:lnTo>
                  <a:pt x="66761" y="405756"/>
                </a:lnTo>
                <a:lnTo>
                  <a:pt x="66320" y="405849"/>
                </a:lnTo>
                <a:lnTo>
                  <a:pt x="65694" y="407169"/>
                </a:lnTo>
                <a:lnTo>
                  <a:pt x="64961" y="407244"/>
                </a:lnTo>
                <a:lnTo>
                  <a:pt x="64443" y="407665"/>
                </a:lnTo>
                <a:lnTo>
                  <a:pt x="64242" y="408228"/>
                </a:lnTo>
                <a:lnTo>
                  <a:pt x="61857" y="407327"/>
                </a:lnTo>
                <a:lnTo>
                  <a:pt x="61057" y="407812"/>
                </a:lnTo>
                <a:lnTo>
                  <a:pt x="60898" y="408407"/>
                </a:lnTo>
                <a:lnTo>
                  <a:pt x="59271" y="408101"/>
                </a:lnTo>
                <a:lnTo>
                  <a:pt x="58966" y="408648"/>
                </a:lnTo>
                <a:lnTo>
                  <a:pt x="58303" y="408861"/>
                </a:lnTo>
                <a:lnTo>
                  <a:pt x="58077" y="409211"/>
                </a:lnTo>
                <a:lnTo>
                  <a:pt x="58592" y="410674"/>
                </a:lnTo>
                <a:lnTo>
                  <a:pt x="57490" y="410820"/>
                </a:lnTo>
                <a:lnTo>
                  <a:pt x="56640" y="410493"/>
                </a:lnTo>
                <a:lnTo>
                  <a:pt x="56282" y="409932"/>
                </a:lnTo>
                <a:lnTo>
                  <a:pt x="55322" y="410451"/>
                </a:lnTo>
                <a:lnTo>
                  <a:pt x="54771" y="410462"/>
                </a:lnTo>
                <a:lnTo>
                  <a:pt x="54288" y="411005"/>
                </a:lnTo>
                <a:lnTo>
                  <a:pt x="54465" y="411602"/>
                </a:lnTo>
                <a:lnTo>
                  <a:pt x="55713" y="413220"/>
                </a:lnTo>
                <a:lnTo>
                  <a:pt x="55792" y="414253"/>
                </a:lnTo>
                <a:lnTo>
                  <a:pt x="56051" y="414345"/>
                </a:lnTo>
                <a:lnTo>
                  <a:pt x="55754" y="415418"/>
                </a:lnTo>
                <a:lnTo>
                  <a:pt x="54970" y="415731"/>
                </a:lnTo>
                <a:lnTo>
                  <a:pt x="54082" y="415374"/>
                </a:lnTo>
                <a:lnTo>
                  <a:pt x="54604" y="416221"/>
                </a:lnTo>
                <a:lnTo>
                  <a:pt x="55407" y="416874"/>
                </a:lnTo>
                <a:lnTo>
                  <a:pt x="55905" y="418101"/>
                </a:lnTo>
                <a:lnTo>
                  <a:pt x="56718" y="418659"/>
                </a:lnTo>
                <a:lnTo>
                  <a:pt x="56606" y="420087"/>
                </a:lnTo>
                <a:lnTo>
                  <a:pt x="55774" y="420635"/>
                </a:lnTo>
                <a:lnTo>
                  <a:pt x="55558" y="421404"/>
                </a:lnTo>
                <a:lnTo>
                  <a:pt x="56813" y="422139"/>
                </a:lnTo>
                <a:lnTo>
                  <a:pt x="57022" y="422796"/>
                </a:lnTo>
                <a:lnTo>
                  <a:pt x="57584" y="422921"/>
                </a:lnTo>
                <a:lnTo>
                  <a:pt x="57664" y="423397"/>
                </a:lnTo>
                <a:lnTo>
                  <a:pt x="58054" y="423565"/>
                </a:lnTo>
                <a:lnTo>
                  <a:pt x="58183" y="424022"/>
                </a:lnTo>
                <a:lnTo>
                  <a:pt x="57342" y="425855"/>
                </a:lnTo>
                <a:lnTo>
                  <a:pt x="56852" y="426114"/>
                </a:lnTo>
                <a:lnTo>
                  <a:pt x="55903" y="426301"/>
                </a:lnTo>
                <a:lnTo>
                  <a:pt x="55251" y="426049"/>
                </a:lnTo>
                <a:lnTo>
                  <a:pt x="54195" y="426363"/>
                </a:lnTo>
                <a:lnTo>
                  <a:pt x="52466" y="426142"/>
                </a:lnTo>
                <a:lnTo>
                  <a:pt x="52491" y="427034"/>
                </a:lnTo>
                <a:lnTo>
                  <a:pt x="53382" y="428814"/>
                </a:lnTo>
                <a:lnTo>
                  <a:pt x="53410" y="430104"/>
                </a:lnTo>
                <a:lnTo>
                  <a:pt x="53088" y="430801"/>
                </a:lnTo>
                <a:lnTo>
                  <a:pt x="53254" y="431309"/>
                </a:lnTo>
                <a:lnTo>
                  <a:pt x="51851" y="432071"/>
                </a:lnTo>
                <a:lnTo>
                  <a:pt x="52431" y="433098"/>
                </a:lnTo>
                <a:lnTo>
                  <a:pt x="51645" y="435490"/>
                </a:lnTo>
                <a:lnTo>
                  <a:pt x="50933" y="435791"/>
                </a:lnTo>
                <a:lnTo>
                  <a:pt x="49780" y="435441"/>
                </a:lnTo>
                <a:lnTo>
                  <a:pt x="49195" y="434786"/>
                </a:lnTo>
                <a:lnTo>
                  <a:pt x="47851" y="435231"/>
                </a:lnTo>
                <a:lnTo>
                  <a:pt x="45746" y="435199"/>
                </a:lnTo>
                <a:lnTo>
                  <a:pt x="45025" y="434717"/>
                </a:lnTo>
                <a:lnTo>
                  <a:pt x="44347" y="435215"/>
                </a:lnTo>
                <a:lnTo>
                  <a:pt x="44220" y="435787"/>
                </a:lnTo>
                <a:lnTo>
                  <a:pt x="43865" y="435543"/>
                </a:lnTo>
                <a:lnTo>
                  <a:pt x="43136" y="435978"/>
                </a:lnTo>
                <a:lnTo>
                  <a:pt x="42586" y="435866"/>
                </a:lnTo>
                <a:lnTo>
                  <a:pt x="42028" y="437059"/>
                </a:lnTo>
                <a:lnTo>
                  <a:pt x="41603" y="437064"/>
                </a:lnTo>
                <a:lnTo>
                  <a:pt x="41176" y="437795"/>
                </a:lnTo>
                <a:lnTo>
                  <a:pt x="39995" y="437760"/>
                </a:lnTo>
                <a:lnTo>
                  <a:pt x="38646" y="439453"/>
                </a:lnTo>
                <a:lnTo>
                  <a:pt x="38200" y="439558"/>
                </a:lnTo>
                <a:lnTo>
                  <a:pt x="37498" y="438981"/>
                </a:lnTo>
                <a:lnTo>
                  <a:pt x="36847" y="440215"/>
                </a:lnTo>
                <a:lnTo>
                  <a:pt x="35886" y="440660"/>
                </a:lnTo>
                <a:lnTo>
                  <a:pt x="34647" y="440276"/>
                </a:lnTo>
                <a:lnTo>
                  <a:pt x="34162" y="441173"/>
                </a:lnTo>
                <a:lnTo>
                  <a:pt x="34658" y="442184"/>
                </a:lnTo>
                <a:lnTo>
                  <a:pt x="34359" y="442551"/>
                </a:lnTo>
                <a:lnTo>
                  <a:pt x="34516" y="442767"/>
                </a:lnTo>
                <a:lnTo>
                  <a:pt x="34411" y="443566"/>
                </a:lnTo>
                <a:lnTo>
                  <a:pt x="33940" y="444239"/>
                </a:lnTo>
                <a:lnTo>
                  <a:pt x="34130" y="445075"/>
                </a:lnTo>
                <a:lnTo>
                  <a:pt x="32711" y="445293"/>
                </a:lnTo>
                <a:lnTo>
                  <a:pt x="32526" y="445885"/>
                </a:lnTo>
                <a:lnTo>
                  <a:pt x="32084" y="446078"/>
                </a:lnTo>
                <a:lnTo>
                  <a:pt x="31894" y="446532"/>
                </a:lnTo>
                <a:lnTo>
                  <a:pt x="32662" y="449338"/>
                </a:lnTo>
                <a:lnTo>
                  <a:pt x="32281" y="449490"/>
                </a:lnTo>
                <a:lnTo>
                  <a:pt x="32397" y="449859"/>
                </a:lnTo>
                <a:lnTo>
                  <a:pt x="31920" y="450084"/>
                </a:lnTo>
                <a:lnTo>
                  <a:pt x="31834" y="450490"/>
                </a:lnTo>
                <a:lnTo>
                  <a:pt x="30435" y="450129"/>
                </a:lnTo>
                <a:lnTo>
                  <a:pt x="30380" y="450901"/>
                </a:lnTo>
                <a:lnTo>
                  <a:pt x="30647" y="451645"/>
                </a:lnTo>
                <a:lnTo>
                  <a:pt x="31021" y="451961"/>
                </a:lnTo>
                <a:lnTo>
                  <a:pt x="30855" y="453365"/>
                </a:lnTo>
                <a:lnTo>
                  <a:pt x="29981" y="453665"/>
                </a:lnTo>
                <a:lnTo>
                  <a:pt x="30089" y="454293"/>
                </a:lnTo>
                <a:lnTo>
                  <a:pt x="29213" y="454139"/>
                </a:lnTo>
                <a:lnTo>
                  <a:pt x="28502" y="454606"/>
                </a:lnTo>
                <a:lnTo>
                  <a:pt x="29512" y="455586"/>
                </a:lnTo>
                <a:lnTo>
                  <a:pt x="29259" y="456115"/>
                </a:lnTo>
                <a:lnTo>
                  <a:pt x="29157" y="458158"/>
                </a:lnTo>
                <a:lnTo>
                  <a:pt x="28497" y="459083"/>
                </a:lnTo>
                <a:lnTo>
                  <a:pt x="28232" y="461028"/>
                </a:lnTo>
                <a:lnTo>
                  <a:pt x="28688" y="461844"/>
                </a:lnTo>
                <a:lnTo>
                  <a:pt x="29420" y="462285"/>
                </a:lnTo>
                <a:lnTo>
                  <a:pt x="28963" y="462922"/>
                </a:lnTo>
                <a:lnTo>
                  <a:pt x="29212" y="464060"/>
                </a:lnTo>
                <a:lnTo>
                  <a:pt x="28784" y="464964"/>
                </a:lnTo>
                <a:lnTo>
                  <a:pt x="27299" y="465186"/>
                </a:lnTo>
                <a:lnTo>
                  <a:pt x="26596" y="466454"/>
                </a:lnTo>
                <a:lnTo>
                  <a:pt x="26077" y="466863"/>
                </a:lnTo>
                <a:lnTo>
                  <a:pt x="25070" y="466974"/>
                </a:lnTo>
                <a:lnTo>
                  <a:pt x="24803" y="467258"/>
                </a:lnTo>
                <a:lnTo>
                  <a:pt x="24989" y="467791"/>
                </a:lnTo>
                <a:lnTo>
                  <a:pt x="25774" y="468033"/>
                </a:lnTo>
                <a:lnTo>
                  <a:pt x="26263" y="468496"/>
                </a:lnTo>
                <a:lnTo>
                  <a:pt x="26821" y="468413"/>
                </a:lnTo>
                <a:lnTo>
                  <a:pt x="29004" y="469523"/>
                </a:lnTo>
                <a:lnTo>
                  <a:pt x="29973" y="469752"/>
                </a:lnTo>
                <a:lnTo>
                  <a:pt x="30030" y="470287"/>
                </a:lnTo>
                <a:lnTo>
                  <a:pt x="30851" y="470951"/>
                </a:lnTo>
                <a:lnTo>
                  <a:pt x="30215" y="472014"/>
                </a:lnTo>
                <a:lnTo>
                  <a:pt x="30230" y="472358"/>
                </a:lnTo>
                <a:lnTo>
                  <a:pt x="30843" y="472664"/>
                </a:lnTo>
                <a:lnTo>
                  <a:pt x="31228" y="473493"/>
                </a:lnTo>
                <a:lnTo>
                  <a:pt x="31985" y="473694"/>
                </a:lnTo>
                <a:lnTo>
                  <a:pt x="32859" y="473373"/>
                </a:lnTo>
                <a:lnTo>
                  <a:pt x="33189" y="473557"/>
                </a:lnTo>
                <a:lnTo>
                  <a:pt x="33054" y="474190"/>
                </a:lnTo>
                <a:lnTo>
                  <a:pt x="33225" y="474999"/>
                </a:lnTo>
                <a:lnTo>
                  <a:pt x="32833" y="475427"/>
                </a:lnTo>
                <a:lnTo>
                  <a:pt x="32871" y="476645"/>
                </a:lnTo>
                <a:lnTo>
                  <a:pt x="32380" y="477092"/>
                </a:lnTo>
                <a:lnTo>
                  <a:pt x="33758" y="478126"/>
                </a:lnTo>
                <a:lnTo>
                  <a:pt x="33900" y="478783"/>
                </a:lnTo>
                <a:lnTo>
                  <a:pt x="32817" y="479590"/>
                </a:lnTo>
                <a:lnTo>
                  <a:pt x="32240" y="479656"/>
                </a:lnTo>
                <a:lnTo>
                  <a:pt x="31847" y="480269"/>
                </a:lnTo>
                <a:lnTo>
                  <a:pt x="30895" y="480093"/>
                </a:lnTo>
                <a:lnTo>
                  <a:pt x="29327" y="480725"/>
                </a:lnTo>
                <a:lnTo>
                  <a:pt x="27644" y="480794"/>
                </a:lnTo>
                <a:lnTo>
                  <a:pt x="27147" y="481235"/>
                </a:lnTo>
                <a:lnTo>
                  <a:pt x="26648" y="481224"/>
                </a:lnTo>
                <a:lnTo>
                  <a:pt x="26108" y="481818"/>
                </a:lnTo>
                <a:lnTo>
                  <a:pt x="25612" y="481597"/>
                </a:lnTo>
                <a:lnTo>
                  <a:pt x="25272" y="481791"/>
                </a:lnTo>
                <a:lnTo>
                  <a:pt x="25247" y="482647"/>
                </a:lnTo>
                <a:lnTo>
                  <a:pt x="24865" y="482958"/>
                </a:lnTo>
                <a:lnTo>
                  <a:pt x="24515" y="484626"/>
                </a:lnTo>
                <a:lnTo>
                  <a:pt x="24219" y="484990"/>
                </a:lnTo>
                <a:lnTo>
                  <a:pt x="24427" y="485323"/>
                </a:lnTo>
                <a:lnTo>
                  <a:pt x="24324" y="486587"/>
                </a:lnTo>
                <a:lnTo>
                  <a:pt x="21636" y="484235"/>
                </a:lnTo>
                <a:lnTo>
                  <a:pt x="19162" y="487241"/>
                </a:lnTo>
                <a:lnTo>
                  <a:pt x="16833" y="488729"/>
                </a:lnTo>
                <a:lnTo>
                  <a:pt x="15948" y="488686"/>
                </a:lnTo>
                <a:lnTo>
                  <a:pt x="15532" y="489130"/>
                </a:lnTo>
                <a:lnTo>
                  <a:pt x="15113" y="488973"/>
                </a:lnTo>
                <a:lnTo>
                  <a:pt x="14431" y="489249"/>
                </a:lnTo>
                <a:lnTo>
                  <a:pt x="14182" y="489499"/>
                </a:lnTo>
                <a:lnTo>
                  <a:pt x="14317" y="490248"/>
                </a:lnTo>
                <a:lnTo>
                  <a:pt x="13796" y="491025"/>
                </a:lnTo>
                <a:lnTo>
                  <a:pt x="12993" y="491319"/>
                </a:lnTo>
                <a:lnTo>
                  <a:pt x="12438" y="490894"/>
                </a:lnTo>
                <a:lnTo>
                  <a:pt x="11636" y="491676"/>
                </a:lnTo>
                <a:lnTo>
                  <a:pt x="15784" y="493644"/>
                </a:lnTo>
                <a:lnTo>
                  <a:pt x="18768" y="498772"/>
                </a:lnTo>
                <a:lnTo>
                  <a:pt x="21797" y="500936"/>
                </a:lnTo>
                <a:lnTo>
                  <a:pt x="24050" y="504540"/>
                </a:lnTo>
                <a:lnTo>
                  <a:pt x="24559" y="507573"/>
                </a:lnTo>
                <a:lnTo>
                  <a:pt x="24815" y="507436"/>
                </a:lnTo>
                <a:lnTo>
                  <a:pt x="25281" y="508087"/>
                </a:lnTo>
                <a:lnTo>
                  <a:pt x="25843" y="507883"/>
                </a:lnTo>
                <a:lnTo>
                  <a:pt x="25459" y="508529"/>
                </a:lnTo>
                <a:lnTo>
                  <a:pt x="25578" y="508941"/>
                </a:lnTo>
                <a:lnTo>
                  <a:pt x="25268" y="508929"/>
                </a:lnTo>
                <a:lnTo>
                  <a:pt x="24889" y="508417"/>
                </a:lnTo>
                <a:lnTo>
                  <a:pt x="24553" y="508925"/>
                </a:lnTo>
                <a:lnTo>
                  <a:pt x="24937" y="509298"/>
                </a:lnTo>
                <a:lnTo>
                  <a:pt x="24870" y="509747"/>
                </a:lnTo>
                <a:lnTo>
                  <a:pt x="25401" y="509572"/>
                </a:lnTo>
                <a:lnTo>
                  <a:pt x="25597" y="509782"/>
                </a:lnTo>
                <a:lnTo>
                  <a:pt x="24914" y="510367"/>
                </a:lnTo>
                <a:lnTo>
                  <a:pt x="25428" y="511647"/>
                </a:lnTo>
                <a:lnTo>
                  <a:pt x="24911" y="512025"/>
                </a:lnTo>
                <a:lnTo>
                  <a:pt x="25160" y="512222"/>
                </a:lnTo>
                <a:lnTo>
                  <a:pt x="24788" y="513313"/>
                </a:lnTo>
                <a:lnTo>
                  <a:pt x="24896" y="513909"/>
                </a:lnTo>
                <a:lnTo>
                  <a:pt x="25225" y="514267"/>
                </a:lnTo>
                <a:lnTo>
                  <a:pt x="24849" y="514819"/>
                </a:lnTo>
                <a:lnTo>
                  <a:pt x="25578" y="515076"/>
                </a:lnTo>
                <a:lnTo>
                  <a:pt x="25393" y="516309"/>
                </a:lnTo>
                <a:lnTo>
                  <a:pt x="25022" y="516556"/>
                </a:lnTo>
                <a:lnTo>
                  <a:pt x="24457" y="516362"/>
                </a:lnTo>
                <a:lnTo>
                  <a:pt x="23954" y="516663"/>
                </a:lnTo>
                <a:lnTo>
                  <a:pt x="24346" y="517301"/>
                </a:lnTo>
                <a:lnTo>
                  <a:pt x="25296" y="517786"/>
                </a:lnTo>
                <a:lnTo>
                  <a:pt x="24824" y="518238"/>
                </a:lnTo>
                <a:lnTo>
                  <a:pt x="24380" y="518023"/>
                </a:lnTo>
                <a:lnTo>
                  <a:pt x="24224" y="519006"/>
                </a:lnTo>
                <a:lnTo>
                  <a:pt x="23837" y="518999"/>
                </a:lnTo>
                <a:lnTo>
                  <a:pt x="23309" y="519591"/>
                </a:lnTo>
                <a:lnTo>
                  <a:pt x="23293" y="520249"/>
                </a:lnTo>
                <a:lnTo>
                  <a:pt x="22923" y="520092"/>
                </a:lnTo>
                <a:lnTo>
                  <a:pt x="22689" y="520369"/>
                </a:lnTo>
                <a:lnTo>
                  <a:pt x="22824" y="520929"/>
                </a:lnTo>
                <a:lnTo>
                  <a:pt x="23665" y="521494"/>
                </a:lnTo>
                <a:lnTo>
                  <a:pt x="24085" y="522563"/>
                </a:lnTo>
                <a:lnTo>
                  <a:pt x="24670" y="522498"/>
                </a:lnTo>
                <a:lnTo>
                  <a:pt x="25314" y="522882"/>
                </a:lnTo>
                <a:lnTo>
                  <a:pt x="25111" y="523242"/>
                </a:lnTo>
                <a:lnTo>
                  <a:pt x="24178" y="523133"/>
                </a:lnTo>
                <a:lnTo>
                  <a:pt x="23697" y="523596"/>
                </a:lnTo>
                <a:lnTo>
                  <a:pt x="23838" y="525651"/>
                </a:lnTo>
                <a:lnTo>
                  <a:pt x="24883" y="525107"/>
                </a:lnTo>
                <a:lnTo>
                  <a:pt x="25135" y="525336"/>
                </a:lnTo>
                <a:lnTo>
                  <a:pt x="25103" y="525752"/>
                </a:lnTo>
                <a:lnTo>
                  <a:pt x="25881" y="526002"/>
                </a:lnTo>
                <a:lnTo>
                  <a:pt x="26572" y="526627"/>
                </a:lnTo>
                <a:lnTo>
                  <a:pt x="26499" y="526890"/>
                </a:lnTo>
                <a:lnTo>
                  <a:pt x="25415" y="527051"/>
                </a:lnTo>
                <a:lnTo>
                  <a:pt x="25148" y="527697"/>
                </a:lnTo>
                <a:lnTo>
                  <a:pt x="25940" y="528092"/>
                </a:lnTo>
                <a:lnTo>
                  <a:pt x="26203" y="528495"/>
                </a:lnTo>
                <a:lnTo>
                  <a:pt x="26077" y="529624"/>
                </a:lnTo>
                <a:lnTo>
                  <a:pt x="25531" y="530406"/>
                </a:lnTo>
                <a:lnTo>
                  <a:pt x="25965" y="530581"/>
                </a:lnTo>
                <a:lnTo>
                  <a:pt x="25863" y="531885"/>
                </a:lnTo>
                <a:lnTo>
                  <a:pt x="26421" y="532217"/>
                </a:lnTo>
                <a:lnTo>
                  <a:pt x="26264" y="532520"/>
                </a:lnTo>
                <a:lnTo>
                  <a:pt x="26728" y="533285"/>
                </a:lnTo>
                <a:lnTo>
                  <a:pt x="26761" y="534092"/>
                </a:lnTo>
                <a:lnTo>
                  <a:pt x="26938" y="534283"/>
                </a:lnTo>
                <a:lnTo>
                  <a:pt x="27472" y="534193"/>
                </a:lnTo>
                <a:lnTo>
                  <a:pt x="28994" y="533454"/>
                </a:lnTo>
                <a:lnTo>
                  <a:pt x="29245" y="534168"/>
                </a:lnTo>
                <a:lnTo>
                  <a:pt x="28938" y="534737"/>
                </a:lnTo>
                <a:lnTo>
                  <a:pt x="29591" y="534789"/>
                </a:lnTo>
                <a:lnTo>
                  <a:pt x="29488" y="534314"/>
                </a:lnTo>
                <a:lnTo>
                  <a:pt x="29683" y="534541"/>
                </a:lnTo>
                <a:lnTo>
                  <a:pt x="30471" y="534631"/>
                </a:lnTo>
                <a:lnTo>
                  <a:pt x="30375" y="535062"/>
                </a:lnTo>
                <a:lnTo>
                  <a:pt x="29765" y="535115"/>
                </a:lnTo>
                <a:lnTo>
                  <a:pt x="29502" y="535378"/>
                </a:lnTo>
                <a:lnTo>
                  <a:pt x="30178" y="535754"/>
                </a:lnTo>
                <a:lnTo>
                  <a:pt x="29917" y="536321"/>
                </a:lnTo>
                <a:lnTo>
                  <a:pt x="30287" y="536023"/>
                </a:lnTo>
                <a:lnTo>
                  <a:pt x="30464" y="536275"/>
                </a:lnTo>
                <a:lnTo>
                  <a:pt x="30180" y="536598"/>
                </a:lnTo>
                <a:lnTo>
                  <a:pt x="29724" y="536333"/>
                </a:lnTo>
                <a:lnTo>
                  <a:pt x="29565" y="536519"/>
                </a:lnTo>
                <a:lnTo>
                  <a:pt x="29708" y="536756"/>
                </a:lnTo>
                <a:lnTo>
                  <a:pt x="29412" y="536828"/>
                </a:lnTo>
                <a:lnTo>
                  <a:pt x="31001" y="537556"/>
                </a:lnTo>
                <a:lnTo>
                  <a:pt x="31949" y="537462"/>
                </a:lnTo>
                <a:lnTo>
                  <a:pt x="32142" y="537794"/>
                </a:lnTo>
                <a:lnTo>
                  <a:pt x="31707" y="537877"/>
                </a:lnTo>
                <a:lnTo>
                  <a:pt x="33836" y="538821"/>
                </a:lnTo>
                <a:lnTo>
                  <a:pt x="39271" y="540454"/>
                </a:lnTo>
                <a:lnTo>
                  <a:pt x="40020" y="541913"/>
                </a:lnTo>
                <a:lnTo>
                  <a:pt x="43009" y="541802"/>
                </a:lnTo>
                <a:lnTo>
                  <a:pt x="40024" y="535912"/>
                </a:lnTo>
                <a:lnTo>
                  <a:pt x="40790" y="535595"/>
                </a:lnTo>
                <a:lnTo>
                  <a:pt x="44244" y="537596"/>
                </a:lnTo>
                <a:lnTo>
                  <a:pt x="49469" y="544542"/>
                </a:lnTo>
                <a:lnTo>
                  <a:pt x="48924" y="546807"/>
                </a:lnTo>
                <a:lnTo>
                  <a:pt x="47889" y="548586"/>
                </a:lnTo>
                <a:lnTo>
                  <a:pt x="48799" y="549845"/>
                </a:lnTo>
                <a:lnTo>
                  <a:pt x="49471" y="554167"/>
                </a:lnTo>
                <a:lnTo>
                  <a:pt x="45607" y="553420"/>
                </a:lnTo>
                <a:lnTo>
                  <a:pt x="46210" y="556584"/>
                </a:lnTo>
                <a:lnTo>
                  <a:pt x="39980" y="557802"/>
                </a:lnTo>
                <a:lnTo>
                  <a:pt x="38469" y="558607"/>
                </a:lnTo>
                <a:lnTo>
                  <a:pt x="38310" y="561172"/>
                </a:lnTo>
                <a:lnTo>
                  <a:pt x="37115" y="560298"/>
                </a:lnTo>
                <a:lnTo>
                  <a:pt x="33997" y="562293"/>
                </a:lnTo>
                <a:lnTo>
                  <a:pt x="34018" y="566796"/>
                </a:lnTo>
                <a:lnTo>
                  <a:pt x="32397" y="570258"/>
                </a:lnTo>
                <a:lnTo>
                  <a:pt x="30704" y="575258"/>
                </a:lnTo>
                <a:lnTo>
                  <a:pt x="26992" y="574242"/>
                </a:lnTo>
                <a:lnTo>
                  <a:pt x="25407" y="577951"/>
                </a:lnTo>
                <a:lnTo>
                  <a:pt x="26075" y="577522"/>
                </a:lnTo>
                <a:lnTo>
                  <a:pt x="26313" y="577632"/>
                </a:lnTo>
                <a:lnTo>
                  <a:pt x="26153" y="577799"/>
                </a:lnTo>
                <a:lnTo>
                  <a:pt x="26384" y="579176"/>
                </a:lnTo>
                <a:lnTo>
                  <a:pt x="27114" y="580151"/>
                </a:lnTo>
                <a:lnTo>
                  <a:pt x="26912" y="580392"/>
                </a:lnTo>
                <a:lnTo>
                  <a:pt x="27011" y="581366"/>
                </a:lnTo>
                <a:lnTo>
                  <a:pt x="27406" y="581515"/>
                </a:lnTo>
                <a:lnTo>
                  <a:pt x="27709" y="581270"/>
                </a:lnTo>
                <a:lnTo>
                  <a:pt x="28270" y="580198"/>
                </a:lnTo>
                <a:lnTo>
                  <a:pt x="27769" y="580275"/>
                </a:lnTo>
                <a:lnTo>
                  <a:pt x="27775" y="579861"/>
                </a:lnTo>
                <a:lnTo>
                  <a:pt x="28061" y="579819"/>
                </a:lnTo>
                <a:lnTo>
                  <a:pt x="28263" y="579352"/>
                </a:lnTo>
                <a:lnTo>
                  <a:pt x="28833" y="579661"/>
                </a:lnTo>
                <a:lnTo>
                  <a:pt x="28991" y="579316"/>
                </a:lnTo>
                <a:lnTo>
                  <a:pt x="28552" y="579018"/>
                </a:lnTo>
                <a:lnTo>
                  <a:pt x="28848" y="578774"/>
                </a:lnTo>
                <a:lnTo>
                  <a:pt x="29962" y="581029"/>
                </a:lnTo>
                <a:lnTo>
                  <a:pt x="28400" y="582004"/>
                </a:lnTo>
                <a:lnTo>
                  <a:pt x="28261" y="582300"/>
                </a:lnTo>
                <a:lnTo>
                  <a:pt x="26787" y="582285"/>
                </a:lnTo>
                <a:lnTo>
                  <a:pt x="21616" y="585170"/>
                </a:lnTo>
                <a:lnTo>
                  <a:pt x="22754" y="586419"/>
                </a:lnTo>
                <a:lnTo>
                  <a:pt x="25784" y="587860"/>
                </a:lnTo>
                <a:lnTo>
                  <a:pt x="24213" y="589389"/>
                </a:lnTo>
                <a:lnTo>
                  <a:pt x="28723" y="590858"/>
                </a:lnTo>
                <a:lnTo>
                  <a:pt x="28681" y="591592"/>
                </a:lnTo>
                <a:lnTo>
                  <a:pt x="29323" y="592686"/>
                </a:lnTo>
                <a:lnTo>
                  <a:pt x="30431" y="591870"/>
                </a:lnTo>
                <a:lnTo>
                  <a:pt x="31072" y="591836"/>
                </a:lnTo>
                <a:lnTo>
                  <a:pt x="31066" y="592281"/>
                </a:lnTo>
                <a:lnTo>
                  <a:pt x="30417" y="592622"/>
                </a:lnTo>
                <a:lnTo>
                  <a:pt x="29956" y="593431"/>
                </a:lnTo>
                <a:lnTo>
                  <a:pt x="30307" y="595198"/>
                </a:lnTo>
                <a:lnTo>
                  <a:pt x="30584" y="595490"/>
                </a:lnTo>
                <a:lnTo>
                  <a:pt x="31875" y="594493"/>
                </a:lnTo>
                <a:lnTo>
                  <a:pt x="32709" y="594457"/>
                </a:lnTo>
                <a:lnTo>
                  <a:pt x="32835" y="594079"/>
                </a:lnTo>
                <a:lnTo>
                  <a:pt x="32418" y="593467"/>
                </a:lnTo>
                <a:lnTo>
                  <a:pt x="32408" y="592859"/>
                </a:lnTo>
                <a:lnTo>
                  <a:pt x="33740" y="592213"/>
                </a:lnTo>
                <a:lnTo>
                  <a:pt x="34644" y="592459"/>
                </a:lnTo>
                <a:lnTo>
                  <a:pt x="35619" y="592022"/>
                </a:lnTo>
                <a:lnTo>
                  <a:pt x="35904" y="592397"/>
                </a:lnTo>
                <a:lnTo>
                  <a:pt x="37056" y="592282"/>
                </a:lnTo>
                <a:lnTo>
                  <a:pt x="41624" y="592707"/>
                </a:lnTo>
                <a:lnTo>
                  <a:pt x="43728" y="595395"/>
                </a:lnTo>
                <a:lnTo>
                  <a:pt x="47354" y="595884"/>
                </a:lnTo>
                <a:lnTo>
                  <a:pt x="49580" y="596889"/>
                </a:lnTo>
                <a:lnTo>
                  <a:pt x="49953" y="596823"/>
                </a:lnTo>
                <a:lnTo>
                  <a:pt x="52966" y="601345"/>
                </a:lnTo>
                <a:lnTo>
                  <a:pt x="56909" y="597848"/>
                </a:lnTo>
                <a:lnTo>
                  <a:pt x="58669" y="598112"/>
                </a:lnTo>
                <a:lnTo>
                  <a:pt x="60946" y="596491"/>
                </a:lnTo>
                <a:lnTo>
                  <a:pt x="66736" y="596683"/>
                </a:lnTo>
                <a:lnTo>
                  <a:pt x="70407" y="594448"/>
                </a:lnTo>
                <a:lnTo>
                  <a:pt x="76535" y="593765"/>
                </a:lnTo>
                <a:lnTo>
                  <a:pt x="78017" y="597528"/>
                </a:lnTo>
                <a:lnTo>
                  <a:pt x="84430" y="600185"/>
                </a:lnTo>
                <a:lnTo>
                  <a:pt x="84565" y="600078"/>
                </a:lnTo>
                <a:lnTo>
                  <a:pt x="84417" y="600476"/>
                </a:lnTo>
                <a:lnTo>
                  <a:pt x="85698" y="599949"/>
                </a:lnTo>
                <a:lnTo>
                  <a:pt x="86678" y="600792"/>
                </a:lnTo>
                <a:lnTo>
                  <a:pt x="87524" y="602193"/>
                </a:lnTo>
                <a:lnTo>
                  <a:pt x="87600" y="605164"/>
                </a:lnTo>
                <a:lnTo>
                  <a:pt x="88090" y="605777"/>
                </a:lnTo>
                <a:lnTo>
                  <a:pt x="89607" y="605439"/>
                </a:lnTo>
                <a:lnTo>
                  <a:pt x="90003" y="605604"/>
                </a:lnTo>
                <a:lnTo>
                  <a:pt x="90164" y="605415"/>
                </a:lnTo>
                <a:lnTo>
                  <a:pt x="90527" y="605784"/>
                </a:lnTo>
                <a:lnTo>
                  <a:pt x="90972" y="605739"/>
                </a:lnTo>
                <a:lnTo>
                  <a:pt x="93047" y="605107"/>
                </a:lnTo>
                <a:lnTo>
                  <a:pt x="93261" y="605424"/>
                </a:lnTo>
                <a:lnTo>
                  <a:pt x="93349" y="605104"/>
                </a:lnTo>
                <a:lnTo>
                  <a:pt x="94968" y="605163"/>
                </a:lnTo>
                <a:lnTo>
                  <a:pt x="95042" y="605434"/>
                </a:lnTo>
                <a:lnTo>
                  <a:pt x="95342" y="605517"/>
                </a:lnTo>
                <a:lnTo>
                  <a:pt x="96170" y="604712"/>
                </a:lnTo>
                <a:lnTo>
                  <a:pt x="97581" y="604076"/>
                </a:lnTo>
                <a:lnTo>
                  <a:pt x="98288" y="603326"/>
                </a:lnTo>
                <a:lnTo>
                  <a:pt x="98221" y="603105"/>
                </a:lnTo>
                <a:lnTo>
                  <a:pt x="98554" y="602987"/>
                </a:lnTo>
                <a:lnTo>
                  <a:pt x="98934" y="603368"/>
                </a:lnTo>
                <a:lnTo>
                  <a:pt x="98877" y="603720"/>
                </a:lnTo>
                <a:lnTo>
                  <a:pt x="100286" y="604727"/>
                </a:lnTo>
                <a:lnTo>
                  <a:pt x="100234" y="605116"/>
                </a:lnTo>
                <a:lnTo>
                  <a:pt x="99742" y="605351"/>
                </a:lnTo>
                <a:lnTo>
                  <a:pt x="99779" y="605651"/>
                </a:lnTo>
                <a:lnTo>
                  <a:pt x="100299" y="606139"/>
                </a:lnTo>
                <a:lnTo>
                  <a:pt x="100925" y="605835"/>
                </a:lnTo>
                <a:lnTo>
                  <a:pt x="101179" y="606046"/>
                </a:lnTo>
                <a:lnTo>
                  <a:pt x="101196" y="607388"/>
                </a:lnTo>
                <a:lnTo>
                  <a:pt x="101501" y="607557"/>
                </a:lnTo>
                <a:lnTo>
                  <a:pt x="102027" y="608969"/>
                </a:lnTo>
                <a:lnTo>
                  <a:pt x="102604" y="608612"/>
                </a:lnTo>
                <a:lnTo>
                  <a:pt x="103024" y="608926"/>
                </a:lnTo>
                <a:lnTo>
                  <a:pt x="104047" y="608890"/>
                </a:lnTo>
                <a:lnTo>
                  <a:pt x="104723" y="609579"/>
                </a:lnTo>
                <a:lnTo>
                  <a:pt x="106567" y="609515"/>
                </a:lnTo>
                <a:lnTo>
                  <a:pt x="106752" y="609788"/>
                </a:lnTo>
                <a:lnTo>
                  <a:pt x="105950" y="610847"/>
                </a:lnTo>
                <a:lnTo>
                  <a:pt x="106575" y="611480"/>
                </a:lnTo>
                <a:lnTo>
                  <a:pt x="107225" y="611195"/>
                </a:lnTo>
                <a:lnTo>
                  <a:pt x="107455" y="611373"/>
                </a:lnTo>
                <a:lnTo>
                  <a:pt x="107500" y="611591"/>
                </a:lnTo>
                <a:lnTo>
                  <a:pt x="107194" y="611822"/>
                </a:lnTo>
                <a:lnTo>
                  <a:pt x="107418" y="612124"/>
                </a:lnTo>
                <a:lnTo>
                  <a:pt x="107957" y="612054"/>
                </a:lnTo>
                <a:lnTo>
                  <a:pt x="108710" y="611556"/>
                </a:lnTo>
                <a:lnTo>
                  <a:pt x="108870" y="611071"/>
                </a:lnTo>
                <a:lnTo>
                  <a:pt x="108720" y="610451"/>
                </a:lnTo>
                <a:lnTo>
                  <a:pt x="109198" y="609566"/>
                </a:lnTo>
                <a:lnTo>
                  <a:pt x="109559" y="610173"/>
                </a:lnTo>
                <a:lnTo>
                  <a:pt x="109682" y="611329"/>
                </a:lnTo>
                <a:lnTo>
                  <a:pt x="110019" y="611577"/>
                </a:lnTo>
                <a:lnTo>
                  <a:pt x="111633" y="611544"/>
                </a:lnTo>
                <a:lnTo>
                  <a:pt x="111769" y="611174"/>
                </a:lnTo>
                <a:lnTo>
                  <a:pt x="111364" y="610607"/>
                </a:lnTo>
                <a:lnTo>
                  <a:pt x="111840" y="610519"/>
                </a:lnTo>
                <a:lnTo>
                  <a:pt x="111942" y="609436"/>
                </a:lnTo>
                <a:lnTo>
                  <a:pt x="113832" y="610280"/>
                </a:lnTo>
                <a:lnTo>
                  <a:pt x="112916" y="608816"/>
                </a:lnTo>
                <a:lnTo>
                  <a:pt x="112768" y="608193"/>
                </a:lnTo>
                <a:lnTo>
                  <a:pt x="113186" y="607889"/>
                </a:lnTo>
                <a:lnTo>
                  <a:pt x="113870" y="608055"/>
                </a:lnTo>
                <a:lnTo>
                  <a:pt x="113864" y="608462"/>
                </a:lnTo>
                <a:lnTo>
                  <a:pt x="115297" y="609439"/>
                </a:lnTo>
                <a:lnTo>
                  <a:pt x="115820" y="610186"/>
                </a:lnTo>
                <a:lnTo>
                  <a:pt x="116616" y="609363"/>
                </a:lnTo>
                <a:lnTo>
                  <a:pt x="116514" y="608842"/>
                </a:lnTo>
                <a:lnTo>
                  <a:pt x="117105" y="608575"/>
                </a:lnTo>
                <a:lnTo>
                  <a:pt x="117647" y="608752"/>
                </a:lnTo>
                <a:lnTo>
                  <a:pt x="117967" y="609113"/>
                </a:lnTo>
                <a:lnTo>
                  <a:pt x="117815" y="609924"/>
                </a:lnTo>
                <a:lnTo>
                  <a:pt x="116643" y="611121"/>
                </a:lnTo>
                <a:lnTo>
                  <a:pt x="116282" y="611215"/>
                </a:lnTo>
                <a:lnTo>
                  <a:pt x="116275" y="612507"/>
                </a:lnTo>
                <a:lnTo>
                  <a:pt x="116712" y="613574"/>
                </a:lnTo>
                <a:lnTo>
                  <a:pt x="117566" y="613917"/>
                </a:lnTo>
                <a:lnTo>
                  <a:pt x="118254" y="612668"/>
                </a:lnTo>
                <a:lnTo>
                  <a:pt x="119165" y="612230"/>
                </a:lnTo>
                <a:lnTo>
                  <a:pt x="119476" y="612657"/>
                </a:lnTo>
                <a:lnTo>
                  <a:pt x="118980" y="613472"/>
                </a:lnTo>
                <a:lnTo>
                  <a:pt x="118975" y="614473"/>
                </a:lnTo>
                <a:lnTo>
                  <a:pt x="119866" y="614570"/>
                </a:lnTo>
                <a:lnTo>
                  <a:pt x="120211" y="615100"/>
                </a:lnTo>
                <a:lnTo>
                  <a:pt x="119628" y="615508"/>
                </a:lnTo>
                <a:lnTo>
                  <a:pt x="119643" y="616013"/>
                </a:lnTo>
                <a:lnTo>
                  <a:pt x="120130" y="615818"/>
                </a:lnTo>
                <a:lnTo>
                  <a:pt x="121336" y="616090"/>
                </a:lnTo>
                <a:lnTo>
                  <a:pt x="121763" y="614965"/>
                </a:lnTo>
                <a:lnTo>
                  <a:pt x="122166" y="614937"/>
                </a:lnTo>
                <a:lnTo>
                  <a:pt x="122638" y="616937"/>
                </a:lnTo>
                <a:lnTo>
                  <a:pt x="122572" y="617524"/>
                </a:lnTo>
                <a:lnTo>
                  <a:pt x="121998" y="618456"/>
                </a:lnTo>
                <a:lnTo>
                  <a:pt x="122548" y="619017"/>
                </a:lnTo>
                <a:lnTo>
                  <a:pt x="123632" y="618237"/>
                </a:lnTo>
                <a:lnTo>
                  <a:pt x="124228" y="618415"/>
                </a:lnTo>
                <a:lnTo>
                  <a:pt x="125285" y="618036"/>
                </a:lnTo>
                <a:lnTo>
                  <a:pt x="125551" y="618679"/>
                </a:lnTo>
                <a:lnTo>
                  <a:pt x="126002" y="618613"/>
                </a:lnTo>
                <a:lnTo>
                  <a:pt x="126724" y="619289"/>
                </a:lnTo>
                <a:lnTo>
                  <a:pt x="127340" y="618837"/>
                </a:lnTo>
                <a:lnTo>
                  <a:pt x="128210" y="618837"/>
                </a:lnTo>
                <a:lnTo>
                  <a:pt x="128705" y="620012"/>
                </a:lnTo>
                <a:lnTo>
                  <a:pt x="128622" y="620488"/>
                </a:lnTo>
                <a:lnTo>
                  <a:pt x="127540" y="620668"/>
                </a:lnTo>
                <a:lnTo>
                  <a:pt x="127192" y="620990"/>
                </a:lnTo>
                <a:lnTo>
                  <a:pt x="127184" y="622946"/>
                </a:lnTo>
                <a:lnTo>
                  <a:pt x="128692" y="621334"/>
                </a:lnTo>
                <a:lnTo>
                  <a:pt x="129671" y="621562"/>
                </a:lnTo>
                <a:lnTo>
                  <a:pt x="130702" y="620767"/>
                </a:lnTo>
                <a:lnTo>
                  <a:pt x="131183" y="620937"/>
                </a:lnTo>
                <a:lnTo>
                  <a:pt x="131327" y="621497"/>
                </a:lnTo>
                <a:lnTo>
                  <a:pt x="130421" y="622459"/>
                </a:lnTo>
                <a:lnTo>
                  <a:pt x="130375" y="623080"/>
                </a:lnTo>
                <a:lnTo>
                  <a:pt x="129838" y="624252"/>
                </a:lnTo>
                <a:lnTo>
                  <a:pt x="130029" y="625264"/>
                </a:lnTo>
                <a:lnTo>
                  <a:pt x="132023" y="623974"/>
                </a:lnTo>
                <a:lnTo>
                  <a:pt x="132450" y="624641"/>
                </a:lnTo>
                <a:lnTo>
                  <a:pt x="132770" y="624713"/>
                </a:lnTo>
                <a:lnTo>
                  <a:pt x="133038" y="624403"/>
                </a:lnTo>
                <a:lnTo>
                  <a:pt x="133154" y="622587"/>
                </a:lnTo>
                <a:lnTo>
                  <a:pt x="132798" y="621651"/>
                </a:lnTo>
                <a:lnTo>
                  <a:pt x="132134" y="620946"/>
                </a:lnTo>
                <a:lnTo>
                  <a:pt x="132262" y="620609"/>
                </a:lnTo>
                <a:lnTo>
                  <a:pt x="133904" y="620643"/>
                </a:lnTo>
                <a:lnTo>
                  <a:pt x="135975" y="621135"/>
                </a:lnTo>
                <a:lnTo>
                  <a:pt x="136225" y="621729"/>
                </a:lnTo>
                <a:lnTo>
                  <a:pt x="136023" y="622788"/>
                </a:lnTo>
                <a:lnTo>
                  <a:pt x="136638" y="623764"/>
                </a:lnTo>
                <a:lnTo>
                  <a:pt x="136646" y="624219"/>
                </a:lnTo>
                <a:lnTo>
                  <a:pt x="134600" y="624503"/>
                </a:lnTo>
                <a:lnTo>
                  <a:pt x="133497" y="625850"/>
                </a:lnTo>
                <a:lnTo>
                  <a:pt x="133318" y="626864"/>
                </a:lnTo>
                <a:lnTo>
                  <a:pt x="134035" y="627256"/>
                </a:lnTo>
                <a:lnTo>
                  <a:pt x="135067" y="627396"/>
                </a:lnTo>
                <a:lnTo>
                  <a:pt x="136682" y="627165"/>
                </a:lnTo>
                <a:lnTo>
                  <a:pt x="137956" y="627261"/>
                </a:lnTo>
                <a:lnTo>
                  <a:pt x="138353" y="626985"/>
                </a:lnTo>
                <a:lnTo>
                  <a:pt x="138368" y="626553"/>
                </a:lnTo>
                <a:lnTo>
                  <a:pt x="138929" y="626346"/>
                </a:lnTo>
                <a:lnTo>
                  <a:pt x="139115" y="627058"/>
                </a:lnTo>
                <a:lnTo>
                  <a:pt x="138147" y="627686"/>
                </a:lnTo>
                <a:lnTo>
                  <a:pt x="137986" y="628689"/>
                </a:lnTo>
                <a:lnTo>
                  <a:pt x="138515" y="629029"/>
                </a:lnTo>
                <a:lnTo>
                  <a:pt x="138100" y="629981"/>
                </a:lnTo>
                <a:lnTo>
                  <a:pt x="137552" y="629914"/>
                </a:lnTo>
                <a:lnTo>
                  <a:pt x="136940" y="629349"/>
                </a:lnTo>
                <a:lnTo>
                  <a:pt x="136777" y="629578"/>
                </a:lnTo>
                <a:lnTo>
                  <a:pt x="136940" y="630298"/>
                </a:lnTo>
                <a:lnTo>
                  <a:pt x="137615" y="631132"/>
                </a:lnTo>
                <a:lnTo>
                  <a:pt x="138390" y="631493"/>
                </a:lnTo>
                <a:lnTo>
                  <a:pt x="138959" y="632122"/>
                </a:lnTo>
                <a:lnTo>
                  <a:pt x="139673" y="632053"/>
                </a:lnTo>
                <a:lnTo>
                  <a:pt x="140169" y="631678"/>
                </a:lnTo>
                <a:lnTo>
                  <a:pt x="141046" y="632206"/>
                </a:lnTo>
                <a:lnTo>
                  <a:pt x="141589" y="631914"/>
                </a:lnTo>
                <a:lnTo>
                  <a:pt x="142498" y="632209"/>
                </a:lnTo>
                <a:lnTo>
                  <a:pt x="142739" y="630673"/>
                </a:lnTo>
                <a:lnTo>
                  <a:pt x="143069" y="630387"/>
                </a:lnTo>
                <a:lnTo>
                  <a:pt x="143624" y="630362"/>
                </a:lnTo>
                <a:lnTo>
                  <a:pt x="144092" y="630806"/>
                </a:lnTo>
                <a:lnTo>
                  <a:pt x="144150" y="631413"/>
                </a:lnTo>
                <a:lnTo>
                  <a:pt x="143381" y="633007"/>
                </a:lnTo>
                <a:lnTo>
                  <a:pt x="143762" y="633190"/>
                </a:lnTo>
                <a:lnTo>
                  <a:pt x="144682" y="632643"/>
                </a:lnTo>
                <a:lnTo>
                  <a:pt x="145464" y="632624"/>
                </a:lnTo>
                <a:lnTo>
                  <a:pt x="145474" y="633951"/>
                </a:lnTo>
                <a:lnTo>
                  <a:pt x="145013" y="634824"/>
                </a:lnTo>
                <a:lnTo>
                  <a:pt x="145354" y="635451"/>
                </a:lnTo>
                <a:lnTo>
                  <a:pt x="145767" y="635442"/>
                </a:lnTo>
                <a:lnTo>
                  <a:pt x="145890" y="634186"/>
                </a:lnTo>
                <a:lnTo>
                  <a:pt x="147424" y="633910"/>
                </a:lnTo>
                <a:lnTo>
                  <a:pt x="147801" y="633600"/>
                </a:lnTo>
                <a:lnTo>
                  <a:pt x="148739" y="634194"/>
                </a:lnTo>
                <a:lnTo>
                  <a:pt x="149748" y="634065"/>
                </a:lnTo>
                <a:lnTo>
                  <a:pt x="150385" y="634366"/>
                </a:lnTo>
                <a:lnTo>
                  <a:pt x="150988" y="634321"/>
                </a:lnTo>
                <a:lnTo>
                  <a:pt x="151601" y="634945"/>
                </a:lnTo>
                <a:lnTo>
                  <a:pt x="152058" y="634942"/>
                </a:lnTo>
                <a:lnTo>
                  <a:pt x="152585" y="635750"/>
                </a:lnTo>
                <a:lnTo>
                  <a:pt x="152362" y="637251"/>
                </a:lnTo>
                <a:lnTo>
                  <a:pt x="153555" y="637324"/>
                </a:lnTo>
                <a:lnTo>
                  <a:pt x="153713" y="636976"/>
                </a:lnTo>
                <a:lnTo>
                  <a:pt x="154345" y="637070"/>
                </a:lnTo>
                <a:lnTo>
                  <a:pt x="155382" y="636833"/>
                </a:lnTo>
                <a:lnTo>
                  <a:pt x="155408" y="637258"/>
                </a:lnTo>
                <a:lnTo>
                  <a:pt x="155028" y="637844"/>
                </a:lnTo>
                <a:lnTo>
                  <a:pt x="155031" y="639356"/>
                </a:lnTo>
                <a:lnTo>
                  <a:pt x="154366" y="638745"/>
                </a:lnTo>
                <a:lnTo>
                  <a:pt x="152421" y="638053"/>
                </a:lnTo>
                <a:lnTo>
                  <a:pt x="151935" y="638122"/>
                </a:lnTo>
                <a:lnTo>
                  <a:pt x="151888" y="638660"/>
                </a:lnTo>
                <a:lnTo>
                  <a:pt x="152432" y="639287"/>
                </a:lnTo>
                <a:lnTo>
                  <a:pt x="152564" y="639909"/>
                </a:lnTo>
                <a:lnTo>
                  <a:pt x="153275" y="640385"/>
                </a:lnTo>
                <a:lnTo>
                  <a:pt x="154731" y="640143"/>
                </a:lnTo>
                <a:lnTo>
                  <a:pt x="155699" y="640471"/>
                </a:lnTo>
                <a:lnTo>
                  <a:pt x="157196" y="640504"/>
                </a:lnTo>
                <a:lnTo>
                  <a:pt x="157972" y="641057"/>
                </a:lnTo>
                <a:lnTo>
                  <a:pt x="158586" y="641141"/>
                </a:lnTo>
                <a:lnTo>
                  <a:pt x="158786" y="641636"/>
                </a:lnTo>
                <a:lnTo>
                  <a:pt x="157667" y="643105"/>
                </a:lnTo>
                <a:lnTo>
                  <a:pt x="159465" y="644051"/>
                </a:lnTo>
                <a:lnTo>
                  <a:pt x="158478" y="644696"/>
                </a:lnTo>
                <a:lnTo>
                  <a:pt x="160186" y="644626"/>
                </a:lnTo>
                <a:lnTo>
                  <a:pt x="160706" y="645026"/>
                </a:lnTo>
                <a:lnTo>
                  <a:pt x="161106" y="646113"/>
                </a:lnTo>
                <a:lnTo>
                  <a:pt x="162018" y="646850"/>
                </a:lnTo>
                <a:lnTo>
                  <a:pt x="161484" y="647567"/>
                </a:lnTo>
                <a:lnTo>
                  <a:pt x="161937" y="648249"/>
                </a:lnTo>
                <a:lnTo>
                  <a:pt x="161928" y="648703"/>
                </a:lnTo>
                <a:lnTo>
                  <a:pt x="161649" y="649261"/>
                </a:lnTo>
                <a:lnTo>
                  <a:pt x="161177" y="649255"/>
                </a:lnTo>
                <a:lnTo>
                  <a:pt x="160678" y="649730"/>
                </a:lnTo>
                <a:lnTo>
                  <a:pt x="161032" y="651418"/>
                </a:lnTo>
                <a:lnTo>
                  <a:pt x="160741" y="651954"/>
                </a:lnTo>
                <a:lnTo>
                  <a:pt x="160112" y="652211"/>
                </a:lnTo>
                <a:lnTo>
                  <a:pt x="160012" y="653427"/>
                </a:lnTo>
                <a:lnTo>
                  <a:pt x="160911" y="653891"/>
                </a:lnTo>
                <a:lnTo>
                  <a:pt x="161776" y="654721"/>
                </a:lnTo>
                <a:lnTo>
                  <a:pt x="162788" y="655030"/>
                </a:lnTo>
                <a:lnTo>
                  <a:pt x="162945" y="655526"/>
                </a:lnTo>
                <a:lnTo>
                  <a:pt x="162257" y="657015"/>
                </a:lnTo>
                <a:lnTo>
                  <a:pt x="160752" y="657257"/>
                </a:lnTo>
                <a:lnTo>
                  <a:pt x="160623" y="658760"/>
                </a:lnTo>
                <a:lnTo>
                  <a:pt x="161202" y="659059"/>
                </a:lnTo>
                <a:lnTo>
                  <a:pt x="161392" y="659746"/>
                </a:lnTo>
                <a:lnTo>
                  <a:pt x="161049" y="660187"/>
                </a:lnTo>
                <a:lnTo>
                  <a:pt x="159870" y="660445"/>
                </a:lnTo>
                <a:lnTo>
                  <a:pt x="159756" y="660702"/>
                </a:lnTo>
                <a:lnTo>
                  <a:pt x="160339" y="661554"/>
                </a:lnTo>
                <a:lnTo>
                  <a:pt x="160374" y="662966"/>
                </a:lnTo>
                <a:lnTo>
                  <a:pt x="160695" y="662937"/>
                </a:lnTo>
                <a:lnTo>
                  <a:pt x="161614" y="661866"/>
                </a:lnTo>
                <a:lnTo>
                  <a:pt x="162435" y="663005"/>
                </a:lnTo>
                <a:lnTo>
                  <a:pt x="163461" y="663481"/>
                </a:lnTo>
                <a:lnTo>
                  <a:pt x="164400" y="663576"/>
                </a:lnTo>
                <a:lnTo>
                  <a:pt x="163934" y="665739"/>
                </a:lnTo>
                <a:lnTo>
                  <a:pt x="163284" y="666781"/>
                </a:lnTo>
                <a:lnTo>
                  <a:pt x="163262" y="667460"/>
                </a:lnTo>
                <a:lnTo>
                  <a:pt x="164075" y="669115"/>
                </a:lnTo>
                <a:lnTo>
                  <a:pt x="164866" y="670075"/>
                </a:lnTo>
                <a:lnTo>
                  <a:pt x="166552" y="670728"/>
                </a:lnTo>
                <a:lnTo>
                  <a:pt x="167192" y="671915"/>
                </a:lnTo>
                <a:lnTo>
                  <a:pt x="167210" y="672727"/>
                </a:lnTo>
                <a:close/>
              </a:path>
            </a:pathLst>
          </a:custGeom>
          <a:solidFill>
            <a:srgbClr val="3D619D"/>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4034345" y="3019923"/>
            <a:ext cx="809517" cy="529099"/>
          </a:xfrm>
          <a:custGeom>
            <a:avLst/>
            <a:gdLst/>
            <a:ahLst/>
            <a:cxnLst/>
            <a:rect l="l" t="t" r="r" b="b"/>
            <a:pathLst>
              <a:path w="809517" h="529099">
                <a:moveTo>
                  <a:pt x="326664" y="479091"/>
                </a:moveTo>
                <a:lnTo>
                  <a:pt x="326444" y="474257"/>
                </a:lnTo>
                <a:lnTo>
                  <a:pt x="324374" y="475053"/>
                </a:lnTo>
                <a:lnTo>
                  <a:pt x="324480" y="476630"/>
                </a:lnTo>
                <a:lnTo>
                  <a:pt x="318671" y="478091"/>
                </a:lnTo>
                <a:lnTo>
                  <a:pt x="318559" y="478748"/>
                </a:lnTo>
                <a:lnTo>
                  <a:pt x="309807" y="480022"/>
                </a:lnTo>
                <a:lnTo>
                  <a:pt x="309046" y="482791"/>
                </a:lnTo>
                <a:lnTo>
                  <a:pt x="303951" y="484550"/>
                </a:lnTo>
                <a:lnTo>
                  <a:pt x="298577" y="487526"/>
                </a:lnTo>
                <a:lnTo>
                  <a:pt x="287595" y="489066"/>
                </a:lnTo>
                <a:lnTo>
                  <a:pt x="291168" y="487810"/>
                </a:lnTo>
                <a:lnTo>
                  <a:pt x="288592" y="481174"/>
                </a:lnTo>
                <a:lnTo>
                  <a:pt x="286790" y="479688"/>
                </a:lnTo>
                <a:lnTo>
                  <a:pt x="289938" y="478584"/>
                </a:lnTo>
                <a:lnTo>
                  <a:pt x="296245" y="475777"/>
                </a:lnTo>
                <a:lnTo>
                  <a:pt x="296738" y="476902"/>
                </a:lnTo>
                <a:lnTo>
                  <a:pt x="303872" y="476491"/>
                </a:lnTo>
                <a:lnTo>
                  <a:pt x="300958" y="469555"/>
                </a:lnTo>
                <a:lnTo>
                  <a:pt x="320539" y="467198"/>
                </a:lnTo>
                <a:lnTo>
                  <a:pt x="320976" y="465526"/>
                </a:lnTo>
                <a:lnTo>
                  <a:pt x="324613" y="465389"/>
                </a:lnTo>
                <a:lnTo>
                  <a:pt x="320738" y="456429"/>
                </a:lnTo>
                <a:lnTo>
                  <a:pt x="324954" y="453513"/>
                </a:lnTo>
                <a:lnTo>
                  <a:pt x="328690" y="451681"/>
                </a:lnTo>
                <a:lnTo>
                  <a:pt x="336836" y="448991"/>
                </a:lnTo>
                <a:lnTo>
                  <a:pt x="343754" y="442441"/>
                </a:lnTo>
                <a:lnTo>
                  <a:pt x="355151" y="443615"/>
                </a:lnTo>
                <a:lnTo>
                  <a:pt x="356368" y="446438"/>
                </a:lnTo>
                <a:lnTo>
                  <a:pt x="367930" y="441767"/>
                </a:lnTo>
                <a:lnTo>
                  <a:pt x="369694" y="445267"/>
                </a:lnTo>
                <a:lnTo>
                  <a:pt x="370329" y="447029"/>
                </a:lnTo>
                <a:lnTo>
                  <a:pt x="362860" y="450260"/>
                </a:lnTo>
                <a:lnTo>
                  <a:pt x="365221" y="456791"/>
                </a:lnTo>
                <a:lnTo>
                  <a:pt x="364617" y="456842"/>
                </a:lnTo>
                <a:lnTo>
                  <a:pt x="365289" y="458661"/>
                </a:lnTo>
                <a:lnTo>
                  <a:pt x="368933" y="457660"/>
                </a:lnTo>
                <a:lnTo>
                  <a:pt x="370482" y="460460"/>
                </a:lnTo>
                <a:lnTo>
                  <a:pt x="373895" y="469149"/>
                </a:lnTo>
                <a:lnTo>
                  <a:pt x="374448" y="468932"/>
                </a:lnTo>
                <a:lnTo>
                  <a:pt x="374571" y="469279"/>
                </a:lnTo>
                <a:lnTo>
                  <a:pt x="380876" y="466959"/>
                </a:lnTo>
                <a:lnTo>
                  <a:pt x="388395" y="468955"/>
                </a:lnTo>
                <a:lnTo>
                  <a:pt x="390447" y="472790"/>
                </a:lnTo>
                <a:lnTo>
                  <a:pt x="391104" y="473300"/>
                </a:lnTo>
                <a:lnTo>
                  <a:pt x="390285" y="474221"/>
                </a:lnTo>
                <a:lnTo>
                  <a:pt x="390737" y="475191"/>
                </a:lnTo>
                <a:lnTo>
                  <a:pt x="391191" y="474658"/>
                </a:lnTo>
                <a:lnTo>
                  <a:pt x="391611" y="475159"/>
                </a:lnTo>
                <a:lnTo>
                  <a:pt x="392163" y="474704"/>
                </a:lnTo>
                <a:lnTo>
                  <a:pt x="392690" y="475123"/>
                </a:lnTo>
                <a:lnTo>
                  <a:pt x="393311" y="474779"/>
                </a:lnTo>
                <a:lnTo>
                  <a:pt x="396547" y="476938"/>
                </a:lnTo>
                <a:lnTo>
                  <a:pt x="390327" y="480475"/>
                </a:lnTo>
                <a:lnTo>
                  <a:pt x="390688" y="482407"/>
                </a:lnTo>
                <a:lnTo>
                  <a:pt x="383820" y="480857"/>
                </a:lnTo>
                <a:lnTo>
                  <a:pt x="383792" y="490790"/>
                </a:lnTo>
                <a:lnTo>
                  <a:pt x="381587" y="498544"/>
                </a:lnTo>
                <a:lnTo>
                  <a:pt x="382914" y="500228"/>
                </a:lnTo>
                <a:lnTo>
                  <a:pt x="381944" y="500759"/>
                </a:lnTo>
                <a:lnTo>
                  <a:pt x="382394" y="502693"/>
                </a:lnTo>
                <a:lnTo>
                  <a:pt x="384101" y="503360"/>
                </a:lnTo>
                <a:lnTo>
                  <a:pt x="385010" y="503257"/>
                </a:lnTo>
                <a:lnTo>
                  <a:pt x="387338" y="504563"/>
                </a:lnTo>
                <a:lnTo>
                  <a:pt x="387837" y="504219"/>
                </a:lnTo>
                <a:lnTo>
                  <a:pt x="388794" y="504656"/>
                </a:lnTo>
                <a:lnTo>
                  <a:pt x="389001" y="505597"/>
                </a:lnTo>
                <a:lnTo>
                  <a:pt x="389865" y="505070"/>
                </a:lnTo>
                <a:lnTo>
                  <a:pt x="390503" y="510213"/>
                </a:lnTo>
                <a:lnTo>
                  <a:pt x="393833" y="509067"/>
                </a:lnTo>
                <a:lnTo>
                  <a:pt x="400986" y="507762"/>
                </a:lnTo>
                <a:lnTo>
                  <a:pt x="402010" y="510237"/>
                </a:lnTo>
                <a:lnTo>
                  <a:pt x="400250" y="515965"/>
                </a:lnTo>
                <a:lnTo>
                  <a:pt x="396830" y="520876"/>
                </a:lnTo>
                <a:lnTo>
                  <a:pt x="395234" y="521522"/>
                </a:lnTo>
                <a:lnTo>
                  <a:pt x="404757" y="518691"/>
                </a:lnTo>
                <a:lnTo>
                  <a:pt x="406173" y="525881"/>
                </a:lnTo>
                <a:lnTo>
                  <a:pt x="410654" y="524092"/>
                </a:lnTo>
                <a:lnTo>
                  <a:pt x="411448" y="524327"/>
                </a:lnTo>
                <a:lnTo>
                  <a:pt x="413044" y="521163"/>
                </a:lnTo>
                <a:lnTo>
                  <a:pt x="414748" y="519932"/>
                </a:lnTo>
                <a:lnTo>
                  <a:pt x="423034" y="520984"/>
                </a:lnTo>
                <a:lnTo>
                  <a:pt x="426095" y="520016"/>
                </a:lnTo>
                <a:lnTo>
                  <a:pt x="427031" y="525139"/>
                </a:lnTo>
                <a:lnTo>
                  <a:pt x="434106" y="527076"/>
                </a:lnTo>
                <a:lnTo>
                  <a:pt x="442035" y="526073"/>
                </a:lnTo>
                <a:lnTo>
                  <a:pt x="451529" y="529099"/>
                </a:lnTo>
                <a:lnTo>
                  <a:pt x="452202" y="526269"/>
                </a:lnTo>
                <a:lnTo>
                  <a:pt x="461653" y="525087"/>
                </a:lnTo>
                <a:lnTo>
                  <a:pt x="465376" y="526127"/>
                </a:lnTo>
                <a:lnTo>
                  <a:pt x="474475" y="521944"/>
                </a:lnTo>
                <a:lnTo>
                  <a:pt x="482234" y="524222"/>
                </a:lnTo>
                <a:lnTo>
                  <a:pt x="488321" y="527293"/>
                </a:lnTo>
                <a:lnTo>
                  <a:pt x="491945" y="521097"/>
                </a:lnTo>
                <a:lnTo>
                  <a:pt x="495428" y="521248"/>
                </a:lnTo>
                <a:lnTo>
                  <a:pt x="495874" y="521059"/>
                </a:lnTo>
                <a:lnTo>
                  <a:pt x="495919" y="520763"/>
                </a:lnTo>
                <a:lnTo>
                  <a:pt x="496281" y="521334"/>
                </a:lnTo>
                <a:lnTo>
                  <a:pt x="496705" y="521321"/>
                </a:lnTo>
                <a:lnTo>
                  <a:pt x="496894" y="521793"/>
                </a:lnTo>
                <a:lnTo>
                  <a:pt x="497579" y="521903"/>
                </a:lnTo>
                <a:lnTo>
                  <a:pt x="497643" y="522630"/>
                </a:lnTo>
                <a:lnTo>
                  <a:pt x="498264" y="523762"/>
                </a:lnTo>
                <a:lnTo>
                  <a:pt x="498230" y="524559"/>
                </a:lnTo>
                <a:lnTo>
                  <a:pt x="498641" y="525309"/>
                </a:lnTo>
                <a:lnTo>
                  <a:pt x="505723" y="522092"/>
                </a:lnTo>
                <a:lnTo>
                  <a:pt x="505925" y="517951"/>
                </a:lnTo>
                <a:lnTo>
                  <a:pt x="513220" y="517068"/>
                </a:lnTo>
                <a:lnTo>
                  <a:pt x="523161" y="519033"/>
                </a:lnTo>
                <a:lnTo>
                  <a:pt x="522798" y="509210"/>
                </a:lnTo>
                <a:lnTo>
                  <a:pt x="524937" y="501492"/>
                </a:lnTo>
                <a:lnTo>
                  <a:pt x="524488" y="501522"/>
                </a:lnTo>
                <a:lnTo>
                  <a:pt x="524474" y="487521"/>
                </a:lnTo>
                <a:lnTo>
                  <a:pt x="520988" y="478938"/>
                </a:lnTo>
                <a:lnTo>
                  <a:pt x="528478" y="478072"/>
                </a:lnTo>
                <a:lnTo>
                  <a:pt x="528632" y="474786"/>
                </a:lnTo>
                <a:lnTo>
                  <a:pt x="537130" y="482272"/>
                </a:lnTo>
                <a:lnTo>
                  <a:pt x="537091" y="485072"/>
                </a:lnTo>
                <a:lnTo>
                  <a:pt x="541551" y="484536"/>
                </a:lnTo>
                <a:lnTo>
                  <a:pt x="544924" y="485169"/>
                </a:lnTo>
                <a:lnTo>
                  <a:pt x="545172" y="479931"/>
                </a:lnTo>
                <a:lnTo>
                  <a:pt x="545788" y="479758"/>
                </a:lnTo>
                <a:lnTo>
                  <a:pt x="546206" y="470497"/>
                </a:lnTo>
                <a:lnTo>
                  <a:pt x="547821" y="469878"/>
                </a:lnTo>
                <a:lnTo>
                  <a:pt x="553506" y="471493"/>
                </a:lnTo>
                <a:lnTo>
                  <a:pt x="553328" y="470601"/>
                </a:lnTo>
                <a:lnTo>
                  <a:pt x="550940" y="465367"/>
                </a:lnTo>
                <a:lnTo>
                  <a:pt x="551048" y="463847"/>
                </a:lnTo>
                <a:lnTo>
                  <a:pt x="549971" y="463719"/>
                </a:lnTo>
                <a:lnTo>
                  <a:pt x="550066" y="460603"/>
                </a:lnTo>
                <a:lnTo>
                  <a:pt x="551407" y="452975"/>
                </a:lnTo>
                <a:lnTo>
                  <a:pt x="553879" y="442364"/>
                </a:lnTo>
                <a:lnTo>
                  <a:pt x="569201" y="445083"/>
                </a:lnTo>
                <a:lnTo>
                  <a:pt x="570487" y="447359"/>
                </a:lnTo>
                <a:lnTo>
                  <a:pt x="570388" y="447803"/>
                </a:lnTo>
                <a:lnTo>
                  <a:pt x="570641" y="447943"/>
                </a:lnTo>
                <a:lnTo>
                  <a:pt x="570779" y="447576"/>
                </a:lnTo>
                <a:lnTo>
                  <a:pt x="571194" y="447762"/>
                </a:lnTo>
                <a:lnTo>
                  <a:pt x="571297" y="447561"/>
                </a:lnTo>
                <a:lnTo>
                  <a:pt x="570968" y="447247"/>
                </a:lnTo>
                <a:lnTo>
                  <a:pt x="570792" y="446389"/>
                </a:lnTo>
                <a:lnTo>
                  <a:pt x="571153" y="446014"/>
                </a:lnTo>
                <a:lnTo>
                  <a:pt x="577216" y="448008"/>
                </a:lnTo>
                <a:lnTo>
                  <a:pt x="577666" y="442524"/>
                </a:lnTo>
                <a:lnTo>
                  <a:pt x="583687" y="446359"/>
                </a:lnTo>
                <a:lnTo>
                  <a:pt x="584026" y="445899"/>
                </a:lnTo>
                <a:lnTo>
                  <a:pt x="583697" y="444708"/>
                </a:lnTo>
                <a:lnTo>
                  <a:pt x="583049" y="444888"/>
                </a:lnTo>
                <a:lnTo>
                  <a:pt x="582783" y="444556"/>
                </a:lnTo>
                <a:lnTo>
                  <a:pt x="583009" y="443248"/>
                </a:lnTo>
                <a:lnTo>
                  <a:pt x="582871" y="442807"/>
                </a:lnTo>
                <a:lnTo>
                  <a:pt x="588000" y="443936"/>
                </a:lnTo>
                <a:lnTo>
                  <a:pt x="589816" y="445554"/>
                </a:lnTo>
                <a:lnTo>
                  <a:pt x="591431" y="453316"/>
                </a:lnTo>
                <a:lnTo>
                  <a:pt x="597351" y="460264"/>
                </a:lnTo>
                <a:lnTo>
                  <a:pt x="597959" y="454082"/>
                </a:lnTo>
                <a:lnTo>
                  <a:pt x="607840" y="451640"/>
                </a:lnTo>
                <a:lnTo>
                  <a:pt x="610354" y="455064"/>
                </a:lnTo>
                <a:lnTo>
                  <a:pt x="610412" y="450306"/>
                </a:lnTo>
                <a:lnTo>
                  <a:pt x="614685" y="448114"/>
                </a:lnTo>
                <a:lnTo>
                  <a:pt x="616415" y="443662"/>
                </a:lnTo>
                <a:lnTo>
                  <a:pt x="618721" y="445155"/>
                </a:lnTo>
                <a:lnTo>
                  <a:pt x="622169" y="438712"/>
                </a:lnTo>
                <a:lnTo>
                  <a:pt x="623640" y="432811"/>
                </a:lnTo>
                <a:lnTo>
                  <a:pt x="619302" y="429991"/>
                </a:lnTo>
                <a:lnTo>
                  <a:pt x="619919" y="426087"/>
                </a:lnTo>
                <a:lnTo>
                  <a:pt x="626052" y="426682"/>
                </a:lnTo>
                <a:lnTo>
                  <a:pt x="627098" y="426187"/>
                </a:lnTo>
                <a:lnTo>
                  <a:pt x="632380" y="422084"/>
                </a:lnTo>
                <a:lnTo>
                  <a:pt x="631155" y="415915"/>
                </a:lnTo>
                <a:lnTo>
                  <a:pt x="627046" y="408660"/>
                </a:lnTo>
                <a:lnTo>
                  <a:pt x="630614" y="402839"/>
                </a:lnTo>
                <a:lnTo>
                  <a:pt x="634654" y="406647"/>
                </a:lnTo>
                <a:lnTo>
                  <a:pt x="635433" y="396913"/>
                </a:lnTo>
                <a:lnTo>
                  <a:pt x="635518" y="388925"/>
                </a:lnTo>
                <a:lnTo>
                  <a:pt x="640052" y="382992"/>
                </a:lnTo>
                <a:lnTo>
                  <a:pt x="645654" y="389519"/>
                </a:lnTo>
                <a:lnTo>
                  <a:pt x="655958" y="396448"/>
                </a:lnTo>
                <a:lnTo>
                  <a:pt x="661522" y="394693"/>
                </a:lnTo>
                <a:lnTo>
                  <a:pt x="668219" y="394329"/>
                </a:lnTo>
                <a:lnTo>
                  <a:pt x="668447" y="404141"/>
                </a:lnTo>
                <a:lnTo>
                  <a:pt x="682389" y="402996"/>
                </a:lnTo>
                <a:lnTo>
                  <a:pt x="707793" y="402100"/>
                </a:lnTo>
                <a:lnTo>
                  <a:pt x="712314" y="393181"/>
                </a:lnTo>
                <a:lnTo>
                  <a:pt x="705541" y="381086"/>
                </a:lnTo>
                <a:lnTo>
                  <a:pt x="699093" y="382494"/>
                </a:lnTo>
                <a:lnTo>
                  <a:pt x="699622" y="372553"/>
                </a:lnTo>
                <a:lnTo>
                  <a:pt x="711758" y="371593"/>
                </a:lnTo>
                <a:lnTo>
                  <a:pt x="706111" y="361527"/>
                </a:lnTo>
                <a:lnTo>
                  <a:pt x="699010" y="363345"/>
                </a:lnTo>
                <a:lnTo>
                  <a:pt x="691577" y="363752"/>
                </a:lnTo>
                <a:lnTo>
                  <a:pt x="684806" y="363085"/>
                </a:lnTo>
                <a:lnTo>
                  <a:pt x="685873" y="355068"/>
                </a:lnTo>
                <a:lnTo>
                  <a:pt x="685315" y="348611"/>
                </a:lnTo>
                <a:lnTo>
                  <a:pt x="685035" y="341404"/>
                </a:lnTo>
                <a:lnTo>
                  <a:pt x="693815" y="335179"/>
                </a:lnTo>
                <a:lnTo>
                  <a:pt x="692416" y="330530"/>
                </a:lnTo>
                <a:lnTo>
                  <a:pt x="695189" y="330980"/>
                </a:lnTo>
                <a:lnTo>
                  <a:pt x="696237" y="326371"/>
                </a:lnTo>
                <a:lnTo>
                  <a:pt x="691111" y="326776"/>
                </a:lnTo>
                <a:lnTo>
                  <a:pt x="687816" y="326103"/>
                </a:lnTo>
                <a:lnTo>
                  <a:pt x="688342" y="325837"/>
                </a:lnTo>
                <a:lnTo>
                  <a:pt x="689166" y="324866"/>
                </a:lnTo>
                <a:lnTo>
                  <a:pt x="692486" y="323789"/>
                </a:lnTo>
                <a:lnTo>
                  <a:pt x="693601" y="323063"/>
                </a:lnTo>
                <a:lnTo>
                  <a:pt x="696418" y="322824"/>
                </a:lnTo>
                <a:lnTo>
                  <a:pt x="697673" y="323654"/>
                </a:lnTo>
                <a:lnTo>
                  <a:pt x="698320" y="323816"/>
                </a:lnTo>
                <a:lnTo>
                  <a:pt x="700311" y="323277"/>
                </a:lnTo>
                <a:lnTo>
                  <a:pt x="702682" y="321855"/>
                </a:lnTo>
                <a:lnTo>
                  <a:pt x="703756" y="321686"/>
                </a:lnTo>
                <a:lnTo>
                  <a:pt x="704093" y="319375"/>
                </a:lnTo>
                <a:lnTo>
                  <a:pt x="704799" y="318157"/>
                </a:lnTo>
                <a:lnTo>
                  <a:pt x="707455" y="317443"/>
                </a:lnTo>
                <a:lnTo>
                  <a:pt x="709231" y="319152"/>
                </a:lnTo>
                <a:lnTo>
                  <a:pt x="711253" y="319996"/>
                </a:lnTo>
                <a:lnTo>
                  <a:pt x="713312" y="322046"/>
                </a:lnTo>
                <a:lnTo>
                  <a:pt x="714745" y="324359"/>
                </a:lnTo>
                <a:lnTo>
                  <a:pt x="715557" y="328646"/>
                </a:lnTo>
                <a:lnTo>
                  <a:pt x="716260" y="329220"/>
                </a:lnTo>
                <a:lnTo>
                  <a:pt x="717280" y="329081"/>
                </a:lnTo>
                <a:lnTo>
                  <a:pt x="718946" y="328205"/>
                </a:lnTo>
                <a:lnTo>
                  <a:pt x="721816" y="325234"/>
                </a:lnTo>
                <a:lnTo>
                  <a:pt x="722258" y="325072"/>
                </a:lnTo>
                <a:lnTo>
                  <a:pt x="723014" y="325211"/>
                </a:lnTo>
                <a:lnTo>
                  <a:pt x="724667" y="326517"/>
                </a:lnTo>
                <a:lnTo>
                  <a:pt x="725744" y="326779"/>
                </a:lnTo>
                <a:lnTo>
                  <a:pt x="730073" y="325434"/>
                </a:lnTo>
                <a:lnTo>
                  <a:pt x="731639" y="325281"/>
                </a:lnTo>
                <a:lnTo>
                  <a:pt x="732415" y="324877"/>
                </a:lnTo>
                <a:lnTo>
                  <a:pt x="734615" y="322388"/>
                </a:lnTo>
                <a:lnTo>
                  <a:pt x="735272" y="322271"/>
                </a:lnTo>
                <a:lnTo>
                  <a:pt x="735694" y="322442"/>
                </a:lnTo>
                <a:lnTo>
                  <a:pt x="736482" y="324684"/>
                </a:lnTo>
                <a:lnTo>
                  <a:pt x="736906" y="324992"/>
                </a:lnTo>
                <a:lnTo>
                  <a:pt x="737412" y="325015"/>
                </a:lnTo>
                <a:lnTo>
                  <a:pt x="740593" y="323402"/>
                </a:lnTo>
                <a:lnTo>
                  <a:pt x="741799" y="323161"/>
                </a:lnTo>
                <a:lnTo>
                  <a:pt x="742281" y="322842"/>
                </a:lnTo>
                <a:lnTo>
                  <a:pt x="743781" y="320663"/>
                </a:lnTo>
                <a:lnTo>
                  <a:pt x="743989" y="317882"/>
                </a:lnTo>
                <a:lnTo>
                  <a:pt x="744982" y="317768"/>
                </a:lnTo>
                <a:lnTo>
                  <a:pt x="747091" y="319457"/>
                </a:lnTo>
                <a:lnTo>
                  <a:pt x="749936" y="319940"/>
                </a:lnTo>
                <a:lnTo>
                  <a:pt x="753314" y="321609"/>
                </a:lnTo>
                <a:lnTo>
                  <a:pt x="753949" y="322036"/>
                </a:lnTo>
                <a:lnTo>
                  <a:pt x="755472" y="323917"/>
                </a:lnTo>
                <a:lnTo>
                  <a:pt x="756650" y="324368"/>
                </a:lnTo>
                <a:lnTo>
                  <a:pt x="757957" y="324313"/>
                </a:lnTo>
                <a:lnTo>
                  <a:pt x="758656" y="324052"/>
                </a:lnTo>
                <a:lnTo>
                  <a:pt x="759054" y="322214"/>
                </a:lnTo>
                <a:lnTo>
                  <a:pt x="759702" y="321405"/>
                </a:lnTo>
                <a:lnTo>
                  <a:pt x="761569" y="320939"/>
                </a:lnTo>
                <a:lnTo>
                  <a:pt x="762622" y="320910"/>
                </a:lnTo>
                <a:lnTo>
                  <a:pt x="763391" y="321634"/>
                </a:lnTo>
                <a:lnTo>
                  <a:pt x="764269" y="323270"/>
                </a:lnTo>
                <a:lnTo>
                  <a:pt x="765188" y="324238"/>
                </a:lnTo>
                <a:lnTo>
                  <a:pt x="766308" y="324883"/>
                </a:lnTo>
                <a:lnTo>
                  <a:pt x="766815" y="324904"/>
                </a:lnTo>
                <a:lnTo>
                  <a:pt x="768388" y="323589"/>
                </a:lnTo>
                <a:lnTo>
                  <a:pt x="768676" y="321783"/>
                </a:lnTo>
                <a:lnTo>
                  <a:pt x="770459" y="319785"/>
                </a:lnTo>
                <a:lnTo>
                  <a:pt x="772228" y="319025"/>
                </a:lnTo>
                <a:lnTo>
                  <a:pt x="776195" y="318646"/>
                </a:lnTo>
                <a:lnTo>
                  <a:pt x="777155" y="319123"/>
                </a:lnTo>
                <a:lnTo>
                  <a:pt x="777526" y="319831"/>
                </a:lnTo>
                <a:lnTo>
                  <a:pt x="778146" y="323419"/>
                </a:lnTo>
                <a:lnTo>
                  <a:pt x="778855" y="325667"/>
                </a:lnTo>
                <a:lnTo>
                  <a:pt x="779380" y="326163"/>
                </a:lnTo>
                <a:lnTo>
                  <a:pt x="782053" y="326384"/>
                </a:lnTo>
                <a:lnTo>
                  <a:pt x="784551" y="326036"/>
                </a:lnTo>
                <a:lnTo>
                  <a:pt x="787166" y="324456"/>
                </a:lnTo>
                <a:lnTo>
                  <a:pt x="787500" y="323342"/>
                </a:lnTo>
                <a:lnTo>
                  <a:pt x="787509" y="322216"/>
                </a:lnTo>
                <a:lnTo>
                  <a:pt x="787089" y="319981"/>
                </a:lnTo>
                <a:lnTo>
                  <a:pt x="787350" y="318864"/>
                </a:lnTo>
                <a:lnTo>
                  <a:pt x="789136" y="317703"/>
                </a:lnTo>
                <a:lnTo>
                  <a:pt x="789956" y="316812"/>
                </a:lnTo>
                <a:lnTo>
                  <a:pt x="792767" y="314648"/>
                </a:lnTo>
                <a:lnTo>
                  <a:pt x="793731" y="314391"/>
                </a:lnTo>
                <a:lnTo>
                  <a:pt x="794650" y="314582"/>
                </a:lnTo>
                <a:lnTo>
                  <a:pt x="796315" y="316271"/>
                </a:lnTo>
                <a:lnTo>
                  <a:pt x="797266" y="316676"/>
                </a:lnTo>
                <a:lnTo>
                  <a:pt x="797752" y="317204"/>
                </a:lnTo>
                <a:lnTo>
                  <a:pt x="798886" y="317616"/>
                </a:lnTo>
                <a:lnTo>
                  <a:pt x="800046" y="317536"/>
                </a:lnTo>
                <a:lnTo>
                  <a:pt x="800322" y="317251"/>
                </a:lnTo>
                <a:lnTo>
                  <a:pt x="800299" y="316336"/>
                </a:lnTo>
                <a:lnTo>
                  <a:pt x="800837" y="315612"/>
                </a:lnTo>
                <a:lnTo>
                  <a:pt x="804910" y="315970"/>
                </a:lnTo>
                <a:lnTo>
                  <a:pt x="809517" y="315885"/>
                </a:lnTo>
                <a:lnTo>
                  <a:pt x="809242" y="313179"/>
                </a:lnTo>
                <a:lnTo>
                  <a:pt x="809331" y="311108"/>
                </a:lnTo>
                <a:lnTo>
                  <a:pt x="793519" y="299308"/>
                </a:lnTo>
                <a:lnTo>
                  <a:pt x="784432" y="272011"/>
                </a:lnTo>
                <a:lnTo>
                  <a:pt x="784250" y="257092"/>
                </a:lnTo>
                <a:lnTo>
                  <a:pt x="780940" y="250769"/>
                </a:lnTo>
                <a:lnTo>
                  <a:pt x="766417" y="232268"/>
                </a:lnTo>
                <a:lnTo>
                  <a:pt x="765521" y="220660"/>
                </a:lnTo>
                <a:lnTo>
                  <a:pt x="767509" y="198007"/>
                </a:lnTo>
                <a:lnTo>
                  <a:pt x="769270" y="186692"/>
                </a:lnTo>
                <a:lnTo>
                  <a:pt x="767159" y="176731"/>
                </a:lnTo>
                <a:lnTo>
                  <a:pt x="758509" y="142128"/>
                </a:lnTo>
                <a:lnTo>
                  <a:pt x="737730" y="60042"/>
                </a:lnTo>
                <a:lnTo>
                  <a:pt x="738034" y="59827"/>
                </a:lnTo>
                <a:lnTo>
                  <a:pt x="734857" y="56807"/>
                </a:lnTo>
                <a:lnTo>
                  <a:pt x="733663" y="54491"/>
                </a:lnTo>
                <a:lnTo>
                  <a:pt x="733098" y="51941"/>
                </a:lnTo>
                <a:lnTo>
                  <a:pt x="732385" y="50741"/>
                </a:lnTo>
                <a:lnTo>
                  <a:pt x="731606" y="50264"/>
                </a:lnTo>
                <a:lnTo>
                  <a:pt x="729581" y="49832"/>
                </a:lnTo>
                <a:lnTo>
                  <a:pt x="725262" y="50713"/>
                </a:lnTo>
                <a:lnTo>
                  <a:pt x="724113" y="50469"/>
                </a:lnTo>
                <a:lnTo>
                  <a:pt x="722361" y="49110"/>
                </a:lnTo>
                <a:lnTo>
                  <a:pt x="720520" y="45479"/>
                </a:lnTo>
                <a:lnTo>
                  <a:pt x="718593" y="44172"/>
                </a:lnTo>
                <a:lnTo>
                  <a:pt x="716957" y="43611"/>
                </a:lnTo>
                <a:lnTo>
                  <a:pt x="715996" y="43565"/>
                </a:lnTo>
                <a:lnTo>
                  <a:pt x="713657" y="43968"/>
                </a:lnTo>
                <a:lnTo>
                  <a:pt x="707050" y="46164"/>
                </a:lnTo>
                <a:lnTo>
                  <a:pt x="705675" y="46303"/>
                </a:lnTo>
                <a:lnTo>
                  <a:pt x="702217" y="44777"/>
                </a:lnTo>
                <a:lnTo>
                  <a:pt x="700047" y="44081"/>
                </a:lnTo>
                <a:lnTo>
                  <a:pt x="695954" y="41823"/>
                </a:lnTo>
                <a:lnTo>
                  <a:pt x="692688" y="40354"/>
                </a:lnTo>
                <a:lnTo>
                  <a:pt x="692033" y="40497"/>
                </a:lnTo>
                <a:lnTo>
                  <a:pt x="691620" y="41534"/>
                </a:lnTo>
                <a:lnTo>
                  <a:pt x="691175" y="41913"/>
                </a:lnTo>
                <a:lnTo>
                  <a:pt x="689796" y="42003"/>
                </a:lnTo>
                <a:lnTo>
                  <a:pt x="688682" y="41322"/>
                </a:lnTo>
                <a:lnTo>
                  <a:pt x="688073" y="39868"/>
                </a:lnTo>
                <a:lnTo>
                  <a:pt x="684733" y="39721"/>
                </a:lnTo>
                <a:lnTo>
                  <a:pt x="683978" y="39182"/>
                </a:lnTo>
                <a:lnTo>
                  <a:pt x="682962" y="37674"/>
                </a:lnTo>
                <a:lnTo>
                  <a:pt x="682417" y="37368"/>
                </a:lnTo>
                <a:lnTo>
                  <a:pt x="680497" y="37177"/>
                </a:lnTo>
                <a:lnTo>
                  <a:pt x="679160" y="36566"/>
                </a:lnTo>
                <a:lnTo>
                  <a:pt x="677988" y="36348"/>
                </a:lnTo>
                <a:lnTo>
                  <a:pt x="675737" y="37516"/>
                </a:lnTo>
                <a:lnTo>
                  <a:pt x="675267" y="37557"/>
                </a:lnTo>
                <a:lnTo>
                  <a:pt x="673446" y="36480"/>
                </a:lnTo>
                <a:lnTo>
                  <a:pt x="668351" y="35137"/>
                </a:lnTo>
                <a:lnTo>
                  <a:pt x="662396" y="36279"/>
                </a:lnTo>
                <a:lnTo>
                  <a:pt x="659156" y="36658"/>
                </a:lnTo>
                <a:lnTo>
                  <a:pt x="657050" y="36532"/>
                </a:lnTo>
                <a:lnTo>
                  <a:pt x="655450" y="37047"/>
                </a:lnTo>
                <a:lnTo>
                  <a:pt x="652767" y="37140"/>
                </a:lnTo>
                <a:lnTo>
                  <a:pt x="649243" y="38205"/>
                </a:lnTo>
                <a:lnTo>
                  <a:pt x="643441" y="36866"/>
                </a:lnTo>
                <a:lnTo>
                  <a:pt x="642516" y="36874"/>
                </a:lnTo>
                <a:lnTo>
                  <a:pt x="640887" y="37616"/>
                </a:lnTo>
                <a:lnTo>
                  <a:pt x="638745" y="40116"/>
                </a:lnTo>
                <a:lnTo>
                  <a:pt x="637614" y="40705"/>
                </a:lnTo>
                <a:lnTo>
                  <a:pt x="636340" y="40499"/>
                </a:lnTo>
                <a:lnTo>
                  <a:pt x="634058" y="38391"/>
                </a:lnTo>
                <a:lnTo>
                  <a:pt x="632224" y="37768"/>
                </a:lnTo>
                <a:lnTo>
                  <a:pt x="630167" y="37533"/>
                </a:lnTo>
                <a:lnTo>
                  <a:pt x="628077" y="37866"/>
                </a:lnTo>
                <a:lnTo>
                  <a:pt x="627384" y="38246"/>
                </a:lnTo>
                <a:lnTo>
                  <a:pt x="626613" y="39110"/>
                </a:lnTo>
                <a:lnTo>
                  <a:pt x="625876" y="39369"/>
                </a:lnTo>
                <a:lnTo>
                  <a:pt x="620651" y="37724"/>
                </a:lnTo>
                <a:lnTo>
                  <a:pt x="618932" y="37570"/>
                </a:lnTo>
                <a:lnTo>
                  <a:pt x="616520" y="36445"/>
                </a:lnTo>
                <a:lnTo>
                  <a:pt x="614462" y="36789"/>
                </a:lnTo>
                <a:lnTo>
                  <a:pt x="610860" y="38603"/>
                </a:lnTo>
                <a:lnTo>
                  <a:pt x="609111" y="39174"/>
                </a:lnTo>
                <a:lnTo>
                  <a:pt x="602848" y="40335"/>
                </a:lnTo>
                <a:lnTo>
                  <a:pt x="600277" y="41210"/>
                </a:lnTo>
                <a:lnTo>
                  <a:pt x="597137" y="40624"/>
                </a:lnTo>
                <a:lnTo>
                  <a:pt x="593391" y="40836"/>
                </a:lnTo>
                <a:lnTo>
                  <a:pt x="590463" y="40224"/>
                </a:lnTo>
                <a:lnTo>
                  <a:pt x="588268" y="41201"/>
                </a:lnTo>
                <a:lnTo>
                  <a:pt x="586505" y="41413"/>
                </a:lnTo>
                <a:lnTo>
                  <a:pt x="585422" y="41001"/>
                </a:lnTo>
                <a:lnTo>
                  <a:pt x="584102" y="39790"/>
                </a:lnTo>
                <a:lnTo>
                  <a:pt x="583056" y="38209"/>
                </a:lnTo>
                <a:lnTo>
                  <a:pt x="581885" y="35472"/>
                </a:lnTo>
                <a:lnTo>
                  <a:pt x="580765" y="34237"/>
                </a:lnTo>
                <a:lnTo>
                  <a:pt x="579428" y="33374"/>
                </a:lnTo>
                <a:lnTo>
                  <a:pt x="578850" y="31961"/>
                </a:lnTo>
                <a:lnTo>
                  <a:pt x="578104" y="31293"/>
                </a:lnTo>
                <a:lnTo>
                  <a:pt x="576705" y="31075"/>
                </a:lnTo>
                <a:lnTo>
                  <a:pt x="572439" y="31058"/>
                </a:lnTo>
                <a:lnTo>
                  <a:pt x="567056" y="31411"/>
                </a:lnTo>
                <a:lnTo>
                  <a:pt x="565978" y="31699"/>
                </a:lnTo>
                <a:lnTo>
                  <a:pt x="563344" y="33043"/>
                </a:lnTo>
                <a:lnTo>
                  <a:pt x="562322" y="32998"/>
                </a:lnTo>
                <a:lnTo>
                  <a:pt x="561652" y="32584"/>
                </a:lnTo>
                <a:lnTo>
                  <a:pt x="558773" y="28913"/>
                </a:lnTo>
                <a:lnTo>
                  <a:pt x="555043" y="26752"/>
                </a:lnTo>
                <a:lnTo>
                  <a:pt x="552515" y="23867"/>
                </a:lnTo>
                <a:lnTo>
                  <a:pt x="551395" y="23463"/>
                </a:lnTo>
                <a:lnTo>
                  <a:pt x="548552" y="23502"/>
                </a:lnTo>
                <a:lnTo>
                  <a:pt x="547694" y="23083"/>
                </a:lnTo>
                <a:lnTo>
                  <a:pt x="547158" y="22436"/>
                </a:lnTo>
                <a:lnTo>
                  <a:pt x="546859" y="21597"/>
                </a:lnTo>
                <a:lnTo>
                  <a:pt x="546965" y="19801"/>
                </a:lnTo>
                <a:lnTo>
                  <a:pt x="546659" y="19062"/>
                </a:lnTo>
                <a:lnTo>
                  <a:pt x="545720" y="18778"/>
                </a:lnTo>
                <a:lnTo>
                  <a:pt x="544000" y="18919"/>
                </a:lnTo>
                <a:lnTo>
                  <a:pt x="541359" y="17951"/>
                </a:lnTo>
                <a:lnTo>
                  <a:pt x="539561" y="17972"/>
                </a:lnTo>
                <a:lnTo>
                  <a:pt x="538240" y="16109"/>
                </a:lnTo>
                <a:lnTo>
                  <a:pt x="533186" y="12175"/>
                </a:lnTo>
                <a:lnTo>
                  <a:pt x="531735" y="12057"/>
                </a:lnTo>
                <a:lnTo>
                  <a:pt x="527862" y="12780"/>
                </a:lnTo>
                <a:lnTo>
                  <a:pt x="526997" y="12643"/>
                </a:lnTo>
                <a:lnTo>
                  <a:pt x="525996" y="12032"/>
                </a:lnTo>
                <a:lnTo>
                  <a:pt x="523446" y="9370"/>
                </a:lnTo>
                <a:lnTo>
                  <a:pt x="519133" y="9141"/>
                </a:lnTo>
                <a:lnTo>
                  <a:pt x="515330" y="7451"/>
                </a:lnTo>
                <a:lnTo>
                  <a:pt x="514305" y="6125"/>
                </a:lnTo>
                <a:lnTo>
                  <a:pt x="510753" y="3376"/>
                </a:lnTo>
                <a:lnTo>
                  <a:pt x="509623" y="3173"/>
                </a:lnTo>
                <a:lnTo>
                  <a:pt x="504521" y="3091"/>
                </a:lnTo>
                <a:lnTo>
                  <a:pt x="502211" y="3328"/>
                </a:lnTo>
                <a:lnTo>
                  <a:pt x="499808" y="2207"/>
                </a:lnTo>
                <a:lnTo>
                  <a:pt x="498609" y="2043"/>
                </a:lnTo>
                <a:lnTo>
                  <a:pt x="495671" y="2302"/>
                </a:lnTo>
                <a:lnTo>
                  <a:pt x="494271" y="437"/>
                </a:lnTo>
                <a:lnTo>
                  <a:pt x="493374" y="0"/>
                </a:lnTo>
                <a:lnTo>
                  <a:pt x="492824" y="34"/>
                </a:lnTo>
                <a:lnTo>
                  <a:pt x="490939" y="1048"/>
                </a:lnTo>
                <a:lnTo>
                  <a:pt x="489043" y="1506"/>
                </a:lnTo>
                <a:lnTo>
                  <a:pt x="488096" y="2406"/>
                </a:lnTo>
                <a:lnTo>
                  <a:pt x="487196" y="4077"/>
                </a:lnTo>
                <a:lnTo>
                  <a:pt x="486231" y="4615"/>
                </a:lnTo>
                <a:lnTo>
                  <a:pt x="484991" y="4356"/>
                </a:lnTo>
                <a:lnTo>
                  <a:pt x="483028" y="2500"/>
                </a:lnTo>
                <a:lnTo>
                  <a:pt x="481833" y="2049"/>
                </a:lnTo>
                <a:lnTo>
                  <a:pt x="481020" y="2242"/>
                </a:lnTo>
                <a:lnTo>
                  <a:pt x="479133" y="3370"/>
                </a:lnTo>
                <a:lnTo>
                  <a:pt x="475632" y="3680"/>
                </a:lnTo>
                <a:lnTo>
                  <a:pt x="475054" y="4058"/>
                </a:lnTo>
                <a:lnTo>
                  <a:pt x="474839" y="4562"/>
                </a:lnTo>
                <a:lnTo>
                  <a:pt x="474856" y="6489"/>
                </a:lnTo>
                <a:lnTo>
                  <a:pt x="474354" y="7287"/>
                </a:lnTo>
                <a:lnTo>
                  <a:pt x="473788" y="7680"/>
                </a:lnTo>
                <a:lnTo>
                  <a:pt x="471231" y="7389"/>
                </a:lnTo>
                <a:lnTo>
                  <a:pt x="469502" y="6539"/>
                </a:lnTo>
                <a:lnTo>
                  <a:pt x="466362" y="5491"/>
                </a:lnTo>
                <a:lnTo>
                  <a:pt x="464313" y="5374"/>
                </a:lnTo>
                <a:lnTo>
                  <a:pt x="457189" y="6517"/>
                </a:lnTo>
                <a:lnTo>
                  <a:pt x="456091" y="6979"/>
                </a:lnTo>
                <a:lnTo>
                  <a:pt x="455491" y="7776"/>
                </a:lnTo>
                <a:lnTo>
                  <a:pt x="454489" y="7880"/>
                </a:lnTo>
                <a:lnTo>
                  <a:pt x="452408" y="9068"/>
                </a:lnTo>
                <a:lnTo>
                  <a:pt x="448970" y="10123"/>
                </a:lnTo>
                <a:lnTo>
                  <a:pt x="447473" y="9816"/>
                </a:lnTo>
                <a:lnTo>
                  <a:pt x="447044" y="9051"/>
                </a:lnTo>
                <a:lnTo>
                  <a:pt x="446576" y="8934"/>
                </a:lnTo>
                <a:lnTo>
                  <a:pt x="445562" y="10402"/>
                </a:lnTo>
                <a:lnTo>
                  <a:pt x="444796" y="10787"/>
                </a:lnTo>
                <a:lnTo>
                  <a:pt x="444323" y="10678"/>
                </a:lnTo>
                <a:lnTo>
                  <a:pt x="443677" y="10021"/>
                </a:lnTo>
                <a:lnTo>
                  <a:pt x="443236" y="8213"/>
                </a:lnTo>
                <a:lnTo>
                  <a:pt x="442725" y="7852"/>
                </a:lnTo>
                <a:lnTo>
                  <a:pt x="441003" y="7993"/>
                </a:lnTo>
                <a:lnTo>
                  <a:pt x="439557" y="7557"/>
                </a:lnTo>
                <a:lnTo>
                  <a:pt x="438290" y="7844"/>
                </a:lnTo>
                <a:lnTo>
                  <a:pt x="437286" y="7490"/>
                </a:lnTo>
                <a:lnTo>
                  <a:pt x="436192" y="8495"/>
                </a:lnTo>
                <a:lnTo>
                  <a:pt x="435291" y="8546"/>
                </a:lnTo>
                <a:lnTo>
                  <a:pt x="434539" y="7910"/>
                </a:lnTo>
                <a:lnTo>
                  <a:pt x="433282" y="8501"/>
                </a:lnTo>
                <a:lnTo>
                  <a:pt x="430442" y="6528"/>
                </a:lnTo>
                <a:lnTo>
                  <a:pt x="428764" y="5980"/>
                </a:lnTo>
                <a:lnTo>
                  <a:pt x="427464" y="5823"/>
                </a:lnTo>
                <a:lnTo>
                  <a:pt x="426431" y="6395"/>
                </a:lnTo>
                <a:lnTo>
                  <a:pt x="424399" y="6541"/>
                </a:lnTo>
                <a:lnTo>
                  <a:pt x="423311" y="6886"/>
                </a:lnTo>
                <a:lnTo>
                  <a:pt x="422771" y="7451"/>
                </a:lnTo>
                <a:lnTo>
                  <a:pt x="421740" y="7952"/>
                </a:lnTo>
                <a:lnTo>
                  <a:pt x="420788" y="9173"/>
                </a:lnTo>
                <a:lnTo>
                  <a:pt x="419506" y="10205"/>
                </a:lnTo>
                <a:lnTo>
                  <a:pt x="417868" y="11255"/>
                </a:lnTo>
                <a:lnTo>
                  <a:pt x="417203" y="11450"/>
                </a:lnTo>
                <a:lnTo>
                  <a:pt x="416035" y="11528"/>
                </a:lnTo>
                <a:lnTo>
                  <a:pt x="414552" y="11012"/>
                </a:lnTo>
                <a:lnTo>
                  <a:pt x="412833" y="11090"/>
                </a:lnTo>
                <a:lnTo>
                  <a:pt x="410782" y="10681"/>
                </a:lnTo>
                <a:lnTo>
                  <a:pt x="407501" y="11862"/>
                </a:lnTo>
                <a:lnTo>
                  <a:pt x="406740" y="11923"/>
                </a:lnTo>
                <a:lnTo>
                  <a:pt x="405286" y="11400"/>
                </a:lnTo>
                <a:lnTo>
                  <a:pt x="401922" y="11429"/>
                </a:lnTo>
                <a:lnTo>
                  <a:pt x="401396" y="11044"/>
                </a:lnTo>
                <a:lnTo>
                  <a:pt x="400130" y="10896"/>
                </a:lnTo>
                <a:lnTo>
                  <a:pt x="399188" y="11587"/>
                </a:lnTo>
                <a:lnTo>
                  <a:pt x="398855" y="12798"/>
                </a:lnTo>
                <a:lnTo>
                  <a:pt x="398549" y="12882"/>
                </a:lnTo>
                <a:lnTo>
                  <a:pt x="397512" y="12379"/>
                </a:lnTo>
                <a:lnTo>
                  <a:pt x="396778" y="12951"/>
                </a:lnTo>
                <a:lnTo>
                  <a:pt x="396398" y="14234"/>
                </a:lnTo>
                <a:lnTo>
                  <a:pt x="396423" y="17285"/>
                </a:lnTo>
                <a:lnTo>
                  <a:pt x="395075" y="18142"/>
                </a:lnTo>
                <a:lnTo>
                  <a:pt x="394694" y="20084"/>
                </a:lnTo>
                <a:lnTo>
                  <a:pt x="393722" y="20970"/>
                </a:lnTo>
                <a:lnTo>
                  <a:pt x="391552" y="21649"/>
                </a:lnTo>
                <a:lnTo>
                  <a:pt x="390847" y="22603"/>
                </a:lnTo>
                <a:lnTo>
                  <a:pt x="390856" y="23416"/>
                </a:lnTo>
                <a:lnTo>
                  <a:pt x="390566" y="24072"/>
                </a:lnTo>
                <a:lnTo>
                  <a:pt x="389431" y="24761"/>
                </a:lnTo>
                <a:lnTo>
                  <a:pt x="389066" y="25249"/>
                </a:lnTo>
                <a:lnTo>
                  <a:pt x="388409" y="28542"/>
                </a:lnTo>
                <a:lnTo>
                  <a:pt x="388571" y="29966"/>
                </a:lnTo>
                <a:lnTo>
                  <a:pt x="388426" y="31501"/>
                </a:lnTo>
                <a:lnTo>
                  <a:pt x="389193" y="33177"/>
                </a:lnTo>
                <a:lnTo>
                  <a:pt x="389552" y="34893"/>
                </a:lnTo>
                <a:lnTo>
                  <a:pt x="389444" y="36332"/>
                </a:lnTo>
                <a:lnTo>
                  <a:pt x="388838" y="37462"/>
                </a:lnTo>
                <a:lnTo>
                  <a:pt x="386454" y="40578"/>
                </a:lnTo>
                <a:lnTo>
                  <a:pt x="386202" y="42410"/>
                </a:lnTo>
                <a:lnTo>
                  <a:pt x="385144" y="44093"/>
                </a:lnTo>
                <a:lnTo>
                  <a:pt x="385090" y="45019"/>
                </a:lnTo>
                <a:lnTo>
                  <a:pt x="383510" y="46512"/>
                </a:lnTo>
                <a:lnTo>
                  <a:pt x="381807" y="48921"/>
                </a:lnTo>
                <a:lnTo>
                  <a:pt x="380900" y="49548"/>
                </a:lnTo>
                <a:lnTo>
                  <a:pt x="380072" y="49562"/>
                </a:lnTo>
                <a:lnTo>
                  <a:pt x="378249" y="48142"/>
                </a:lnTo>
                <a:lnTo>
                  <a:pt x="376381" y="47675"/>
                </a:lnTo>
                <a:lnTo>
                  <a:pt x="375527" y="47209"/>
                </a:lnTo>
                <a:lnTo>
                  <a:pt x="373734" y="47127"/>
                </a:lnTo>
                <a:lnTo>
                  <a:pt x="371806" y="47610"/>
                </a:lnTo>
                <a:lnTo>
                  <a:pt x="368225" y="49184"/>
                </a:lnTo>
                <a:lnTo>
                  <a:pt x="367799" y="49623"/>
                </a:lnTo>
                <a:lnTo>
                  <a:pt x="367647" y="50594"/>
                </a:lnTo>
                <a:lnTo>
                  <a:pt x="368311" y="52087"/>
                </a:lnTo>
                <a:lnTo>
                  <a:pt x="368203" y="52893"/>
                </a:lnTo>
                <a:lnTo>
                  <a:pt x="367868" y="53426"/>
                </a:lnTo>
                <a:lnTo>
                  <a:pt x="361710" y="54512"/>
                </a:lnTo>
                <a:lnTo>
                  <a:pt x="359611" y="55123"/>
                </a:lnTo>
                <a:lnTo>
                  <a:pt x="358548" y="55041"/>
                </a:lnTo>
                <a:lnTo>
                  <a:pt x="357219" y="55430"/>
                </a:lnTo>
                <a:lnTo>
                  <a:pt x="353811" y="55529"/>
                </a:lnTo>
                <a:lnTo>
                  <a:pt x="351503" y="56645"/>
                </a:lnTo>
                <a:lnTo>
                  <a:pt x="349309" y="57222"/>
                </a:lnTo>
                <a:lnTo>
                  <a:pt x="348307" y="57920"/>
                </a:lnTo>
                <a:lnTo>
                  <a:pt x="348177" y="58842"/>
                </a:lnTo>
                <a:lnTo>
                  <a:pt x="346245" y="59926"/>
                </a:lnTo>
                <a:lnTo>
                  <a:pt x="344813" y="59619"/>
                </a:lnTo>
                <a:lnTo>
                  <a:pt x="343547" y="60017"/>
                </a:lnTo>
                <a:lnTo>
                  <a:pt x="342693" y="60691"/>
                </a:lnTo>
                <a:lnTo>
                  <a:pt x="341728" y="62149"/>
                </a:lnTo>
                <a:lnTo>
                  <a:pt x="339173" y="63617"/>
                </a:lnTo>
                <a:lnTo>
                  <a:pt x="335596" y="64207"/>
                </a:lnTo>
                <a:lnTo>
                  <a:pt x="329348" y="63558"/>
                </a:lnTo>
                <a:lnTo>
                  <a:pt x="327644" y="63692"/>
                </a:lnTo>
                <a:lnTo>
                  <a:pt x="327193" y="63866"/>
                </a:lnTo>
                <a:lnTo>
                  <a:pt x="324239" y="66411"/>
                </a:lnTo>
                <a:lnTo>
                  <a:pt x="322876" y="66842"/>
                </a:lnTo>
                <a:lnTo>
                  <a:pt x="321452" y="67719"/>
                </a:lnTo>
                <a:lnTo>
                  <a:pt x="319274" y="67924"/>
                </a:lnTo>
                <a:lnTo>
                  <a:pt x="317490" y="66157"/>
                </a:lnTo>
                <a:lnTo>
                  <a:pt x="314918" y="64849"/>
                </a:lnTo>
                <a:lnTo>
                  <a:pt x="311723" y="65018"/>
                </a:lnTo>
                <a:lnTo>
                  <a:pt x="310573" y="64462"/>
                </a:lnTo>
                <a:lnTo>
                  <a:pt x="309514" y="64360"/>
                </a:lnTo>
                <a:lnTo>
                  <a:pt x="306553" y="64918"/>
                </a:lnTo>
                <a:lnTo>
                  <a:pt x="304032" y="64274"/>
                </a:lnTo>
                <a:lnTo>
                  <a:pt x="302041" y="64341"/>
                </a:lnTo>
                <a:lnTo>
                  <a:pt x="300633" y="64103"/>
                </a:lnTo>
                <a:lnTo>
                  <a:pt x="298106" y="64617"/>
                </a:lnTo>
                <a:lnTo>
                  <a:pt x="295327" y="64332"/>
                </a:lnTo>
                <a:lnTo>
                  <a:pt x="294350" y="64794"/>
                </a:lnTo>
                <a:lnTo>
                  <a:pt x="293492" y="66666"/>
                </a:lnTo>
                <a:lnTo>
                  <a:pt x="292556" y="67759"/>
                </a:lnTo>
                <a:lnTo>
                  <a:pt x="289697" y="69706"/>
                </a:lnTo>
                <a:lnTo>
                  <a:pt x="288851" y="70135"/>
                </a:lnTo>
                <a:lnTo>
                  <a:pt x="287830" y="70021"/>
                </a:lnTo>
                <a:lnTo>
                  <a:pt x="286671" y="70564"/>
                </a:lnTo>
                <a:lnTo>
                  <a:pt x="284759" y="70924"/>
                </a:lnTo>
                <a:lnTo>
                  <a:pt x="284053" y="71924"/>
                </a:lnTo>
                <a:lnTo>
                  <a:pt x="283571" y="73713"/>
                </a:lnTo>
                <a:lnTo>
                  <a:pt x="282974" y="74709"/>
                </a:lnTo>
                <a:lnTo>
                  <a:pt x="282170" y="75277"/>
                </a:lnTo>
                <a:lnTo>
                  <a:pt x="281434" y="75470"/>
                </a:lnTo>
                <a:lnTo>
                  <a:pt x="279813" y="77418"/>
                </a:lnTo>
                <a:lnTo>
                  <a:pt x="278319" y="77489"/>
                </a:lnTo>
                <a:lnTo>
                  <a:pt x="276737" y="77985"/>
                </a:lnTo>
                <a:lnTo>
                  <a:pt x="275691" y="78622"/>
                </a:lnTo>
                <a:lnTo>
                  <a:pt x="274268" y="78550"/>
                </a:lnTo>
                <a:lnTo>
                  <a:pt x="272454" y="80626"/>
                </a:lnTo>
                <a:lnTo>
                  <a:pt x="270119" y="82295"/>
                </a:lnTo>
                <a:lnTo>
                  <a:pt x="269448" y="83391"/>
                </a:lnTo>
                <a:lnTo>
                  <a:pt x="267230" y="85908"/>
                </a:lnTo>
                <a:lnTo>
                  <a:pt x="266477" y="87159"/>
                </a:lnTo>
                <a:lnTo>
                  <a:pt x="266313" y="87916"/>
                </a:lnTo>
                <a:lnTo>
                  <a:pt x="267045" y="90424"/>
                </a:lnTo>
                <a:lnTo>
                  <a:pt x="267098" y="91761"/>
                </a:lnTo>
                <a:lnTo>
                  <a:pt x="266784" y="93009"/>
                </a:lnTo>
                <a:lnTo>
                  <a:pt x="265867" y="93782"/>
                </a:lnTo>
                <a:lnTo>
                  <a:pt x="265019" y="95167"/>
                </a:lnTo>
                <a:lnTo>
                  <a:pt x="263493" y="96317"/>
                </a:lnTo>
                <a:lnTo>
                  <a:pt x="260551" y="97421"/>
                </a:lnTo>
                <a:lnTo>
                  <a:pt x="258786" y="99932"/>
                </a:lnTo>
                <a:lnTo>
                  <a:pt x="256448" y="101983"/>
                </a:lnTo>
                <a:lnTo>
                  <a:pt x="254617" y="102484"/>
                </a:lnTo>
                <a:lnTo>
                  <a:pt x="253263" y="103259"/>
                </a:lnTo>
                <a:lnTo>
                  <a:pt x="252387" y="104121"/>
                </a:lnTo>
                <a:lnTo>
                  <a:pt x="251826" y="104282"/>
                </a:lnTo>
                <a:lnTo>
                  <a:pt x="250635" y="104073"/>
                </a:lnTo>
                <a:lnTo>
                  <a:pt x="249227" y="104316"/>
                </a:lnTo>
                <a:lnTo>
                  <a:pt x="248407" y="104852"/>
                </a:lnTo>
                <a:lnTo>
                  <a:pt x="248035" y="106354"/>
                </a:lnTo>
                <a:lnTo>
                  <a:pt x="249173" y="109302"/>
                </a:lnTo>
                <a:lnTo>
                  <a:pt x="248683" y="111101"/>
                </a:lnTo>
                <a:lnTo>
                  <a:pt x="249475" y="112381"/>
                </a:lnTo>
                <a:lnTo>
                  <a:pt x="249644" y="113179"/>
                </a:lnTo>
                <a:lnTo>
                  <a:pt x="249426" y="113888"/>
                </a:lnTo>
                <a:lnTo>
                  <a:pt x="248731" y="114511"/>
                </a:lnTo>
                <a:lnTo>
                  <a:pt x="248722" y="115462"/>
                </a:lnTo>
                <a:lnTo>
                  <a:pt x="248404" y="116204"/>
                </a:lnTo>
                <a:lnTo>
                  <a:pt x="247399" y="117638"/>
                </a:lnTo>
                <a:lnTo>
                  <a:pt x="245476" y="118740"/>
                </a:lnTo>
                <a:lnTo>
                  <a:pt x="243844" y="120456"/>
                </a:lnTo>
                <a:lnTo>
                  <a:pt x="240808" y="121391"/>
                </a:lnTo>
                <a:lnTo>
                  <a:pt x="238556" y="123130"/>
                </a:lnTo>
                <a:lnTo>
                  <a:pt x="236650" y="124029"/>
                </a:lnTo>
                <a:lnTo>
                  <a:pt x="235662" y="124973"/>
                </a:lnTo>
                <a:lnTo>
                  <a:pt x="233971" y="125001"/>
                </a:lnTo>
                <a:lnTo>
                  <a:pt x="233573" y="124832"/>
                </a:lnTo>
                <a:lnTo>
                  <a:pt x="233112" y="124120"/>
                </a:lnTo>
                <a:lnTo>
                  <a:pt x="232723" y="124190"/>
                </a:lnTo>
                <a:lnTo>
                  <a:pt x="232041" y="125180"/>
                </a:lnTo>
                <a:lnTo>
                  <a:pt x="232007" y="125658"/>
                </a:lnTo>
                <a:lnTo>
                  <a:pt x="232713" y="128023"/>
                </a:lnTo>
                <a:lnTo>
                  <a:pt x="232970" y="130380"/>
                </a:lnTo>
                <a:lnTo>
                  <a:pt x="232753" y="131302"/>
                </a:lnTo>
                <a:lnTo>
                  <a:pt x="232221" y="131987"/>
                </a:lnTo>
                <a:lnTo>
                  <a:pt x="232087" y="133349"/>
                </a:lnTo>
                <a:lnTo>
                  <a:pt x="232886" y="135753"/>
                </a:lnTo>
                <a:lnTo>
                  <a:pt x="232910" y="137045"/>
                </a:lnTo>
                <a:lnTo>
                  <a:pt x="231723" y="139496"/>
                </a:lnTo>
                <a:lnTo>
                  <a:pt x="230447" y="140380"/>
                </a:lnTo>
                <a:lnTo>
                  <a:pt x="229286" y="142097"/>
                </a:lnTo>
                <a:lnTo>
                  <a:pt x="228652" y="142330"/>
                </a:lnTo>
                <a:lnTo>
                  <a:pt x="227784" y="143152"/>
                </a:lnTo>
                <a:lnTo>
                  <a:pt x="226208" y="143581"/>
                </a:lnTo>
                <a:lnTo>
                  <a:pt x="225480" y="144310"/>
                </a:lnTo>
                <a:lnTo>
                  <a:pt x="223495" y="145440"/>
                </a:lnTo>
                <a:lnTo>
                  <a:pt x="219316" y="146857"/>
                </a:lnTo>
                <a:lnTo>
                  <a:pt x="218397" y="147635"/>
                </a:lnTo>
                <a:lnTo>
                  <a:pt x="216115" y="148233"/>
                </a:lnTo>
                <a:lnTo>
                  <a:pt x="215492" y="147915"/>
                </a:lnTo>
                <a:lnTo>
                  <a:pt x="214624" y="148060"/>
                </a:lnTo>
                <a:lnTo>
                  <a:pt x="214190" y="147487"/>
                </a:lnTo>
                <a:lnTo>
                  <a:pt x="213355" y="147763"/>
                </a:lnTo>
                <a:lnTo>
                  <a:pt x="213040" y="148352"/>
                </a:lnTo>
                <a:lnTo>
                  <a:pt x="213200" y="149148"/>
                </a:lnTo>
                <a:lnTo>
                  <a:pt x="214022" y="149895"/>
                </a:lnTo>
                <a:lnTo>
                  <a:pt x="214079" y="150733"/>
                </a:lnTo>
                <a:lnTo>
                  <a:pt x="213911" y="151257"/>
                </a:lnTo>
                <a:lnTo>
                  <a:pt x="212963" y="151607"/>
                </a:lnTo>
                <a:lnTo>
                  <a:pt x="212598" y="152211"/>
                </a:lnTo>
                <a:lnTo>
                  <a:pt x="212176" y="152418"/>
                </a:lnTo>
                <a:lnTo>
                  <a:pt x="210211" y="152658"/>
                </a:lnTo>
                <a:lnTo>
                  <a:pt x="209790" y="153276"/>
                </a:lnTo>
                <a:lnTo>
                  <a:pt x="209273" y="153197"/>
                </a:lnTo>
                <a:lnTo>
                  <a:pt x="208414" y="153508"/>
                </a:lnTo>
                <a:lnTo>
                  <a:pt x="208108" y="153117"/>
                </a:lnTo>
                <a:lnTo>
                  <a:pt x="208289" y="152274"/>
                </a:lnTo>
                <a:lnTo>
                  <a:pt x="207956" y="151680"/>
                </a:lnTo>
                <a:lnTo>
                  <a:pt x="207376" y="151512"/>
                </a:lnTo>
                <a:lnTo>
                  <a:pt x="206158" y="152009"/>
                </a:lnTo>
                <a:lnTo>
                  <a:pt x="205953" y="153330"/>
                </a:lnTo>
                <a:lnTo>
                  <a:pt x="206804" y="153926"/>
                </a:lnTo>
                <a:lnTo>
                  <a:pt x="208568" y="155857"/>
                </a:lnTo>
                <a:lnTo>
                  <a:pt x="208870" y="156998"/>
                </a:lnTo>
                <a:lnTo>
                  <a:pt x="208778" y="157971"/>
                </a:lnTo>
                <a:lnTo>
                  <a:pt x="208119" y="158943"/>
                </a:lnTo>
                <a:lnTo>
                  <a:pt x="206432" y="159460"/>
                </a:lnTo>
                <a:lnTo>
                  <a:pt x="206231" y="160125"/>
                </a:lnTo>
                <a:lnTo>
                  <a:pt x="204901" y="161040"/>
                </a:lnTo>
                <a:lnTo>
                  <a:pt x="204875" y="161903"/>
                </a:lnTo>
                <a:lnTo>
                  <a:pt x="204343" y="162364"/>
                </a:lnTo>
                <a:lnTo>
                  <a:pt x="204020" y="163141"/>
                </a:lnTo>
                <a:lnTo>
                  <a:pt x="203520" y="163440"/>
                </a:lnTo>
                <a:lnTo>
                  <a:pt x="203661" y="165619"/>
                </a:lnTo>
                <a:lnTo>
                  <a:pt x="202057" y="167366"/>
                </a:lnTo>
                <a:lnTo>
                  <a:pt x="201112" y="167795"/>
                </a:lnTo>
                <a:lnTo>
                  <a:pt x="199724" y="167694"/>
                </a:lnTo>
                <a:lnTo>
                  <a:pt x="199459" y="167074"/>
                </a:lnTo>
                <a:lnTo>
                  <a:pt x="198832" y="167284"/>
                </a:lnTo>
                <a:lnTo>
                  <a:pt x="197961" y="166960"/>
                </a:lnTo>
                <a:lnTo>
                  <a:pt x="197641" y="166538"/>
                </a:lnTo>
                <a:lnTo>
                  <a:pt x="197592" y="165574"/>
                </a:lnTo>
                <a:lnTo>
                  <a:pt x="196542" y="162921"/>
                </a:lnTo>
                <a:lnTo>
                  <a:pt x="195980" y="162307"/>
                </a:lnTo>
                <a:lnTo>
                  <a:pt x="194432" y="161654"/>
                </a:lnTo>
                <a:lnTo>
                  <a:pt x="191845" y="162265"/>
                </a:lnTo>
                <a:lnTo>
                  <a:pt x="191188" y="163007"/>
                </a:lnTo>
                <a:lnTo>
                  <a:pt x="191042" y="163953"/>
                </a:lnTo>
                <a:lnTo>
                  <a:pt x="190024" y="164962"/>
                </a:lnTo>
                <a:lnTo>
                  <a:pt x="190033" y="165459"/>
                </a:lnTo>
                <a:lnTo>
                  <a:pt x="189773" y="165695"/>
                </a:lnTo>
                <a:lnTo>
                  <a:pt x="188837" y="165622"/>
                </a:lnTo>
                <a:lnTo>
                  <a:pt x="188396" y="166224"/>
                </a:lnTo>
                <a:lnTo>
                  <a:pt x="187106" y="166038"/>
                </a:lnTo>
                <a:lnTo>
                  <a:pt x="186837" y="166241"/>
                </a:lnTo>
                <a:lnTo>
                  <a:pt x="185773" y="165815"/>
                </a:lnTo>
                <a:lnTo>
                  <a:pt x="185448" y="165412"/>
                </a:lnTo>
                <a:lnTo>
                  <a:pt x="184688" y="165299"/>
                </a:lnTo>
                <a:lnTo>
                  <a:pt x="184236" y="164893"/>
                </a:lnTo>
                <a:lnTo>
                  <a:pt x="183014" y="165108"/>
                </a:lnTo>
                <a:lnTo>
                  <a:pt x="181797" y="164464"/>
                </a:lnTo>
                <a:lnTo>
                  <a:pt x="181452" y="164506"/>
                </a:lnTo>
                <a:lnTo>
                  <a:pt x="180751" y="165049"/>
                </a:lnTo>
                <a:lnTo>
                  <a:pt x="180438" y="167166"/>
                </a:lnTo>
                <a:lnTo>
                  <a:pt x="181141" y="168965"/>
                </a:lnTo>
                <a:lnTo>
                  <a:pt x="181136" y="169475"/>
                </a:lnTo>
                <a:lnTo>
                  <a:pt x="179660" y="170989"/>
                </a:lnTo>
                <a:lnTo>
                  <a:pt x="178058" y="171158"/>
                </a:lnTo>
                <a:lnTo>
                  <a:pt x="177355" y="171565"/>
                </a:lnTo>
                <a:lnTo>
                  <a:pt x="176863" y="172275"/>
                </a:lnTo>
                <a:lnTo>
                  <a:pt x="177009" y="172925"/>
                </a:lnTo>
                <a:lnTo>
                  <a:pt x="176853" y="173385"/>
                </a:lnTo>
                <a:lnTo>
                  <a:pt x="177299" y="174800"/>
                </a:lnTo>
                <a:lnTo>
                  <a:pt x="176705" y="176308"/>
                </a:lnTo>
                <a:lnTo>
                  <a:pt x="176767" y="176919"/>
                </a:lnTo>
                <a:lnTo>
                  <a:pt x="176089" y="177651"/>
                </a:lnTo>
                <a:lnTo>
                  <a:pt x="176018" y="178305"/>
                </a:lnTo>
                <a:lnTo>
                  <a:pt x="175346" y="178737"/>
                </a:lnTo>
                <a:lnTo>
                  <a:pt x="174766" y="180188"/>
                </a:lnTo>
                <a:lnTo>
                  <a:pt x="176287" y="182016"/>
                </a:lnTo>
                <a:lnTo>
                  <a:pt x="175679" y="184432"/>
                </a:lnTo>
                <a:lnTo>
                  <a:pt x="175012" y="185771"/>
                </a:lnTo>
                <a:lnTo>
                  <a:pt x="174221" y="185905"/>
                </a:lnTo>
                <a:lnTo>
                  <a:pt x="173662" y="186950"/>
                </a:lnTo>
                <a:lnTo>
                  <a:pt x="172775" y="187104"/>
                </a:lnTo>
                <a:lnTo>
                  <a:pt x="171811" y="188173"/>
                </a:lnTo>
                <a:lnTo>
                  <a:pt x="171345" y="188287"/>
                </a:lnTo>
                <a:lnTo>
                  <a:pt x="171023" y="189874"/>
                </a:lnTo>
                <a:lnTo>
                  <a:pt x="170378" y="190192"/>
                </a:lnTo>
                <a:lnTo>
                  <a:pt x="169804" y="190976"/>
                </a:lnTo>
                <a:lnTo>
                  <a:pt x="169800" y="191372"/>
                </a:lnTo>
                <a:lnTo>
                  <a:pt x="168958" y="191669"/>
                </a:lnTo>
                <a:lnTo>
                  <a:pt x="168309" y="191360"/>
                </a:lnTo>
                <a:lnTo>
                  <a:pt x="167601" y="191357"/>
                </a:lnTo>
                <a:lnTo>
                  <a:pt x="166198" y="191722"/>
                </a:lnTo>
                <a:lnTo>
                  <a:pt x="164898" y="191049"/>
                </a:lnTo>
                <a:lnTo>
                  <a:pt x="164676" y="191075"/>
                </a:lnTo>
                <a:lnTo>
                  <a:pt x="164537" y="191517"/>
                </a:lnTo>
                <a:lnTo>
                  <a:pt x="163000" y="191090"/>
                </a:lnTo>
                <a:lnTo>
                  <a:pt x="162665" y="191312"/>
                </a:lnTo>
                <a:lnTo>
                  <a:pt x="161685" y="191365"/>
                </a:lnTo>
                <a:lnTo>
                  <a:pt x="161262" y="191023"/>
                </a:lnTo>
                <a:lnTo>
                  <a:pt x="160693" y="191315"/>
                </a:lnTo>
                <a:lnTo>
                  <a:pt x="159385" y="190865"/>
                </a:lnTo>
                <a:lnTo>
                  <a:pt x="158922" y="191160"/>
                </a:lnTo>
                <a:lnTo>
                  <a:pt x="157883" y="191258"/>
                </a:lnTo>
                <a:lnTo>
                  <a:pt x="156946" y="190933"/>
                </a:lnTo>
                <a:lnTo>
                  <a:pt x="156831" y="192142"/>
                </a:lnTo>
                <a:lnTo>
                  <a:pt x="155854" y="193033"/>
                </a:lnTo>
                <a:lnTo>
                  <a:pt x="155545" y="195435"/>
                </a:lnTo>
                <a:lnTo>
                  <a:pt x="155132" y="195980"/>
                </a:lnTo>
                <a:lnTo>
                  <a:pt x="154761" y="197312"/>
                </a:lnTo>
                <a:lnTo>
                  <a:pt x="153793" y="197581"/>
                </a:lnTo>
                <a:lnTo>
                  <a:pt x="152043" y="197175"/>
                </a:lnTo>
                <a:lnTo>
                  <a:pt x="151353" y="196459"/>
                </a:lnTo>
                <a:lnTo>
                  <a:pt x="150788" y="195332"/>
                </a:lnTo>
                <a:lnTo>
                  <a:pt x="152177" y="193207"/>
                </a:lnTo>
                <a:lnTo>
                  <a:pt x="152256" y="191865"/>
                </a:lnTo>
                <a:lnTo>
                  <a:pt x="151944" y="191512"/>
                </a:lnTo>
                <a:lnTo>
                  <a:pt x="148867" y="191574"/>
                </a:lnTo>
                <a:lnTo>
                  <a:pt x="147286" y="192985"/>
                </a:lnTo>
                <a:lnTo>
                  <a:pt x="147192" y="193766"/>
                </a:lnTo>
                <a:lnTo>
                  <a:pt x="146619" y="194375"/>
                </a:lnTo>
                <a:lnTo>
                  <a:pt x="146591" y="194739"/>
                </a:lnTo>
                <a:lnTo>
                  <a:pt x="147737" y="196428"/>
                </a:lnTo>
                <a:lnTo>
                  <a:pt x="146968" y="196810"/>
                </a:lnTo>
                <a:lnTo>
                  <a:pt x="146735" y="197487"/>
                </a:lnTo>
                <a:lnTo>
                  <a:pt x="144330" y="197546"/>
                </a:lnTo>
                <a:lnTo>
                  <a:pt x="143073" y="197216"/>
                </a:lnTo>
                <a:lnTo>
                  <a:pt x="142862" y="196634"/>
                </a:lnTo>
                <a:lnTo>
                  <a:pt x="143242" y="196291"/>
                </a:lnTo>
                <a:lnTo>
                  <a:pt x="143554" y="195244"/>
                </a:lnTo>
                <a:lnTo>
                  <a:pt x="144149" y="194766"/>
                </a:lnTo>
                <a:lnTo>
                  <a:pt x="144045" y="193659"/>
                </a:lnTo>
                <a:lnTo>
                  <a:pt x="144266" y="193454"/>
                </a:lnTo>
                <a:lnTo>
                  <a:pt x="144227" y="193064"/>
                </a:lnTo>
                <a:lnTo>
                  <a:pt x="143691" y="192709"/>
                </a:lnTo>
                <a:lnTo>
                  <a:pt x="143075" y="192639"/>
                </a:lnTo>
                <a:lnTo>
                  <a:pt x="141312" y="193055"/>
                </a:lnTo>
                <a:lnTo>
                  <a:pt x="140235" y="193460"/>
                </a:lnTo>
                <a:lnTo>
                  <a:pt x="139535" y="194005"/>
                </a:lnTo>
                <a:lnTo>
                  <a:pt x="139465" y="195688"/>
                </a:lnTo>
                <a:lnTo>
                  <a:pt x="138729" y="196261"/>
                </a:lnTo>
                <a:lnTo>
                  <a:pt x="138141" y="197571"/>
                </a:lnTo>
                <a:lnTo>
                  <a:pt x="137595" y="197873"/>
                </a:lnTo>
                <a:lnTo>
                  <a:pt x="137444" y="198292"/>
                </a:lnTo>
                <a:lnTo>
                  <a:pt x="138002" y="198560"/>
                </a:lnTo>
                <a:lnTo>
                  <a:pt x="137598" y="199440"/>
                </a:lnTo>
                <a:lnTo>
                  <a:pt x="138154" y="200326"/>
                </a:lnTo>
                <a:lnTo>
                  <a:pt x="137188" y="200459"/>
                </a:lnTo>
                <a:lnTo>
                  <a:pt x="137586" y="201012"/>
                </a:lnTo>
                <a:lnTo>
                  <a:pt x="137260" y="201306"/>
                </a:lnTo>
                <a:lnTo>
                  <a:pt x="136880" y="201062"/>
                </a:lnTo>
                <a:lnTo>
                  <a:pt x="136428" y="201416"/>
                </a:lnTo>
                <a:lnTo>
                  <a:pt x="136454" y="202199"/>
                </a:lnTo>
                <a:lnTo>
                  <a:pt x="135959" y="202979"/>
                </a:lnTo>
                <a:lnTo>
                  <a:pt x="134836" y="202495"/>
                </a:lnTo>
                <a:lnTo>
                  <a:pt x="133754" y="202819"/>
                </a:lnTo>
                <a:lnTo>
                  <a:pt x="133232" y="204142"/>
                </a:lnTo>
                <a:lnTo>
                  <a:pt x="130670" y="205257"/>
                </a:lnTo>
                <a:lnTo>
                  <a:pt x="130137" y="205269"/>
                </a:lnTo>
                <a:lnTo>
                  <a:pt x="129672" y="204307"/>
                </a:lnTo>
                <a:lnTo>
                  <a:pt x="129414" y="204314"/>
                </a:lnTo>
                <a:lnTo>
                  <a:pt x="128887" y="205096"/>
                </a:lnTo>
                <a:lnTo>
                  <a:pt x="127613" y="205282"/>
                </a:lnTo>
                <a:lnTo>
                  <a:pt x="127031" y="205980"/>
                </a:lnTo>
                <a:lnTo>
                  <a:pt x="126485" y="205947"/>
                </a:lnTo>
                <a:lnTo>
                  <a:pt x="126074" y="206266"/>
                </a:lnTo>
                <a:lnTo>
                  <a:pt x="125902" y="207785"/>
                </a:lnTo>
                <a:lnTo>
                  <a:pt x="125576" y="208018"/>
                </a:lnTo>
                <a:lnTo>
                  <a:pt x="124565" y="208205"/>
                </a:lnTo>
                <a:lnTo>
                  <a:pt x="124175" y="207785"/>
                </a:lnTo>
                <a:lnTo>
                  <a:pt x="124658" y="206423"/>
                </a:lnTo>
                <a:lnTo>
                  <a:pt x="124549" y="206251"/>
                </a:lnTo>
                <a:lnTo>
                  <a:pt x="122044" y="206972"/>
                </a:lnTo>
                <a:lnTo>
                  <a:pt x="121726" y="207317"/>
                </a:lnTo>
                <a:lnTo>
                  <a:pt x="119504" y="208217"/>
                </a:lnTo>
                <a:lnTo>
                  <a:pt x="119679" y="210884"/>
                </a:lnTo>
                <a:lnTo>
                  <a:pt x="120513" y="211046"/>
                </a:lnTo>
                <a:lnTo>
                  <a:pt x="120937" y="211622"/>
                </a:lnTo>
                <a:lnTo>
                  <a:pt x="121884" y="212023"/>
                </a:lnTo>
                <a:lnTo>
                  <a:pt x="122136" y="212776"/>
                </a:lnTo>
                <a:lnTo>
                  <a:pt x="122065" y="212989"/>
                </a:lnTo>
                <a:lnTo>
                  <a:pt x="121239" y="212873"/>
                </a:lnTo>
                <a:lnTo>
                  <a:pt x="120793" y="213166"/>
                </a:lnTo>
                <a:lnTo>
                  <a:pt x="120643" y="214075"/>
                </a:lnTo>
                <a:lnTo>
                  <a:pt x="120043" y="214122"/>
                </a:lnTo>
                <a:lnTo>
                  <a:pt x="119573" y="213592"/>
                </a:lnTo>
                <a:lnTo>
                  <a:pt x="119282" y="213992"/>
                </a:lnTo>
                <a:lnTo>
                  <a:pt x="118750" y="213809"/>
                </a:lnTo>
                <a:lnTo>
                  <a:pt x="116415" y="211969"/>
                </a:lnTo>
                <a:lnTo>
                  <a:pt x="115513" y="212394"/>
                </a:lnTo>
                <a:lnTo>
                  <a:pt x="115685" y="213031"/>
                </a:lnTo>
                <a:lnTo>
                  <a:pt x="115255" y="214267"/>
                </a:lnTo>
                <a:lnTo>
                  <a:pt x="114546" y="214362"/>
                </a:lnTo>
                <a:lnTo>
                  <a:pt x="114419" y="213740"/>
                </a:lnTo>
                <a:lnTo>
                  <a:pt x="114029" y="214078"/>
                </a:lnTo>
                <a:lnTo>
                  <a:pt x="113796" y="213957"/>
                </a:lnTo>
                <a:lnTo>
                  <a:pt x="113746" y="213268"/>
                </a:lnTo>
                <a:lnTo>
                  <a:pt x="112808" y="212182"/>
                </a:lnTo>
                <a:lnTo>
                  <a:pt x="112182" y="212334"/>
                </a:lnTo>
                <a:lnTo>
                  <a:pt x="111494" y="212011"/>
                </a:lnTo>
                <a:lnTo>
                  <a:pt x="110928" y="212116"/>
                </a:lnTo>
                <a:lnTo>
                  <a:pt x="110632" y="212903"/>
                </a:lnTo>
                <a:lnTo>
                  <a:pt x="111275" y="212652"/>
                </a:lnTo>
                <a:lnTo>
                  <a:pt x="111554" y="212966"/>
                </a:lnTo>
                <a:lnTo>
                  <a:pt x="110837" y="213712"/>
                </a:lnTo>
                <a:lnTo>
                  <a:pt x="110773" y="215330"/>
                </a:lnTo>
                <a:lnTo>
                  <a:pt x="111541" y="216906"/>
                </a:lnTo>
                <a:lnTo>
                  <a:pt x="112782" y="216613"/>
                </a:lnTo>
                <a:lnTo>
                  <a:pt x="112988" y="217913"/>
                </a:lnTo>
                <a:lnTo>
                  <a:pt x="113667" y="219506"/>
                </a:lnTo>
                <a:lnTo>
                  <a:pt x="113361" y="219207"/>
                </a:lnTo>
                <a:lnTo>
                  <a:pt x="113080" y="219244"/>
                </a:lnTo>
                <a:lnTo>
                  <a:pt x="113066" y="219959"/>
                </a:lnTo>
                <a:lnTo>
                  <a:pt x="112310" y="220373"/>
                </a:lnTo>
                <a:lnTo>
                  <a:pt x="111579" y="220045"/>
                </a:lnTo>
                <a:lnTo>
                  <a:pt x="111175" y="220241"/>
                </a:lnTo>
                <a:lnTo>
                  <a:pt x="109969" y="220204"/>
                </a:lnTo>
                <a:lnTo>
                  <a:pt x="110171" y="219460"/>
                </a:lnTo>
                <a:lnTo>
                  <a:pt x="109177" y="219314"/>
                </a:lnTo>
                <a:lnTo>
                  <a:pt x="108129" y="218254"/>
                </a:lnTo>
                <a:lnTo>
                  <a:pt x="108087" y="218944"/>
                </a:lnTo>
                <a:lnTo>
                  <a:pt x="107516" y="219578"/>
                </a:lnTo>
                <a:lnTo>
                  <a:pt x="107047" y="219551"/>
                </a:lnTo>
                <a:lnTo>
                  <a:pt x="106746" y="219050"/>
                </a:lnTo>
                <a:lnTo>
                  <a:pt x="106751" y="220933"/>
                </a:lnTo>
                <a:lnTo>
                  <a:pt x="106468" y="221603"/>
                </a:lnTo>
                <a:lnTo>
                  <a:pt x="106750" y="222745"/>
                </a:lnTo>
                <a:lnTo>
                  <a:pt x="106264" y="223875"/>
                </a:lnTo>
                <a:lnTo>
                  <a:pt x="105399" y="224100"/>
                </a:lnTo>
                <a:lnTo>
                  <a:pt x="105388" y="224737"/>
                </a:lnTo>
                <a:lnTo>
                  <a:pt x="104558" y="224346"/>
                </a:lnTo>
                <a:lnTo>
                  <a:pt x="102723" y="224024"/>
                </a:lnTo>
                <a:lnTo>
                  <a:pt x="102405" y="224216"/>
                </a:lnTo>
                <a:lnTo>
                  <a:pt x="102402" y="225356"/>
                </a:lnTo>
                <a:lnTo>
                  <a:pt x="103194" y="225661"/>
                </a:lnTo>
                <a:lnTo>
                  <a:pt x="102427" y="226369"/>
                </a:lnTo>
                <a:lnTo>
                  <a:pt x="101474" y="226508"/>
                </a:lnTo>
                <a:lnTo>
                  <a:pt x="101097" y="226079"/>
                </a:lnTo>
                <a:lnTo>
                  <a:pt x="101348" y="225683"/>
                </a:lnTo>
                <a:lnTo>
                  <a:pt x="99381" y="226145"/>
                </a:lnTo>
                <a:lnTo>
                  <a:pt x="99875" y="228252"/>
                </a:lnTo>
                <a:lnTo>
                  <a:pt x="100150" y="228523"/>
                </a:lnTo>
                <a:lnTo>
                  <a:pt x="100724" y="228267"/>
                </a:lnTo>
                <a:lnTo>
                  <a:pt x="100872" y="229005"/>
                </a:lnTo>
                <a:lnTo>
                  <a:pt x="101512" y="229335"/>
                </a:lnTo>
                <a:lnTo>
                  <a:pt x="101645" y="229930"/>
                </a:lnTo>
                <a:lnTo>
                  <a:pt x="102493" y="231159"/>
                </a:lnTo>
                <a:lnTo>
                  <a:pt x="102136" y="231921"/>
                </a:lnTo>
                <a:lnTo>
                  <a:pt x="102475" y="233062"/>
                </a:lnTo>
                <a:lnTo>
                  <a:pt x="101936" y="232847"/>
                </a:lnTo>
                <a:lnTo>
                  <a:pt x="101481" y="232979"/>
                </a:lnTo>
                <a:lnTo>
                  <a:pt x="101906" y="233448"/>
                </a:lnTo>
                <a:lnTo>
                  <a:pt x="101929" y="233958"/>
                </a:lnTo>
                <a:lnTo>
                  <a:pt x="101310" y="234411"/>
                </a:lnTo>
                <a:lnTo>
                  <a:pt x="100844" y="235513"/>
                </a:lnTo>
                <a:lnTo>
                  <a:pt x="99916" y="235541"/>
                </a:lnTo>
                <a:lnTo>
                  <a:pt x="99070" y="236368"/>
                </a:lnTo>
                <a:lnTo>
                  <a:pt x="97087" y="237362"/>
                </a:lnTo>
                <a:lnTo>
                  <a:pt x="95960" y="237333"/>
                </a:lnTo>
                <a:lnTo>
                  <a:pt x="94970" y="236186"/>
                </a:lnTo>
                <a:lnTo>
                  <a:pt x="95579" y="234914"/>
                </a:lnTo>
                <a:lnTo>
                  <a:pt x="95843" y="233126"/>
                </a:lnTo>
                <a:lnTo>
                  <a:pt x="95307" y="233176"/>
                </a:lnTo>
                <a:lnTo>
                  <a:pt x="95007" y="233642"/>
                </a:lnTo>
                <a:lnTo>
                  <a:pt x="94331" y="233568"/>
                </a:lnTo>
                <a:lnTo>
                  <a:pt x="93564" y="232783"/>
                </a:lnTo>
                <a:lnTo>
                  <a:pt x="94304" y="232202"/>
                </a:lnTo>
                <a:lnTo>
                  <a:pt x="94282" y="231154"/>
                </a:lnTo>
                <a:lnTo>
                  <a:pt x="93354" y="231031"/>
                </a:lnTo>
                <a:lnTo>
                  <a:pt x="92028" y="230055"/>
                </a:lnTo>
                <a:lnTo>
                  <a:pt x="91684" y="230815"/>
                </a:lnTo>
                <a:lnTo>
                  <a:pt x="90896" y="231042"/>
                </a:lnTo>
                <a:lnTo>
                  <a:pt x="90396" y="232345"/>
                </a:lnTo>
                <a:lnTo>
                  <a:pt x="89808" y="232329"/>
                </a:lnTo>
                <a:lnTo>
                  <a:pt x="90008" y="232891"/>
                </a:lnTo>
                <a:lnTo>
                  <a:pt x="90559" y="233219"/>
                </a:lnTo>
                <a:lnTo>
                  <a:pt x="90800" y="234403"/>
                </a:lnTo>
                <a:lnTo>
                  <a:pt x="90646" y="235208"/>
                </a:lnTo>
                <a:lnTo>
                  <a:pt x="90278" y="235466"/>
                </a:lnTo>
                <a:lnTo>
                  <a:pt x="90040" y="236316"/>
                </a:lnTo>
                <a:lnTo>
                  <a:pt x="90699" y="237815"/>
                </a:lnTo>
                <a:lnTo>
                  <a:pt x="90638" y="238152"/>
                </a:lnTo>
                <a:lnTo>
                  <a:pt x="87243" y="239375"/>
                </a:lnTo>
                <a:lnTo>
                  <a:pt x="85989" y="240335"/>
                </a:lnTo>
                <a:lnTo>
                  <a:pt x="86336" y="241042"/>
                </a:lnTo>
                <a:lnTo>
                  <a:pt x="86435" y="242052"/>
                </a:lnTo>
                <a:lnTo>
                  <a:pt x="85794" y="242503"/>
                </a:lnTo>
                <a:lnTo>
                  <a:pt x="85512" y="243642"/>
                </a:lnTo>
                <a:lnTo>
                  <a:pt x="85814" y="244383"/>
                </a:lnTo>
                <a:lnTo>
                  <a:pt x="85228" y="244673"/>
                </a:lnTo>
                <a:lnTo>
                  <a:pt x="85228" y="245284"/>
                </a:lnTo>
                <a:lnTo>
                  <a:pt x="84919" y="245679"/>
                </a:lnTo>
                <a:lnTo>
                  <a:pt x="84895" y="246293"/>
                </a:lnTo>
                <a:lnTo>
                  <a:pt x="84411" y="247397"/>
                </a:lnTo>
                <a:lnTo>
                  <a:pt x="84971" y="248637"/>
                </a:lnTo>
                <a:lnTo>
                  <a:pt x="84558" y="250076"/>
                </a:lnTo>
                <a:lnTo>
                  <a:pt x="84932" y="250940"/>
                </a:lnTo>
                <a:lnTo>
                  <a:pt x="84674" y="251344"/>
                </a:lnTo>
                <a:lnTo>
                  <a:pt x="84684" y="252266"/>
                </a:lnTo>
                <a:lnTo>
                  <a:pt x="83704" y="253350"/>
                </a:lnTo>
                <a:lnTo>
                  <a:pt x="82834" y="254933"/>
                </a:lnTo>
                <a:lnTo>
                  <a:pt x="83020" y="256783"/>
                </a:lnTo>
                <a:lnTo>
                  <a:pt x="82349" y="258120"/>
                </a:lnTo>
                <a:lnTo>
                  <a:pt x="82274" y="259657"/>
                </a:lnTo>
                <a:lnTo>
                  <a:pt x="83109" y="260108"/>
                </a:lnTo>
                <a:lnTo>
                  <a:pt x="83733" y="260803"/>
                </a:lnTo>
                <a:lnTo>
                  <a:pt x="82527" y="262558"/>
                </a:lnTo>
                <a:lnTo>
                  <a:pt x="80877" y="262912"/>
                </a:lnTo>
                <a:lnTo>
                  <a:pt x="79744" y="264047"/>
                </a:lnTo>
                <a:lnTo>
                  <a:pt x="79958" y="264959"/>
                </a:lnTo>
                <a:lnTo>
                  <a:pt x="80425" y="264907"/>
                </a:lnTo>
                <a:lnTo>
                  <a:pt x="81325" y="265429"/>
                </a:lnTo>
                <a:lnTo>
                  <a:pt x="81944" y="265496"/>
                </a:lnTo>
                <a:lnTo>
                  <a:pt x="82473" y="265972"/>
                </a:lnTo>
                <a:lnTo>
                  <a:pt x="82881" y="266695"/>
                </a:lnTo>
                <a:lnTo>
                  <a:pt x="83053" y="267799"/>
                </a:lnTo>
                <a:lnTo>
                  <a:pt x="82659" y="268502"/>
                </a:lnTo>
                <a:lnTo>
                  <a:pt x="82045" y="268800"/>
                </a:lnTo>
                <a:lnTo>
                  <a:pt x="81172" y="269797"/>
                </a:lnTo>
                <a:lnTo>
                  <a:pt x="81254" y="270339"/>
                </a:lnTo>
                <a:lnTo>
                  <a:pt x="80919" y="270975"/>
                </a:lnTo>
                <a:lnTo>
                  <a:pt x="81067" y="272483"/>
                </a:lnTo>
                <a:lnTo>
                  <a:pt x="78833" y="275486"/>
                </a:lnTo>
                <a:lnTo>
                  <a:pt x="79366" y="277818"/>
                </a:lnTo>
                <a:lnTo>
                  <a:pt x="79370" y="280801"/>
                </a:lnTo>
                <a:lnTo>
                  <a:pt x="78552" y="281741"/>
                </a:lnTo>
                <a:lnTo>
                  <a:pt x="77751" y="282101"/>
                </a:lnTo>
                <a:lnTo>
                  <a:pt x="76721" y="283322"/>
                </a:lnTo>
                <a:lnTo>
                  <a:pt x="76136" y="286116"/>
                </a:lnTo>
                <a:lnTo>
                  <a:pt x="76368" y="287300"/>
                </a:lnTo>
                <a:lnTo>
                  <a:pt x="76029" y="287815"/>
                </a:lnTo>
                <a:lnTo>
                  <a:pt x="75936" y="288551"/>
                </a:lnTo>
                <a:lnTo>
                  <a:pt x="76261" y="289843"/>
                </a:lnTo>
                <a:lnTo>
                  <a:pt x="75740" y="292456"/>
                </a:lnTo>
                <a:lnTo>
                  <a:pt x="74918" y="293129"/>
                </a:lnTo>
                <a:lnTo>
                  <a:pt x="73458" y="295023"/>
                </a:lnTo>
                <a:lnTo>
                  <a:pt x="72677" y="296645"/>
                </a:lnTo>
                <a:lnTo>
                  <a:pt x="72577" y="299750"/>
                </a:lnTo>
                <a:lnTo>
                  <a:pt x="71919" y="302197"/>
                </a:lnTo>
                <a:lnTo>
                  <a:pt x="71443" y="302934"/>
                </a:lnTo>
                <a:lnTo>
                  <a:pt x="68694" y="303774"/>
                </a:lnTo>
                <a:lnTo>
                  <a:pt x="68228" y="304863"/>
                </a:lnTo>
                <a:lnTo>
                  <a:pt x="68794" y="305821"/>
                </a:lnTo>
                <a:lnTo>
                  <a:pt x="69256" y="307673"/>
                </a:lnTo>
                <a:lnTo>
                  <a:pt x="68344" y="310002"/>
                </a:lnTo>
                <a:lnTo>
                  <a:pt x="69027" y="310845"/>
                </a:lnTo>
                <a:lnTo>
                  <a:pt x="70194" y="311408"/>
                </a:lnTo>
                <a:lnTo>
                  <a:pt x="70840" y="313532"/>
                </a:lnTo>
                <a:lnTo>
                  <a:pt x="70756" y="314414"/>
                </a:lnTo>
                <a:lnTo>
                  <a:pt x="70329" y="314964"/>
                </a:lnTo>
                <a:lnTo>
                  <a:pt x="69669" y="315320"/>
                </a:lnTo>
                <a:lnTo>
                  <a:pt x="68785" y="315398"/>
                </a:lnTo>
                <a:lnTo>
                  <a:pt x="68615" y="316541"/>
                </a:lnTo>
                <a:lnTo>
                  <a:pt x="69056" y="317030"/>
                </a:lnTo>
                <a:lnTo>
                  <a:pt x="69193" y="318361"/>
                </a:lnTo>
                <a:lnTo>
                  <a:pt x="69655" y="318506"/>
                </a:lnTo>
                <a:lnTo>
                  <a:pt x="70212" y="318249"/>
                </a:lnTo>
                <a:lnTo>
                  <a:pt x="70837" y="318566"/>
                </a:lnTo>
                <a:lnTo>
                  <a:pt x="71051" y="317965"/>
                </a:lnTo>
                <a:lnTo>
                  <a:pt x="71350" y="318293"/>
                </a:lnTo>
                <a:lnTo>
                  <a:pt x="70874" y="318813"/>
                </a:lnTo>
                <a:lnTo>
                  <a:pt x="70977" y="319381"/>
                </a:lnTo>
                <a:lnTo>
                  <a:pt x="70635" y="319335"/>
                </a:lnTo>
                <a:lnTo>
                  <a:pt x="70741" y="320101"/>
                </a:lnTo>
                <a:lnTo>
                  <a:pt x="69777" y="321029"/>
                </a:lnTo>
                <a:lnTo>
                  <a:pt x="69454" y="322360"/>
                </a:lnTo>
                <a:lnTo>
                  <a:pt x="68146" y="322508"/>
                </a:lnTo>
                <a:lnTo>
                  <a:pt x="68195" y="323054"/>
                </a:lnTo>
                <a:lnTo>
                  <a:pt x="67706" y="323598"/>
                </a:lnTo>
                <a:lnTo>
                  <a:pt x="67851" y="324688"/>
                </a:lnTo>
                <a:lnTo>
                  <a:pt x="68046" y="324954"/>
                </a:lnTo>
                <a:lnTo>
                  <a:pt x="68361" y="324812"/>
                </a:lnTo>
                <a:lnTo>
                  <a:pt x="68444" y="325539"/>
                </a:lnTo>
                <a:lnTo>
                  <a:pt x="68136" y="325709"/>
                </a:lnTo>
                <a:lnTo>
                  <a:pt x="68140" y="325995"/>
                </a:lnTo>
                <a:lnTo>
                  <a:pt x="68633" y="326199"/>
                </a:lnTo>
                <a:lnTo>
                  <a:pt x="68745" y="326763"/>
                </a:lnTo>
                <a:lnTo>
                  <a:pt x="69076" y="327003"/>
                </a:lnTo>
                <a:lnTo>
                  <a:pt x="68511" y="327242"/>
                </a:lnTo>
                <a:lnTo>
                  <a:pt x="68659" y="327624"/>
                </a:lnTo>
                <a:lnTo>
                  <a:pt x="68361" y="327859"/>
                </a:lnTo>
                <a:lnTo>
                  <a:pt x="68580" y="328103"/>
                </a:lnTo>
                <a:lnTo>
                  <a:pt x="67634" y="328417"/>
                </a:lnTo>
                <a:lnTo>
                  <a:pt x="67562" y="328777"/>
                </a:lnTo>
                <a:lnTo>
                  <a:pt x="67323" y="328695"/>
                </a:lnTo>
                <a:lnTo>
                  <a:pt x="66919" y="329456"/>
                </a:lnTo>
                <a:lnTo>
                  <a:pt x="67111" y="329573"/>
                </a:lnTo>
                <a:lnTo>
                  <a:pt x="67042" y="330072"/>
                </a:lnTo>
                <a:lnTo>
                  <a:pt x="66792" y="330095"/>
                </a:lnTo>
                <a:lnTo>
                  <a:pt x="66752" y="329851"/>
                </a:lnTo>
                <a:lnTo>
                  <a:pt x="66386" y="329980"/>
                </a:lnTo>
                <a:lnTo>
                  <a:pt x="66444" y="330192"/>
                </a:lnTo>
                <a:lnTo>
                  <a:pt x="66185" y="330297"/>
                </a:lnTo>
                <a:lnTo>
                  <a:pt x="66391" y="330697"/>
                </a:lnTo>
                <a:lnTo>
                  <a:pt x="66118" y="330498"/>
                </a:lnTo>
                <a:lnTo>
                  <a:pt x="65778" y="331031"/>
                </a:lnTo>
                <a:lnTo>
                  <a:pt x="65539" y="330965"/>
                </a:lnTo>
                <a:lnTo>
                  <a:pt x="65088" y="331777"/>
                </a:lnTo>
                <a:lnTo>
                  <a:pt x="64801" y="331831"/>
                </a:lnTo>
                <a:lnTo>
                  <a:pt x="64531" y="331215"/>
                </a:lnTo>
                <a:lnTo>
                  <a:pt x="64465" y="331475"/>
                </a:lnTo>
                <a:lnTo>
                  <a:pt x="64047" y="331603"/>
                </a:lnTo>
                <a:lnTo>
                  <a:pt x="63812" y="331069"/>
                </a:lnTo>
                <a:lnTo>
                  <a:pt x="63620" y="331714"/>
                </a:lnTo>
                <a:lnTo>
                  <a:pt x="63011" y="331151"/>
                </a:lnTo>
                <a:lnTo>
                  <a:pt x="62883" y="331273"/>
                </a:lnTo>
                <a:lnTo>
                  <a:pt x="63074" y="331512"/>
                </a:lnTo>
                <a:lnTo>
                  <a:pt x="62757" y="331546"/>
                </a:lnTo>
                <a:lnTo>
                  <a:pt x="62670" y="331346"/>
                </a:lnTo>
                <a:lnTo>
                  <a:pt x="62485" y="331504"/>
                </a:lnTo>
                <a:lnTo>
                  <a:pt x="62206" y="332569"/>
                </a:lnTo>
                <a:lnTo>
                  <a:pt x="62073" y="332341"/>
                </a:lnTo>
                <a:lnTo>
                  <a:pt x="61539" y="332486"/>
                </a:lnTo>
                <a:lnTo>
                  <a:pt x="61626" y="332922"/>
                </a:lnTo>
                <a:lnTo>
                  <a:pt x="60883" y="333430"/>
                </a:lnTo>
                <a:lnTo>
                  <a:pt x="61049" y="333662"/>
                </a:lnTo>
                <a:lnTo>
                  <a:pt x="60344" y="333468"/>
                </a:lnTo>
                <a:lnTo>
                  <a:pt x="60202" y="333904"/>
                </a:lnTo>
                <a:lnTo>
                  <a:pt x="59889" y="333786"/>
                </a:lnTo>
                <a:lnTo>
                  <a:pt x="59974" y="334092"/>
                </a:lnTo>
                <a:lnTo>
                  <a:pt x="59538" y="333806"/>
                </a:lnTo>
                <a:lnTo>
                  <a:pt x="59418" y="333972"/>
                </a:lnTo>
                <a:lnTo>
                  <a:pt x="58946" y="333848"/>
                </a:lnTo>
                <a:lnTo>
                  <a:pt x="59221" y="334466"/>
                </a:lnTo>
                <a:lnTo>
                  <a:pt x="59008" y="334862"/>
                </a:lnTo>
                <a:lnTo>
                  <a:pt x="59156" y="335190"/>
                </a:lnTo>
                <a:lnTo>
                  <a:pt x="58822" y="335738"/>
                </a:lnTo>
                <a:lnTo>
                  <a:pt x="58343" y="335522"/>
                </a:lnTo>
                <a:lnTo>
                  <a:pt x="58388" y="335904"/>
                </a:lnTo>
                <a:lnTo>
                  <a:pt x="57189" y="335934"/>
                </a:lnTo>
                <a:lnTo>
                  <a:pt x="56599" y="336772"/>
                </a:lnTo>
                <a:lnTo>
                  <a:pt x="56317" y="336583"/>
                </a:lnTo>
                <a:lnTo>
                  <a:pt x="55996" y="335535"/>
                </a:lnTo>
                <a:lnTo>
                  <a:pt x="55868" y="335751"/>
                </a:lnTo>
                <a:lnTo>
                  <a:pt x="55123" y="335801"/>
                </a:lnTo>
                <a:lnTo>
                  <a:pt x="55239" y="336034"/>
                </a:lnTo>
                <a:lnTo>
                  <a:pt x="54758" y="336500"/>
                </a:lnTo>
                <a:lnTo>
                  <a:pt x="53797" y="336590"/>
                </a:lnTo>
                <a:lnTo>
                  <a:pt x="53580" y="336365"/>
                </a:lnTo>
                <a:lnTo>
                  <a:pt x="53318" y="336570"/>
                </a:lnTo>
                <a:lnTo>
                  <a:pt x="53147" y="337319"/>
                </a:lnTo>
                <a:lnTo>
                  <a:pt x="51969" y="337411"/>
                </a:lnTo>
                <a:lnTo>
                  <a:pt x="52033" y="337638"/>
                </a:lnTo>
                <a:lnTo>
                  <a:pt x="51585" y="337728"/>
                </a:lnTo>
                <a:lnTo>
                  <a:pt x="50738" y="337432"/>
                </a:lnTo>
                <a:lnTo>
                  <a:pt x="50892" y="336642"/>
                </a:lnTo>
                <a:lnTo>
                  <a:pt x="50144" y="336281"/>
                </a:lnTo>
                <a:lnTo>
                  <a:pt x="50027" y="336651"/>
                </a:lnTo>
                <a:lnTo>
                  <a:pt x="49733" y="336266"/>
                </a:lnTo>
                <a:lnTo>
                  <a:pt x="48878" y="336217"/>
                </a:lnTo>
                <a:lnTo>
                  <a:pt x="48528" y="336913"/>
                </a:lnTo>
                <a:lnTo>
                  <a:pt x="48218" y="336975"/>
                </a:lnTo>
                <a:lnTo>
                  <a:pt x="48512" y="337330"/>
                </a:lnTo>
                <a:lnTo>
                  <a:pt x="48147" y="337392"/>
                </a:lnTo>
                <a:lnTo>
                  <a:pt x="48298" y="337554"/>
                </a:lnTo>
                <a:lnTo>
                  <a:pt x="48013" y="337587"/>
                </a:lnTo>
                <a:lnTo>
                  <a:pt x="48034" y="337949"/>
                </a:lnTo>
                <a:lnTo>
                  <a:pt x="47823" y="337723"/>
                </a:lnTo>
                <a:lnTo>
                  <a:pt x="47288" y="338178"/>
                </a:lnTo>
                <a:lnTo>
                  <a:pt x="46876" y="338198"/>
                </a:lnTo>
                <a:lnTo>
                  <a:pt x="46872" y="338688"/>
                </a:lnTo>
                <a:lnTo>
                  <a:pt x="46347" y="338534"/>
                </a:lnTo>
                <a:lnTo>
                  <a:pt x="46213" y="338808"/>
                </a:lnTo>
                <a:lnTo>
                  <a:pt x="45574" y="338848"/>
                </a:lnTo>
                <a:lnTo>
                  <a:pt x="45621" y="338577"/>
                </a:lnTo>
                <a:lnTo>
                  <a:pt x="45378" y="338406"/>
                </a:lnTo>
                <a:lnTo>
                  <a:pt x="45325" y="338695"/>
                </a:lnTo>
                <a:lnTo>
                  <a:pt x="45035" y="338714"/>
                </a:lnTo>
                <a:lnTo>
                  <a:pt x="45235" y="338950"/>
                </a:lnTo>
                <a:lnTo>
                  <a:pt x="44860" y="338722"/>
                </a:lnTo>
                <a:lnTo>
                  <a:pt x="44495" y="338968"/>
                </a:lnTo>
                <a:lnTo>
                  <a:pt x="44662" y="339446"/>
                </a:lnTo>
                <a:lnTo>
                  <a:pt x="44206" y="339559"/>
                </a:lnTo>
                <a:lnTo>
                  <a:pt x="44003" y="340367"/>
                </a:lnTo>
                <a:lnTo>
                  <a:pt x="44237" y="340640"/>
                </a:lnTo>
                <a:lnTo>
                  <a:pt x="43948" y="340753"/>
                </a:lnTo>
                <a:lnTo>
                  <a:pt x="44255" y="341033"/>
                </a:lnTo>
                <a:lnTo>
                  <a:pt x="43405" y="341176"/>
                </a:lnTo>
                <a:lnTo>
                  <a:pt x="43411" y="341742"/>
                </a:lnTo>
                <a:lnTo>
                  <a:pt x="42922" y="341496"/>
                </a:lnTo>
                <a:lnTo>
                  <a:pt x="42448" y="341548"/>
                </a:lnTo>
                <a:lnTo>
                  <a:pt x="42245" y="341321"/>
                </a:lnTo>
                <a:lnTo>
                  <a:pt x="41677" y="341531"/>
                </a:lnTo>
                <a:lnTo>
                  <a:pt x="41507" y="342150"/>
                </a:lnTo>
                <a:lnTo>
                  <a:pt x="40253" y="342455"/>
                </a:lnTo>
                <a:lnTo>
                  <a:pt x="40217" y="342790"/>
                </a:lnTo>
                <a:lnTo>
                  <a:pt x="40391" y="342615"/>
                </a:lnTo>
                <a:lnTo>
                  <a:pt x="40525" y="342827"/>
                </a:lnTo>
                <a:lnTo>
                  <a:pt x="40370" y="343179"/>
                </a:lnTo>
                <a:lnTo>
                  <a:pt x="40113" y="343206"/>
                </a:lnTo>
                <a:lnTo>
                  <a:pt x="40235" y="343603"/>
                </a:lnTo>
                <a:lnTo>
                  <a:pt x="40020" y="343433"/>
                </a:lnTo>
                <a:lnTo>
                  <a:pt x="39975" y="343692"/>
                </a:lnTo>
                <a:lnTo>
                  <a:pt x="39747" y="343598"/>
                </a:lnTo>
                <a:lnTo>
                  <a:pt x="39533" y="344141"/>
                </a:lnTo>
                <a:lnTo>
                  <a:pt x="39183" y="343977"/>
                </a:lnTo>
                <a:lnTo>
                  <a:pt x="39413" y="344350"/>
                </a:lnTo>
                <a:lnTo>
                  <a:pt x="39053" y="344210"/>
                </a:lnTo>
                <a:lnTo>
                  <a:pt x="39114" y="344417"/>
                </a:lnTo>
                <a:lnTo>
                  <a:pt x="38868" y="344552"/>
                </a:lnTo>
                <a:lnTo>
                  <a:pt x="39032" y="344617"/>
                </a:lnTo>
                <a:lnTo>
                  <a:pt x="38958" y="345078"/>
                </a:lnTo>
                <a:lnTo>
                  <a:pt x="38498" y="345310"/>
                </a:lnTo>
                <a:lnTo>
                  <a:pt x="38731" y="345308"/>
                </a:lnTo>
                <a:lnTo>
                  <a:pt x="39072" y="346099"/>
                </a:lnTo>
                <a:lnTo>
                  <a:pt x="39356" y="346204"/>
                </a:lnTo>
                <a:lnTo>
                  <a:pt x="39165" y="347038"/>
                </a:lnTo>
                <a:lnTo>
                  <a:pt x="38884" y="346905"/>
                </a:lnTo>
                <a:lnTo>
                  <a:pt x="38622" y="347194"/>
                </a:lnTo>
                <a:lnTo>
                  <a:pt x="38889" y="347307"/>
                </a:lnTo>
                <a:lnTo>
                  <a:pt x="38529" y="347797"/>
                </a:lnTo>
                <a:lnTo>
                  <a:pt x="38732" y="347815"/>
                </a:lnTo>
                <a:lnTo>
                  <a:pt x="38674" y="347989"/>
                </a:lnTo>
                <a:lnTo>
                  <a:pt x="38255" y="348116"/>
                </a:lnTo>
                <a:lnTo>
                  <a:pt x="38377" y="348385"/>
                </a:lnTo>
                <a:lnTo>
                  <a:pt x="37474" y="348438"/>
                </a:lnTo>
                <a:lnTo>
                  <a:pt x="37625" y="348994"/>
                </a:lnTo>
                <a:lnTo>
                  <a:pt x="37093" y="349123"/>
                </a:lnTo>
                <a:lnTo>
                  <a:pt x="35851" y="348428"/>
                </a:lnTo>
                <a:lnTo>
                  <a:pt x="35482" y="348627"/>
                </a:lnTo>
                <a:lnTo>
                  <a:pt x="35523" y="348864"/>
                </a:lnTo>
                <a:lnTo>
                  <a:pt x="34210" y="349324"/>
                </a:lnTo>
                <a:lnTo>
                  <a:pt x="34455" y="349752"/>
                </a:lnTo>
                <a:lnTo>
                  <a:pt x="34176" y="349708"/>
                </a:lnTo>
                <a:lnTo>
                  <a:pt x="34269" y="350043"/>
                </a:lnTo>
                <a:lnTo>
                  <a:pt x="34058" y="350034"/>
                </a:lnTo>
                <a:lnTo>
                  <a:pt x="33763" y="350610"/>
                </a:lnTo>
                <a:lnTo>
                  <a:pt x="32731" y="350288"/>
                </a:lnTo>
                <a:lnTo>
                  <a:pt x="31743" y="351190"/>
                </a:lnTo>
                <a:lnTo>
                  <a:pt x="31458" y="351017"/>
                </a:lnTo>
                <a:lnTo>
                  <a:pt x="30977" y="351658"/>
                </a:lnTo>
                <a:lnTo>
                  <a:pt x="30840" y="352328"/>
                </a:lnTo>
                <a:lnTo>
                  <a:pt x="30174" y="352385"/>
                </a:lnTo>
                <a:lnTo>
                  <a:pt x="29358" y="352889"/>
                </a:lnTo>
                <a:lnTo>
                  <a:pt x="28921" y="352673"/>
                </a:lnTo>
                <a:lnTo>
                  <a:pt x="28530" y="352852"/>
                </a:lnTo>
                <a:lnTo>
                  <a:pt x="28314" y="352584"/>
                </a:lnTo>
                <a:lnTo>
                  <a:pt x="28109" y="352839"/>
                </a:lnTo>
                <a:lnTo>
                  <a:pt x="27472" y="352675"/>
                </a:lnTo>
                <a:lnTo>
                  <a:pt x="27058" y="352909"/>
                </a:lnTo>
                <a:lnTo>
                  <a:pt x="27398" y="353164"/>
                </a:lnTo>
                <a:lnTo>
                  <a:pt x="27157" y="353230"/>
                </a:lnTo>
                <a:lnTo>
                  <a:pt x="26835" y="354516"/>
                </a:lnTo>
                <a:lnTo>
                  <a:pt x="26703" y="354766"/>
                </a:lnTo>
                <a:lnTo>
                  <a:pt x="26151" y="354848"/>
                </a:lnTo>
                <a:lnTo>
                  <a:pt x="26175" y="355389"/>
                </a:lnTo>
                <a:lnTo>
                  <a:pt x="26510" y="355421"/>
                </a:lnTo>
                <a:lnTo>
                  <a:pt x="26104" y="355828"/>
                </a:lnTo>
                <a:lnTo>
                  <a:pt x="25742" y="355749"/>
                </a:lnTo>
                <a:lnTo>
                  <a:pt x="25193" y="356127"/>
                </a:lnTo>
                <a:lnTo>
                  <a:pt x="24968" y="356439"/>
                </a:lnTo>
                <a:lnTo>
                  <a:pt x="25326" y="356491"/>
                </a:lnTo>
                <a:lnTo>
                  <a:pt x="25097" y="356713"/>
                </a:lnTo>
                <a:lnTo>
                  <a:pt x="24604" y="356536"/>
                </a:lnTo>
                <a:lnTo>
                  <a:pt x="23762" y="356920"/>
                </a:lnTo>
                <a:lnTo>
                  <a:pt x="24077" y="356973"/>
                </a:lnTo>
                <a:lnTo>
                  <a:pt x="24141" y="357244"/>
                </a:lnTo>
                <a:lnTo>
                  <a:pt x="23813" y="357426"/>
                </a:lnTo>
                <a:lnTo>
                  <a:pt x="23791" y="358283"/>
                </a:lnTo>
                <a:lnTo>
                  <a:pt x="23252" y="358796"/>
                </a:lnTo>
                <a:lnTo>
                  <a:pt x="22834" y="359721"/>
                </a:lnTo>
                <a:lnTo>
                  <a:pt x="21810" y="359414"/>
                </a:lnTo>
                <a:lnTo>
                  <a:pt x="21546" y="359821"/>
                </a:lnTo>
                <a:lnTo>
                  <a:pt x="21420" y="360887"/>
                </a:lnTo>
                <a:lnTo>
                  <a:pt x="20898" y="361580"/>
                </a:lnTo>
                <a:lnTo>
                  <a:pt x="20012" y="361239"/>
                </a:lnTo>
                <a:lnTo>
                  <a:pt x="19618" y="361688"/>
                </a:lnTo>
                <a:lnTo>
                  <a:pt x="19693" y="362238"/>
                </a:lnTo>
                <a:lnTo>
                  <a:pt x="19300" y="362726"/>
                </a:lnTo>
                <a:lnTo>
                  <a:pt x="19335" y="363114"/>
                </a:lnTo>
                <a:lnTo>
                  <a:pt x="18854" y="363341"/>
                </a:lnTo>
                <a:lnTo>
                  <a:pt x="18142" y="363279"/>
                </a:lnTo>
                <a:lnTo>
                  <a:pt x="18136" y="363488"/>
                </a:lnTo>
                <a:lnTo>
                  <a:pt x="18398" y="363498"/>
                </a:lnTo>
                <a:lnTo>
                  <a:pt x="18281" y="363712"/>
                </a:lnTo>
                <a:lnTo>
                  <a:pt x="17893" y="363619"/>
                </a:lnTo>
                <a:lnTo>
                  <a:pt x="16813" y="364528"/>
                </a:lnTo>
                <a:lnTo>
                  <a:pt x="16269" y="364595"/>
                </a:lnTo>
                <a:lnTo>
                  <a:pt x="15470" y="365113"/>
                </a:lnTo>
                <a:lnTo>
                  <a:pt x="15652" y="366274"/>
                </a:lnTo>
                <a:lnTo>
                  <a:pt x="15341" y="366162"/>
                </a:lnTo>
                <a:lnTo>
                  <a:pt x="15536" y="366954"/>
                </a:lnTo>
                <a:lnTo>
                  <a:pt x="15415" y="367477"/>
                </a:lnTo>
                <a:lnTo>
                  <a:pt x="14858" y="367809"/>
                </a:lnTo>
                <a:lnTo>
                  <a:pt x="14779" y="368132"/>
                </a:lnTo>
                <a:lnTo>
                  <a:pt x="14323" y="368040"/>
                </a:lnTo>
                <a:lnTo>
                  <a:pt x="14117" y="368365"/>
                </a:lnTo>
                <a:lnTo>
                  <a:pt x="14056" y="368613"/>
                </a:lnTo>
                <a:lnTo>
                  <a:pt x="14306" y="368718"/>
                </a:lnTo>
                <a:lnTo>
                  <a:pt x="14035" y="369226"/>
                </a:lnTo>
                <a:lnTo>
                  <a:pt x="13884" y="370670"/>
                </a:lnTo>
                <a:lnTo>
                  <a:pt x="13323" y="371823"/>
                </a:lnTo>
                <a:lnTo>
                  <a:pt x="12709" y="372514"/>
                </a:lnTo>
                <a:lnTo>
                  <a:pt x="12741" y="372780"/>
                </a:lnTo>
                <a:lnTo>
                  <a:pt x="12293" y="373178"/>
                </a:lnTo>
                <a:lnTo>
                  <a:pt x="11953" y="375191"/>
                </a:lnTo>
                <a:lnTo>
                  <a:pt x="10989" y="376123"/>
                </a:lnTo>
                <a:lnTo>
                  <a:pt x="10889" y="376927"/>
                </a:lnTo>
                <a:lnTo>
                  <a:pt x="11082" y="377711"/>
                </a:lnTo>
                <a:lnTo>
                  <a:pt x="9401" y="381226"/>
                </a:lnTo>
                <a:lnTo>
                  <a:pt x="7989" y="382369"/>
                </a:lnTo>
                <a:lnTo>
                  <a:pt x="6513" y="384643"/>
                </a:lnTo>
                <a:lnTo>
                  <a:pt x="5858" y="385032"/>
                </a:lnTo>
                <a:lnTo>
                  <a:pt x="4991" y="384837"/>
                </a:lnTo>
                <a:lnTo>
                  <a:pt x="4673" y="385351"/>
                </a:lnTo>
                <a:lnTo>
                  <a:pt x="3740" y="385870"/>
                </a:lnTo>
                <a:lnTo>
                  <a:pt x="3019" y="386021"/>
                </a:lnTo>
                <a:lnTo>
                  <a:pt x="2739" y="385732"/>
                </a:lnTo>
                <a:lnTo>
                  <a:pt x="2114" y="386891"/>
                </a:lnTo>
                <a:lnTo>
                  <a:pt x="1969" y="388320"/>
                </a:lnTo>
                <a:lnTo>
                  <a:pt x="83" y="390242"/>
                </a:lnTo>
                <a:lnTo>
                  <a:pt x="0" y="390915"/>
                </a:lnTo>
                <a:lnTo>
                  <a:pt x="2807" y="392230"/>
                </a:lnTo>
                <a:lnTo>
                  <a:pt x="2697" y="393362"/>
                </a:lnTo>
                <a:lnTo>
                  <a:pt x="1924" y="394238"/>
                </a:lnTo>
                <a:lnTo>
                  <a:pt x="2041" y="395995"/>
                </a:lnTo>
                <a:lnTo>
                  <a:pt x="1792" y="397592"/>
                </a:lnTo>
                <a:lnTo>
                  <a:pt x="2496" y="398069"/>
                </a:lnTo>
                <a:lnTo>
                  <a:pt x="2645" y="398420"/>
                </a:lnTo>
                <a:lnTo>
                  <a:pt x="1488" y="401503"/>
                </a:lnTo>
                <a:lnTo>
                  <a:pt x="1900" y="402250"/>
                </a:lnTo>
                <a:lnTo>
                  <a:pt x="1227" y="403590"/>
                </a:lnTo>
                <a:lnTo>
                  <a:pt x="2617" y="407607"/>
                </a:lnTo>
                <a:lnTo>
                  <a:pt x="2417" y="408261"/>
                </a:lnTo>
                <a:lnTo>
                  <a:pt x="2802" y="409475"/>
                </a:lnTo>
                <a:lnTo>
                  <a:pt x="2251" y="410395"/>
                </a:lnTo>
                <a:lnTo>
                  <a:pt x="3594" y="412297"/>
                </a:lnTo>
                <a:lnTo>
                  <a:pt x="4928" y="413594"/>
                </a:lnTo>
                <a:lnTo>
                  <a:pt x="5464" y="413814"/>
                </a:lnTo>
                <a:lnTo>
                  <a:pt x="6301" y="413297"/>
                </a:lnTo>
                <a:lnTo>
                  <a:pt x="7108" y="413588"/>
                </a:lnTo>
                <a:lnTo>
                  <a:pt x="7403" y="414365"/>
                </a:lnTo>
                <a:lnTo>
                  <a:pt x="7350" y="415134"/>
                </a:lnTo>
                <a:lnTo>
                  <a:pt x="6874" y="416635"/>
                </a:lnTo>
                <a:lnTo>
                  <a:pt x="17175" y="417537"/>
                </a:lnTo>
                <a:lnTo>
                  <a:pt x="22712" y="418621"/>
                </a:lnTo>
                <a:lnTo>
                  <a:pt x="27791" y="418059"/>
                </a:lnTo>
                <a:lnTo>
                  <a:pt x="30895" y="417170"/>
                </a:lnTo>
                <a:lnTo>
                  <a:pt x="36430" y="422060"/>
                </a:lnTo>
                <a:lnTo>
                  <a:pt x="42048" y="426636"/>
                </a:lnTo>
                <a:lnTo>
                  <a:pt x="42930" y="424995"/>
                </a:lnTo>
                <a:lnTo>
                  <a:pt x="49615" y="429316"/>
                </a:lnTo>
                <a:lnTo>
                  <a:pt x="53912" y="422127"/>
                </a:lnTo>
                <a:lnTo>
                  <a:pt x="78132" y="413605"/>
                </a:lnTo>
                <a:lnTo>
                  <a:pt x="78052" y="412783"/>
                </a:lnTo>
                <a:lnTo>
                  <a:pt x="83640" y="412831"/>
                </a:lnTo>
                <a:lnTo>
                  <a:pt x="83130" y="403957"/>
                </a:lnTo>
                <a:lnTo>
                  <a:pt x="90539" y="403801"/>
                </a:lnTo>
                <a:lnTo>
                  <a:pt x="92111" y="430914"/>
                </a:lnTo>
                <a:lnTo>
                  <a:pt x="100848" y="433224"/>
                </a:lnTo>
                <a:lnTo>
                  <a:pt x="106932" y="440788"/>
                </a:lnTo>
                <a:lnTo>
                  <a:pt x="108302" y="446099"/>
                </a:lnTo>
                <a:lnTo>
                  <a:pt x="112721" y="441311"/>
                </a:lnTo>
                <a:lnTo>
                  <a:pt x="118913" y="443945"/>
                </a:lnTo>
                <a:lnTo>
                  <a:pt x="116302" y="448979"/>
                </a:lnTo>
                <a:lnTo>
                  <a:pt x="115331" y="454994"/>
                </a:lnTo>
                <a:lnTo>
                  <a:pt x="119450" y="455568"/>
                </a:lnTo>
                <a:lnTo>
                  <a:pt x="118138" y="460569"/>
                </a:lnTo>
                <a:lnTo>
                  <a:pt x="125342" y="455815"/>
                </a:lnTo>
                <a:lnTo>
                  <a:pt x="131419" y="456834"/>
                </a:lnTo>
                <a:lnTo>
                  <a:pt x="134653" y="464274"/>
                </a:lnTo>
                <a:lnTo>
                  <a:pt x="141352" y="463192"/>
                </a:lnTo>
                <a:lnTo>
                  <a:pt x="147558" y="461570"/>
                </a:lnTo>
                <a:lnTo>
                  <a:pt x="148488" y="463709"/>
                </a:lnTo>
                <a:lnTo>
                  <a:pt x="155930" y="461498"/>
                </a:lnTo>
                <a:lnTo>
                  <a:pt x="156636" y="463343"/>
                </a:lnTo>
                <a:lnTo>
                  <a:pt x="158286" y="462548"/>
                </a:lnTo>
                <a:lnTo>
                  <a:pt x="161671" y="463089"/>
                </a:lnTo>
                <a:lnTo>
                  <a:pt x="161647" y="463684"/>
                </a:lnTo>
                <a:lnTo>
                  <a:pt x="163496" y="464307"/>
                </a:lnTo>
                <a:lnTo>
                  <a:pt x="163205" y="466092"/>
                </a:lnTo>
                <a:lnTo>
                  <a:pt x="164728" y="466711"/>
                </a:lnTo>
                <a:lnTo>
                  <a:pt x="164858" y="466377"/>
                </a:lnTo>
                <a:lnTo>
                  <a:pt x="168093" y="464350"/>
                </a:lnTo>
                <a:lnTo>
                  <a:pt x="168120" y="463867"/>
                </a:lnTo>
                <a:lnTo>
                  <a:pt x="167308" y="463456"/>
                </a:lnTo>
                <a:lnTo>
                  <a:pt x="168561" y="460614"/>
                </a:lnTo>
                <a:lnTo>
                  <a:pt x="172527" y="455900"/>
                </a:lnTo>
                <a:lnTo>
                  <a:pt x="173225" y="448748"/>
                </a:lnTo>
                <a:lnTo>
                  <a:pt x="177830" y="447082"/>
                </a:lnTo>
                <a:lnTo>
                  <a:pt x="185988" y="449265"/>
                </a:lnTo>
                <a:lnTo>
                  <a:pt x="186335" y="450644"/>
                </a:lnTo>
                <a:lnTo>
                  <a:pt x="193934" y="449059"/>
                </a:lnTo>
                <a:lnTo>
                  <a:pt x="196970" y="446858"/>
                </a:lnTo>
                <a:lnTo>
                  <a:pt x="201341" y="446601"/>
                </a:lnTo>
                <a:lnTo>
                  <a:pt x="206100" y="448038"/>
                </a:lnTo>
                <a:lnTo>
                  <a:pt x="207776" y="447918"/>
                </a:lnTo>
                <a:lnTo>
                  <a:pt x="215554" y="450527"/>
                </a:lnTo>
                <a:lnTo>
                  <a:pt x="219382" y="451093"/>
                </a:lnTo>
                <a:lnTo>
                  <a:pt x="224250" y="452871"/>
                </a:lnTo>
                <a:lnTo>
                  <a:pt x="225640" y="447918"/>
                </a:lnTo>
                <a:lnTo>
                  <a:pt x="228624" y="447292"/>
                </a:lnTo>
                <a:lnTo>
                  <a:pt x="229889" y="446066"/>
                </a:lnTo>
                <a:lnTo>
                  <a:pt x="231871" y="448646"/>
                </a:lnTo>
                <a:lnTo>
                  <a:pt x="234822" y="448826"/>
                </a:lnTo>
                <a:lnTo>
                  <a:pt x="237578" y="450730"/>
                </a:lnTo>
                <a:lnTo>
                  <a:pt x="237713" y="450490"/>
                </a:lnTo>
                <a:lnTo>
                  <a:pt x="243917" y="449987"/>
                </a:lnTo>
                <a:lnTo>
                  <a:pt x="249764" y="450169"/>
                </a:lnTo>
                <a:lnTo>
                  <a:pt x="250394" y="454263"/>
                </a:lnTo>
                <a:lnTo>
                  <a:pt x="255226" y="456962"/>
                </a:lnTo>
                <a:lnTo>
                  <a:pt x="269860" y="462245"/>
                </a:lnTo>
                <a:lnTo>
                  <a:pt x="263296" y="472091"/>
                </a:lnTo>
                <a:lnTo>
                  <a:pt x="263251" y="473686"/>
                </a:lnTo>
                <a:lnTo>
                  <a:pt x="262913" y="474522"/>
                </a:lnTo>
                <a:lnTo>
                  <a:pt x="260471" y="474352"/>
                </a:lnTo>
                <a:lnTo>
                  <a:pt x="256934" y="473017"/>
                </a:lnTo>
                <a:lnTo>
                  <a:pt x="257149" y="471994"/>
                </a:lnTo>
                <a:lnTo>
                  <a:pt x="254192" y="467581"/>
                </a:lnTo>
                <a:lnTo>
                  <a:pt x="251620" y="468542"/>
                </a:lnTo>
                <a:lnTo>
                  <a:pt x="248871" y="469225"/>
                </a:lnTo>
                <a:lnTo>
                  <a:pt x="243873" y="469438"/>
                </a:lnTo>
                <a:lnTo>
                  <a:pt x="245171" y="477220"/>
                </a:lnTo>
                <a:lnTo>
                  <a:pt x="250247" y="476934"/>
                </a:lnTo>
                <a:lnTo>
                  <a:pt x="250933" y="486604"/>
                </a:lnTo>
                <a:lnTo>
                  <a:pt x="255849" y="487373"/>
                </a:lnTo>
                <a:lnTo>
                  <a:pt x="262001" y="485745"/>
                </a:lnTo>
                <a:lnTo>
                  <a:pt x="267051" y="488290"/>
                </a:lnTo>
                <a:lnTo>
                  <a:pt x="268902" y="492506"/>
                </a:lnTo>
                <a:lnTo>
                  <a:pt x="274224" y="501463"/>
                </a:lnTo>
                <a:lnTo>
                  <a:pt x="274125" y="504220"/>
                </a:lnTo>
                <a:lnTo>
                  <a:pt x="286048" y="501675"/>
                </a:lnTo>
                <a:lnTo>
                  <a:pt x="286395" y="506370"/>
                </a:lnTo>
                <a:lnTo>
                  <a:pt x="293848" y="506831"/>
                </a:lnTo>
                <a:lnTo>
                  <a:pt x="294730" y="504890"/>
                </a:lnTo>
                <a:lnTo>
                  <a:pt x="304125" y="505001"/>
                </a:lnTo>
                <a:lnTo>
                  <a:pt x="304007" y="498012"/>
                </a:lnTo>
                <a:lnTo>
                  <a:pt x="305829" y="496579"/>
                </a:lnTo>
                <a:lnTo>
                  <a:pt x="313308" y="496199"/>
                </a:lnTo>
                <a:lnTo>
                  <a:pt x="313234" y="495747"/>
                </a:lnTo>
                <a:lnTo>
                  <a:pt x="317773" y="495920"/>
                </a:lnTo>
                <a:lnTo>
                  <a:pt x="318931" y="496731"/>
                </a:lnTo>
                <a:lnTo>
                  <a:pt x="319193" y="496633"/>
                </a:lnTo>
                <a:lnTo>
                  <a:pt x="319159" y="496398"/>
                </a:lnTo>
                <a:lnTo>
                  <a:pt x="322932" y="501065"/>
                </a:lnTo>
                <a:lnTo>
                  <a:pt x="323125" y="501029"/>
                </a:lnTo>
                <a:lnTo>
                  <a:pt x="327277" y="493904"/>
                </a:lnTo>
                <a:lnTo>
                  <a:pt x="327915" y="496665"/>
                </a:lnTo>
                <a:lnTo>
                  <a:pt x="328943" y="496049"/>
                </a:lnTo>
                <a:lnTo>
                  <a:pt x="328674" y="495017"/>
                </a:lnTo>
                <a:lnTo>
                  <a:pt x="329646" y="494019"/>
                </a:lnTo>
                <a:lnTo>
                  <a:pt x="329704" y="492743"/>
                </a:lnTo>
                <a:lnTo>
                  <a:pt x="330373" y="491677"/>
                </a:lnTo>
                <a:lnTo>
                  <a:pt x="329933" y="491146"/>
                </a:lnTo>
                <a:lnTo>
                  <a:pt x="330236" y="490146"/>
                </a:lnTo>
                <a:lnTo>
                  <a:pt x="326815" y="490466"/>
                </a:lnTo>
                <a:lnTo>
                  <a:pt x="324451" y="486042"/>
                </a:lnTo>
                <a:lnTo>
                  <a:pt x="324466" y="485610"/>
                </a:lnTo>
                <a:lnTo>
                  <a:pt x="321397" y="480307"/>
                </a:lnTo>
                <a:lnTo>
                  <a:pt x="326664" y="479091"/>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4292242" y="3334314"/>
            <a:ext cx="566199" cy="550345"/>
          </a:xfrm>
          <a:custGeom>
            <a:avLst/>
            <a:gdLst/>
            <a:ahLst/>
            <a:cxnLst/>
            <a:rect l="l" t="t" r="r" b="b"/>
            <a:pathLst>
              <a:path w="566199" h="550345">
                <a:moveTo>
                  <a:pt x="214006" y="541044"/>
                </a:moveTo>
                <a:lnTo>
                  <a:pt x="214097" y="541346"/>
                </a:lnTo>
                <a:lnTo>
                  <a:pt x="216036" y="542948"/>
                </a:lnTo>
                <a:lnTo>
                  <a:pt x="218498" y="543933"/>
                </a:lnTo>
                <a:lnTo>
                  <a:pt x="219272" y="543724"/>
                </a:lnTo>
                <a:lnTo>
                  <a:pt x="219734" y="542700"/>
                </a:lnTo>
                <a:lnTo>
                  <a:pt x="220697" y="542606"/>
                </a:lnTo>
                <a:lnTo>
                  <a:pt x="221535" y="541953"/>
                </a:lnTo>
                <a:lnTo>
                  <a:pt x="221600" y="540277"/>
                </a:lnTo>
                <a:lnTo>
                  <a:pt x="221950" y="540017"/>
                </a:lnTo>
                <a:lnTo>
                  <a:pt x="222092" y="539483"/>
                </a:lnTo>
                <a:lnTo>
                  <a:pt x="223281" y="539009"/>
                </a:lnTo>
                <a:lnTo>
                  <a:pt x="223257" y="536466"/>
                </a:lnTo>
                <a:lnTo>
                  <a:pt x="223751" y="535759"/>
                </a:lnTo>
                <a:lnTo>
                  <a:pt x="225047" y="535300"/>
                </a:lnTo>
                <a:lnTo>
                  <a:pt x="225419" y="534205"/>
                </a:lnTo>
                <a:lnTo>
                  <a:pt x="225313" y="533143"/>
                </a:lnTo>
                <a:lnTo>
                  <a:pt x="226156" y="531355"/>
                </a:lnTo>
                <a:lnTo>
                  <a:pt x="227039" y="531353"/>
                </a:lnTo>
                <a:lnTo>
                  <a:pt x="229845" y="532358"/>
                </a:lnTo>
                <a:lnTo>
                  <a:pt x="232606" y="531267"/>
                </a:lnTo>
                <a:lnTo>
                  <a:pt x="232763" y="532107"/>
                </a:lnTo>
                <a:lnTo>
                  <a:pt x="233264" y="532738"/>
                </a:lnTo>
                <a:lnTo>
                  <a:pt x="234504" y="532843"/>
                </a:lnTo>
                <a:lnTo>
                  <a:pt x="236115" y="530983"/>
                </a:lnTo>
                <a:lnTo>
                  <a:pt x="237379" y="527917"/>
                </a:lnTo>
                <a:lnTo>
                  <a:pt x="242784" y="529855"/>
                </a:lnTo>
                <a:lnTo>
                  <a:pt x="246013" y="531319"/>
                </a:lnTo>
                <a:lnTo>
                  <a:pt x="248273" y="533905"/>
                </a:lnTo>
                <a:lnTo>
                  <a:pt x="251235" y="535532"/>
                </a:lnTo>
                <a:lnTo>
                  <a:pt x="252437" y="535091"/>
                </a:lnTo>
                <a:lnTo>
                  <a:pt x="253375" y="533879"/>
                </a:lnTo>
                <a:lnTo>
                  <a:pt x="254642" y="534352"/>
                </a:lnTo>
                <a:lnTo>
                  <a:pt x="255632" y="533998"/>
                </a:lnTo>
                <a:lnTo>
                  <a:pt x="256529" y="532895"/>
                </a:lnTo>
                <a:lnTo>
                  <a:pt x="258937" y="530788"/>
                </a:lnTo>
                <a:lnTo>
                  <a:pt x="260442" y="531552"/>
                </a:lnTo>
                <a:lnTo>
                  <a:pt x="261571" y="531339"/>
                </a:lnTo>
                <a:lnTo>
                  <a:pt x="264981" y="534410"/>
                </a:lnTo>
                <a:lnTo>
                  <a:pt x="269324" y="538952"/>
                </a:lnTo>
                <a:lnTo>
                  <a:pt x="270729" y="537551"/>
                </a:lnTo>
                <a:lnTo>
                  <a:pt x="270984" y="536385"/>
                </a:lnTo>
                <a:lnTo>
                  <a:pt x="270469" y="535599"/>
                </a:lnTo>
                <a:lnTo>
                  <a:pt x="272009" y="534852"/>
                </a:lnTo>
                <a:lnTo>
                  <a:pt x="272741" y="534944"/>
                </a:lnTo>
                <a:lnTo>
                  <a:pt x="274577" y="533544"/>
                </a:lnTo>
                <a:lnTo>
                  <a:pt x="276359" y="532118"/>
                </a:lnTo>
                <a:lnTo>
                  <a:pt x="277616" y="529973"/>
                </a:lnTo>
                <a:lnTo>
                  <a:pt x="281913" y="531824"/>
                </a:lnTo>
                <a:lnTo>
                  <a:pt x="282653" y="534342"/>
                </a:lnTo>
                <a:lnTo>
                  <a:pt x="284416" y="533320"/>
                </a:lnTo>
                <a:lnTo>
                  <a:pt x="289234" y="532709"/>
                </a:lnTo>
                <a:lnTo>
                  <a:pt x="289456" y="529775"/>
                </a:lnTo>
                <a:lnTo>
                  <a:pt x="289352" y="526918"/>
                </a:lnTo>
                <a:lnTo>
                  <a:pt x="289803" y="526227"/>
                </a:lnTo>
                <a:lnTo>
                  <a:pt x="290037" y="524019"/>
                </a:lnTo>
                <a:lnTo>
                  <a:pt x="292841" y="524635"/>
                </a:lnTo>
                <a:lnTo>
                  <a:pt x="295160" y="522266"/>
                </a:lnTo>
                <a:lnTo>
                  <a:pt x="296733" y="521967"/>
                </a:lnTo>
                <a:lnTo>
                  <a:pt x="302129" y="524182"/>
                </a:lnTo>
                <a:lnTo>
                  <a:pt x="302568" y="520268"/>
                </a:lnTo>
                <a:lnTo>
                  <a:pt x="302619" y="517070"/>
                </a:lnTo>
                <a:lnTo>
                  <a:pt x="306869" y="518309"/>
                </a:lnTo>
                <a:lnTo>
                  <a:pt x="311035" y="517884"/>
                </a:lnTo>
                <a:lnTo>
                  <a:pt x="310596" y="525138"/>
                </a:lnTo>
                <a:lnTo>
                  <a:pt x="311579" y="526917"/>
                </a:lnTo>
                <a:lnTo>
                  <a:pt x="313684" y="527356"/>
                </a:lnTo>
                <a:lnTo>
                  <a:pt x="314412" y="526965"/>
                </a:lnTo>
                <a:lnTo>
                  <a:pt x="315137" y="527263"/>
                </a:lnTo>
                <a:lnTo>
                  <a:pt x="315683" y="527051"/>
                </a:lnTo>
                <a:lnTo>
                  <a:pt x="316227" y="527263"/>
                </a:lnTo>
                <a:lnTo>
                  <a:pt x="316300" y="526936"/>
                </a:lnTo>
                <a:lnTo>
                  <a:pt x="317589" y="526233"/>
                </a:lnTo>
                <a:lnTo>
                  <a:pt x="320854" y="525251"/>
                </a:lnTo>
                <a:lnTo>
                  <a:pt x="324880" y="525900"/>
                </a:lnTo>
                <a:lnTo>
                  <a:pt x="326990" y="527056"/>
                </a:lnTo>
                <a:lnTo>
                  <a:pt x="327738" y="527761"/>
                </a:lnTo>
                <a:lnTo>
                  <a:pt x="328430" y="527747"/>
                </a:lnTo>
                <a:lnTo>
                  <a:pt x="329366" y="528146"/>
                </a:lnTo>
                <a:lnTo>
                  <a:pt x="333607" y="527634"/>
                </a:lnTo>
                <a:lnTo>
                  <a:pt x="344446" y="522533"/>
                </a:lnTo>
                <a:lnTo>
                  <a:pt x="351103" y="522139"/>
                </a:lnTo>
                <a:lnTo>
                  <a:pt x="351997" y="522635"/>
                </a:lnTo>
                <a:lnTo>
                  <a:pt x="352670" y="522303"/>
                </a:lnTo>
                <a:lnTo>
                  <a:pt x="352814" y="522421"/>
                </a:lnTo>
                <a:lnTo>
                  <a:pt x="352660" y="522859"/>
                </a:lnTo>
                <a:lnTo>
                  <a:pt x="353029" y="523474"/>
                </a:lnTo>
                <a:lnTo>
                  <a:pt x="353644" y="523292"/>
                </a:lnTo>
                <a:lnTo>
                  <a:pt x="353776" y="523946"/>
                </a:lnTo>
                <a:lnTo>
                  <a:pt x="353619" y="524254"/>
                </a:lnTo>
                <a:lnTo>
                  <a:pt x="354040" y="524884"/>
                </a:lnTo>
                <a:lnTo>
                  <a:pt x="354957" y="524259"/>
                </a:lnTo>
                <a:lnTo>
                  <a:pt x="355814" y="524208"/>
                </a:lnTo>
                <a:lnTo>
                  <a:pt x="356263" y="525209"/>
                </a:lnTo>
                <a:lnTo>
                  <a:pt x="355960" y="525606"/>
                </a:lnTo>
                <a:lnTo>
                  <a:pt x="356133" y="526081"/>
                </a:lnTo>
                <a:lnTo>
                  <a:pt x="357275" y="524962"/>
                </a:lnTo>
                <a:lnTo>
                  <a:pt x="357908" y="525939"/>
                </a:lnTo>
                <a:lnTo>
                  <a:pt x="358302" y="525925"/>
                </a:lnTo>
                <a:lnTo>
                  <a:pt x="358911" y="526443"/>
                </a:lnTo>
                <a:lnTo>
                  <a:pt x="358459" y="527417"/>
                </a:lnTo>
                <a:lnTo>
                  <a:pt x="358864" y="527591"/>
                </a:lnTo>
                <a:lnTo>
                  <a:pt x="359304" y="528385"/>
                </a:lnTo>
                <a:lnTo>
                  <a:pt x="359711" y="528362"/>
                </a:lnTo>
                <a:lnTo>
                  <a:pt x="359929" y="529559"/>
                </a:lnTo>
                <a:lnTo>
                  <a:pt x="360401" y="529247"/>
                </a:lnTo>
                <a:lnTo>
                  <a:pt x="361866" y="529332"/>
                </a:lnTo>
                <a:lnTo>
                  <a:pt x="362069" y="528513"/>
                </a:lnTo>
                <a:lnTo>
                  <a:pt x="361355" y="528113"/>
                </a:lnTo>
                <a:lnTo>
                  <a:pt x="361126" y="527697"/>
                </a:lnTo>
                <a:lnTo>
                  <a:pt x="361698" y="527788"/>
                </a:lnTo>
                <a:lnTo>
                  <a:pt x="362616" y="527515"/>
                </a:lnTo>
                <a:lnTo>
                  <a:pt x="362861" y="528439"/>
                </a:lnTo>
                <a:lnTo>
                  <a:pt x="363681" y="529114"/>
                </a:lnTo>
                <a:lnTo>
                  <a:pt x="363673" y="529796"/>
                </a:lnTo>
                <a:lnTo>
                  <a:pt x="364696" y="529475"/>
                </a:lnTo>
                <a:lnTo>
                  <a:pt x="364967" y="529983"/>
                </a:lnTo>
                <a:lnTo>
                  <a:pt x="365325" y="530158"/>
                </a:lnTo>
                <a:lnTo>
                  <a:pt x="364345" y="530724"/>
                </a:lnTo>
                <a:lnTo>
                  <a:pt x="364702" y="531130"/>
                </a:lnTo>
                <a:lnTo>
                  <a:pt x="365660" y="530839"/>
                </a:lnTo>
                <a:lnTo>
                  <a:pt x="365155" y="531865"/>
                </a:lnTo>
                <a:lnTo>
                  <a:pt x="366266" y="532110"/>
                </a:lnTo>
                <a:lnTo>
                  <a:pt x="366931" y="531511"/>
                </a:lnTo>
                <a:lnTo>
                  <a:pt x="367016" y="532055"/>
                </a:lnTo>
                <a:lnTo>
                  <a:pt x="367970" y="532722"/>
                </a:lnTo>
                <a:lnTo>
                  <a:pt x="368016" y="532952"/>
                </a:lnTo>
                <a:lnTo>
                  <a:pt x="367256" y="533089"/>
                </a:lnTo>
                <a:lnTo>
                  <a:pt x="367039" y="534425"/>
                </a:lnTo>
                <a:lnTo>
                  <a:pt x="368200" y="533821"/>
                </a:lnTo>
                <a:lnTo>
                  <a:pt x="369294" y="533882"/>
                </a:lnTo>
                <a:lnTo>
                  <a:pt x="369774" y="534365"/>
                </a:lnTo>
                <a:lnTo>
                  <a:pt x="370112" y="534362"/>
                </a:lnTo>
                <a:lnTo>
                  <a:pt x="370338" y="533297"/>
                </a:lnTo>
                <a:lnTo>
                  <a:pt x="371082" y="532890"/>
                </a:lnTo>
                <a:lnTo>
                  <a:pt x="371697" y="533108"/>
                </a:lnTo>
                <a:lnTo>
                  <a:pt x="372183" y="532952"/>
                </a:lnTo>
                <a:lnTo>
                  <a:pt x="371995" y="531925"/>
                </a:lnTo>
                <a:lnTo>
                  <a:pt x="372290" y="531903"/>
                </a:lnTo>
                <a:lnTo>
                  <a:pt x="372753" y="532301"/>
                </a:lnTo>
                <a:lnTo>
                  <a:pt x="372864" y="531482"/>
                </a:lnTo>
                <a:lnTo>
                  <a:pt x="373320" y="531156"/>
                </a:lnTo>
                <a:lnTo>
                  <a:pt x="373262" y="529191"/>
                </a:lnTo>
                <a:lnTo>
                  <a:pt x="373644" y="528091"/>
                </a:lnTo>
                <a:lnTo>
                  <a:pt x="374960" y="528427"/>
                </a:lnTo>
                <a:lnTo>
                  <a:pt x="375966" y="528169"/>
                </a:lnTo>
                <a:lnTo>
                  <a:pt x="376284" y="527602"/>
                </a:lnTo>
                <a:lnTo>
                  <a:pt x="376643" y="527956"/>
                </a:lnTo>
                <a:lnTo>
                  <a:pt x="378901" y="527641"/>
                </a:lnTo>
                <a:lnTo>
                  <a:pt x="379517" y="527258"/>
                </a:lnTo>
                <a:lnTo>
                  <a:pt x="379984" y="527271"/>
                </a:lnTo>
                <a:lnTo>
                  <a:pt x="380233" y="527722"/>
                </a:lnTo>
                <a:lnTo>
                  <a:pt x="380810" y="527316"/>
                </a:lnTo>
                <a:lnTo>
                  <a:pt x="381769" y="527306"/>
                </a:lnTo>
                <a:lnTo>
                  <a:pt x="382003" y="527465"/>
                </a:lnTo>
                <a:lnTo>
                  <a:pt x="382044" y="528331"/>
                </a:lnTo>
                <a:lnTo>
                  <a:pt x="381483" y="529410"/>
                </a:lnTo>
                <a:lnTo>
                  <a:pt x="381917" y="530617"/>
                </a:lnTo>
                <a:lnTo>
                  <a:pt x="381704" y="531399"/>
                </a:lnTo>
                <a:lnTo>
                  <a:pt x="382796" y="533079"/>
                </a:lnTo>
                <a:lnTo>
                  <a:pt x="383859" y="534118"/>
                </a:lnTo>
                <a:lnTo>
                  <a:pt x="383605" y="535746"/>
                </a:lnTo>
                <a:lnTo>
                  <a:pt x="384021" y="536306"/>
                </a:lnTo>
                <a:lnTo>
                  <a:pt x="383858" y="537120"/>
                </a:lnTo>
                <a:lnTo>
                  <a:pt x="384079" y="537603"/>
                </a:lnTo>
                <a:lnTo>
                  <a:pt x="384931" y="537324"/>
                </a:lnTo>
                <a:lnTo>
                  <a:pt x="386040" y="536358"/>
                </a:lnTo>
                <a:lnTo>
                  <a:pt x="386419" y="536516"/>
                </a:lnTo>
                <a:lnTo>
                  <a:pt x="386648" y="537095"/>
                </a:lnTo>
                <a:lnTo>
                  <a:pt x="387092" y="537395"/>
                </a:lnTo>
                <a:lnTo>
                  <a:pt x="388105" y="537053"/>
                </a:lnTo>
                <a:lnTo>
                  <a:pt x="389203" y="536263"/>
                </a:lnTo>
                <a:lnTo>
                  <a:pt x="389782" y="536486"/>
                </a:lnTo>
                <a:lnTo>
                  <a:pt x="390258" y="536228"/>
                </a:lnTo>
                <a:lnTo>
                  <a:pt x="392801" y="536584"/>
                </a:lnTo>
                <a:lnTo>
                  <a:pt x="393248" y="535439"/>
                </a:lnTo>
                <a:lnTo>
                  <a:pt x="393734" y="535018"/>
                </a:lnTo>
                <a:lnTo>
                  <a:pt x="394044" y="535087"/>
                </a:lnTo>
                <a:lnTo>
                  <a:pt x="394462" y="536070"/>
                </a:lnTo>
                <a:lnTo>
                  <a:pt x="395362" y="537020"/>
                </a:lnTo>
                <a:lnTo>
                  <a:pt x="395982" y="535643"/>
                </a:lnTo>
                <a:lnTo>
                  <a:pt x="396973" y="534805"/>
                </a:lnTo>
                <a:lnTo>
                  <a:pt x="397542" y="534746"/>
                </a:lnTo>
                <a:lnTo>
                  <a:pt x="397943" y="535689"/>
                </a:lnTo>
                <a:lnTo>
                  <a:pt x="398791" y="536026"/>
                </a:lnTo>
                <a:lnTo>
                  <a:pt x="399118" y="535821"/>
                </a:lnTo>
                <a:lnTo>
                  <a:pt x="399495" y="534753"/>
                </a:lnTo>
                <a:lnTo>
                  <a:pt x="399844" y="534465"/>
                </a:lnTo>
                <a:lnTo>
                  <a:pt x="401955" y="533794"/>
                </a:lnTo>
                <a:lnTo>
                  <a:pt x="403865" y="534669"/>
                </a:lnTo>
                <a:lnTo>
                  <a:pt x="404668" y="533504"/>
                </a:lnTo>
                <a:lnTo>
                  <a:pt x="406843" y="532686"/>
                </a:lnTo>
                <a:lnTo>
                  <a:pt x="407210" y="533255"/>
                </a:lnTo>
                <a:lnTo>
                  <a:pt x="407100" y="533669"/>
                </a:lnTo>
                <a:lnTo>
                  <a:pt x="412567" y="538317"/>
                </a:lnTo>
                <a:lnTo>
                  <a:pt x="416093" y="539463"/>
                </a:lnTo>
                <a:lnTo>
                  <a:pt x="422136" y="531514"/>
                </a:lnTo>
                <a:lnTo>
                  <a:pt x="432786" y="520194"/>
                </a:lnTo>
                <a:lnTo>
                  <a:pt x="415426" y="512572"/>
                </a:lnTo>
                <a:lnTo>
                  <a:pt x="403590" y="494838"/>
                </a:lnTo>
                <a:lnTo>
                  <a:pt x="398167" y="489937"/>
                </a:lnTo>
                <a:lnTo>
                  <a:pt x="393130" y="484689"/>
                </a:lnTo>
                <a:lnTo>
                  <a:pt x="389731" y="477267"/>
                </a:lnTo>
                <a:lnTo>
                  <a:pt x="392186" y="472947"/>
                </a:lnTo>
                <a:lnTo>
                  <a:pt x="392688" y="471188"/>
                </a:lnTo>
                <a:lnTo>
                  <a:pt x="393013" y="466073"/>
                </a:lnTo>
                <a:lnTo>
                  <a:pt x="392664" y="463892"/>
                </a:lnTo>
                <a:lnTo>
                  <a:pt x="391249" y="462840"/>
                </a:lnTo>
                <a:lnTo>
                  <a:pt x="389935" y="461327"/>
                </a:lnTo>
                <a:lnTo>
                  <a:pt x="388448" y="460434"/>
                </a:lnTo>
                <a:lnTo>
                  <a:pt x="388160" y="459723"/>
                </a:lnTo>
                <a:lnTo>
                  <a:pt x="387658" y="459571"/>
                </a:lnTo>
                <a:lnTo>
                  <a:pt x="386033" y="457658"/>
                </a:lnTo>
                <a:lnTo>
                  <a:pt x="383579" y="455606"/>
                </a:lnTo>
                <a:lnTo>
                  <a:pt x="383555" y="454800"/>
                </a:lnTo>
                <a:lnTo>
                  <a:pt x="382906" y="454258"/>
                </a:lnTo>
                <a:lnTo>
                  <a:pt x="381978" y="446709"/>
                </a:lnTo>
                <a:lnTo>
                  <a:pt x="382002" y="443444"/>
                </a:lnTo>
                <a:lnTo>
                  <a:pt x="381602" y="444052"/>
                </a:lnTo>
                <a:lnTo>
                  <a:pt x="381578" y="444982"/>
                </a:lnTo>
                <a:lnTo>
                  <a:pt x="381274" y="445684"/>
                </a:lnTo>
                <a:lnTo>
                  <a:pt x="381405" y="446147"/>
                </a:lnTo>
                <a:lnTo>
                  <a:pt x="381175" y="446387"/>
                </a:lnTo>
                <a:lnTo>
                  <a:pt x="378930" y="447184"/>
                </a:lnTo>
                <a:lnTo>
                  <a:pt x="377365" y="448613"/>
                </a:lnTo>
                <a:lnTo>
                  <a:pt x="376145" y="448384"/>
                </a:lnTo>
                <a:lnTo>
                  <a:pt x="375396" y="448555"/>
                </a:lnTo>
                <a:lnTo>
                  <a:pt x="374761" y="449506"/>
                </a:lnTo>
                <a:lnTo>
                  <a:pt x="373608" y="449738"/>
                </a:lnTo>
                <a:lnTo>
                  <a:pt x="371941" y="451785"/>
                </a:lnTo>
                <a:lnTo>
                  <a:pt x="370164" y="452387"/>
                </a:lnTo>
                <a:lnTo>
                  <a:pt x="370076" y="452225"/>
                </a:lnTo>
                <a:lnTo>
                  <a:pt x="368820" y="449015"/>
                </a:lnTo>
                <a:lnTo>
                  <a:pt x="368075" y="430956"/>
                </a:lnTo>
                <a:lnTo>
                  <a:pt x="369446" y="407938"/>
                </a:lnTo>
                <a:lnTo>
                  <a:pt x="372233" y="391567"/>
                </a:lnTo>
                <a:lnTo>
                  <a:pt x="376454" y="382843"/>
                </a:lnTo>
                <a:lnTo>
                  <a:pt x="380522" y="378647"/>
                </a:lnTo>
                <a:lnTo>
                  <a:pt x="386019" y="368788"/>
                </a:lnTo>
                <a:lnTo>
                  <a:pt x="396587" y="359834"/>
                </a:lnTo>
                <a:lnTo>
                  <a:pt x="414143" y="329443"/>
                </a:lnTo>
                <a:lnTo>
                  <a:pt x="417194" y="322980"/>
                </a:lnTo>
                <a:lnTo>
                  <a:pt x="420930" y="316153"/>
                </a:lnTo>
                <a:lnTo>
                  <a:pt x="423474" y="306388"/>
                </a:lnTo>
                <a:lnTo>
                  <a:pt x="444334" y="289576"/>
                </a:lnTo>
                <a:lnTo>
                  <a:pt x="452533" y="279302"/>
                </a:lnTo>
                <a:lnTo>
                  <a:pt x="467323" y="276237"/>
                </a:lnTo>
                <a:lnTo>
                  <a:pt x="530138" y="325317"/>
                </a:lnTo>
                <a:lnTo>
                  <a:pt x="545917" y="318808"/>
                </a:lnTo>
                <a:lnTo>
                  <a:pt x="540772" y="300340"/>
                </a:lnTo>
                <a:lnTo>
                  <a:pt x="549178" y="277120"/>
                </a:lnTo>
                <a:lnTo>
                  <a:pt x="551867" y="274548"/>
                </a:lnTo>
                <a:lnTo>
                  <a:pt x="553651" y="269575"/>
                </a:lnTo>
                <a:lnTo>
                  <a:pt x="553775" y="266483"/>
                </a:lnTo>
                <a:lnTo>
                  <a:pt x="553316" y="250359"/>
                </a:lnTo>
                <a:lnTo>
                  <a:pt x="551243" y="249834"/>
                </a:lnTo>
                <a:lnTo>
                  <a:pt x="550806" y="247544"/>
                </a:lnTo>
                <a:lnTo>
                  <a:pt x="551151" y="241899"/>
                </a:lnTo>
                <a:lnTo>
                  <a:pt x="551646" y="239084"/>
                </a:lnTo>
                <a:lnTo>
                  <a:pt x="553268" y="236069"/>
                </a:lnTo>
                <a:lnTo>
                  <a:pt x="553505" y="234666"/>
                </a:lnTo>
                <a:lnTo>
                  <a:pt x="557248" y="228305"/>
                </a:lnTo>
                <a:lnTo>
                  <a:pt x="557561" y="227420"/>
                </a:lnTo>
                <a:lnTo>
                  <a:pt x="560910" y="204861"/>
                </a:lnTo>
                <a:lnTo>
                  <a:pt x="561940" y="195510"/>
                </a:lnTo>
                <a:lnTo>
                  <a:pt x="562667" y="187393"/>
                </a:lnTo>
                <a:lnTo>
                  <a:pt x="562818" y="176617"/>
                </a:lnTo>
                <a:lnTo>
                  <a:pt x="562034" y="153882"/>
                </a:lnTo>
                <a:lnTo>
                  <a:pt x="561781" y="115883"/>
                </a:lnTo>
                <a:lnTo>
                  <a:pt x="564434" y="97557"/>
                </a:lnTo>
                <a:lnTo>
                  <a:pt x="566199" y="78214"/>
                </a:lnTo>
                <a:lnTo>
                  <a:pt x="563835" y="53480"/>
                </a:lnTo>
                <a:lnTo>
                  <a:pt x="563022" y="52645"/>
                </a:lnTo>
                <a:lnTo>
                  <a:pt x="553337" y="33512"/>
                </a:lnTo>
                <a:lnTo>
                  <a:pt x="551620" y="1494"/>
                </a:lnTo>
                <a:lnTo>
                  <a:pt x="547013" y="1579"/>
                </a:lnTo>
                <a:lnTo>
                  <a:pt x="542940" y="1221"/>
                </a:lnTo>
                <a:lnTo>
                  <a:pt x="542402" y="1945"/>
                </a:lnTo>
                <a:lnTo>
                  <a:pt x="542425" y="2860"/>
                </a:lnTo>
                <a:lnTo>
                  <a:pt x="542149" y="3145"/>
                </a:lnTo>
                <a:lnTo>
                  <a:pt x="540989" y="3225"/>
                </a:lnTo>
                <a:lnTo>
                  <a:pt x="539855" y="2813"/>
                </a:lnTo>
                <a:lnTo>
                  <a:pt x="539369" y="2285"/>
                </a:lnTo>
                <a:lnTo>
                  <a:pt x="538418" y="1880"/>
                </a:lnTo>
                <a:lnTo>
                  <a:pt x="536753" y="191"/>
                </a:lnTo>
                <a:lnTo>
                  <a:pt x="535834" y="0"/>
                </a:lnTo>
                <a:lnTo>
                  <a:pt x="534870" y="257"/>
                </a:lnTo>
                <a:lnTo>
                  <a:pt x="532059" y="2421"/>
                </a:lnTo>
                <a:lnTo>
                  <a:pt x="531239" y="3312"/>
                </a:lnTo>
                <a:lnTo>
                  <a:pt x="529453" y="4473"/>
                </a:lnTo>
                <a:lnTo>
                  <a:pt x="529192" y="5590"/>
                </a:lnTo>
                <a:lnTo>
                  <a:pt x="529612" y="7825"/>
                </a:lnTo>
                <a:lnTo>
                  <a:pt x="529603" y="8951"/>
                </a:lnTo>
                <a:lnTo>
                  <a:pt x="529269" y="10065"/>
                </a:lnTo>
                <a:lnTo>
                  <a:pt x="526654" y="11645"/>
                </a:lnTo>
                <a:lnTo>
                  <a:pt x="524156" y="11993"/>
                </a:lnTo>
                <a:lnTo>
                  <a:pt x="521483" y="11772"/>
                </a:lnTo>
                <a:lnTo>
                  <a:pt x="520958" y="11276"/>
                </a:lnTo>
                <a:lnTo>
                  <a:pt x="520249" y="9028"/>
                </a:lnTo>
                <a:lnTo>
                  <a:pt x="519629" y="5440"/>
                </a:lnTo>
                <a:lnTo>
                  <a:pt x="519258" y="4732"/>
                </a:lnTo>
                <a:lnTo>
                  <a:pt x="518298" y="4255"/>
                </a:lnTo>
                <a:lnTo>
                  <a:pt x="514331" y="4634"/>
                </a:lnTo>
                <a:lnTo>
                  <a:pt x="512562" y="5394"/>
                </a:lnTo>
                <a:lnTo>
                  <a:pt x="510779" y="7392"/>
                </a:lnTo>
                <a:lnTo>
                  <a:pt x="510491" y="9198"/>
                </a:lnTo>
                <a:lnTo>
                  <a:pt x="508918" y="10513"/>
                </a:lnTo>
                <a:lnTo>
                  <a:pt x="508411" y="10492"/>
                </a:lnTo>
                <a:lnTo>
                  <a:pt x="507291" y="9847"/>
                </a:lnTo>
                <a:lnTo>
                  <a:pt x="506372" y="8879"/>
                </a:lnTo>
                <a:lnTo>
                  <a:pt x="505494" y="7243"/>
                </a:lnTo>
                <a:lnTo>
                  <a:pt x="504725" y="6519"/>
                </a:lnTo>
                <a:lnTo>
                  <a:pt x="503672" y="6548"/>
                </a:lnTo>
                <a:lnTo>
                  <a:pt x="501805" y="7014"/>
                </a:lnTo>
                <a:lnTo>
                  <a:pt x="501157" y="7823"/>
                </a:lnTo>
                <a:lnTo>
                  <a:pt x="500759" y="9661"/>
                </a:lnTo>
                <a:lnTo>
                  <a:pt x="500060" y="9922"/>
                </a:lnTo>
                <a:lnTo>
                  <a:pt x="498753" y="9977"/>
                </a:lnTo>
                <a:lnTo>
                  <a:pt x="497575" y="9526"/>
                </a:lnTo>
                <a:lnTo>
                  <a:pt x="496052" y="7645"/>
                </a:lnTo>
                <a:lnTo>
                  <a:pt x="495417" y="7218"/>
                </a:lnTo>
                <a:lnTo>
                  <a:pt x="492039" y="5549"/>
                </a:lnTo>
                <a:lnTo>
                  <a:pt x="489194" y="5066"/>
                </a:lnTo>
                <a:lnTo>
                  <a:pt x="487085" y="3377"/>
                </a:lnTo>
                <a:lnTo>
                  <a:pt x="486092" y="3491"/>
                </a:lnTo>
                <a:lnTo>
                  <a:pt x="485884" y="6272"/>
                </a:lnTo>
                <a:lnTo>
                  <a:pt x="484384" y="8451"/>
                </a:lnTo>
                <a:lnTo>
                  <a:pt x="483902" y="8770"/>
                </a:lnTo>
                <a:lnTo>
                  <a:pt x="482696" y="9011"/>
                </a:lnTo>
                <a:lnTo>
                  <a:pt x="479515" y="10624"/>
                </a:lnTo>
                <a:lnTo>
                  <a:pt x="479009" y="10601"/>
                </a:lnTo>
                <a:lnTo>
                  <a:pt x="478585" y="10293"/>
                </a:lnTo>
                <a:lnTo>
                  <a:pt x="477797" y="8051"/>
                </a:lnTo>
                <a:lnTo>
                  <a:pt x="477375" y="7880"/>
                </a:lnTo>
                <a:lnTo>
                  <a:pt x="476718" y="7997"/>
                </a:lnTo>
                <a:lnTo>
                  <a:pt x="474518" y="10486"/>
                </a:lnTo>
                <a:lnTo>
                  <a:pt x="473742" y="10890"/>
                </a:lnTo>
                <a:lnTo>
                  <a:pt x="472176" y="11043"/>
                </a:lnTo>
                <a:lnTo>
                  <a:pt x="467847" y="12388"/>
                </a:lnTo>
                <a:lnTo>
                  <a:pt x="466770" y="12126"/>
                </a:lnTo>
                <a:lnTo>
                  <a:pt x="465117" y="10820"/>
                </a:lnTo>
                <a:lnTo>
                  <a:pt x="464361" y="10681"/>
                </a:lnTo>
                <a:lnTo>
                  <a:pt x="463919" y="10843"/>
                </a:lnTo>
                <a:lnTo>
                  <a:pt x="461049" y="13814"/>
                </a:lnTo>
                <a:lnTo>
                  <a:pt x="459383" y="14690"/>
                </a:lnTo>
                <a:lnTo>
                  <a:pt x="458363" y="14829"/>
                </a:lnTo>
                <a:lnTo>
                  <a:pt x="457660" y="14255"/>
                </a:lnTo>
                <a:lnTo>
                  <a:pt x="456848" y="9968"/>
                </a:lnTo>
                <a:lnTo>
                  <a:pt x="455415" y="7655"/>
                </a:lnTo>
                <a:lnTo>
                  <a:pt x="453356" y="5605"/>
                </a:lnTo>
                <a:lnTo>
                  <a:pt x="451334" y="4761"/>
                </a:lnTo>
                <a:lnTo>
                  <a:pt x="449558" y="3052"/>
                </a:lnTo>
                <a:lnTo>
                  <a:pt x="446902" y="3766"/>
                </a:lnTo>
                <a:lnTo>
                  <a:pt x="446196" y="4984"/>
                </a:lnTo>
                <a:lnTo>
                  <a:pt x="445859" y="7295"/>
                </a:lnTo>
                <a:lnTo>
                  <a:pt x="444785" y="7464"/>
                </a:lnTo>
                <a:lnTo>
                  <a:pt x="442414" y="8886"/>
                </a:lnTo>
                <a:lnTo>
                  <a:pt x="440423" y="9425"/>
                </a:lnTo>
                <a:lnTo>
                  <a:pt x="439776" y="9263"/>
                </a:lnTo>
                <a:lnTo>
                  <a:pt x="438521" y="8433"/>
                </a:lnTo>
                <a:lnTo>
                  <a:pt x="435704" y="8672"/>
                </a:lnTo>
                <a:lnTo>
                  <a:pt x="434589" y="9398"/>
                </a:lnTo>
                <a:lnTo>
                  <a:pt x="431269" y="10475"/>
                </a:lnTo>
                <a:lnTo>
                  <a:pt x="430445" y="11446"/>
                </a:lnTo>
                <a:lnTo>
                  <a:pt x="429919" y="11712"/>
                </a:lnTo>
                <a:lnTo>
                  <a:pt x="433214" y="12385"/>
                </a:lnTo>
                <a:lnTo>
                  <a:pt x="438340" y="11980"/>
                </a:lnTo>
                <a:lnTo>
                  <a:pt x="437292" y="16589"/>
                </a:lnTo>
                <a:lnTo>
                  <a:pt x="434519" y="16139"/>
                </a:lnTo>
                <a:lnTo>
                  <a:pt x="435918" y="20788"/>
                </a:lnTo>
                <a:lnTo>
                  <a:pt x="427138" y="27013"/>
                </a:lnTo>
                <a:lnTo>
                  <a:pt x="427418" y="34220"/>
                </a:lnTo>
                <a:lnTo>
                  <a:pt x="427976" y="40677"/>
                </a:lnTo>
                <a:lnTo>
                  <a:pt x="426909" y="48694"/>
                </a:lnTo>
                <a:lnTo>
                  <a:pt x="433680" y="49361"/>
                </a:lnTo>
                <a:lnTo>
                  <a:pt x="441113" y="48954"/>
                </a:lnTo>
                <a:lnTo>
                  <a:pt x="448214" y="47136"/>
                </a:lnTo>
                <a:lnTo>
                  <a:pt x="453861" y="57202"/>
                </a:lnTo>
                <a:lnTo>
                  <a:pt x="441725" y="58162"/>
                </a:lnTo>
                <a:lnTo>
                  <a:pt x="441196" y="68103"/>
                </a:lnTo>
                <a:lnTo>
                  <a:pt x="447644" y="66695"/>
                </a:lnTo>
                <a:lnTo>
                  <a:pt x="454417" y="78790"/>
                </a:lnTo>
                <a:lnTo>
                  <a:pt x="449896" y="87709"/>
                </a:lnTo>
                <a:lnTo>
                  <a:pt x="424492" y="88605"/>
                </a:lnTo>
                <a:lnTo>
                  <a:pt x="410550" y="89750"/>
                </a:lnTo>
                <a:lnTo>
                  <a:pt x="410322" y="79938"/>
                </a:lnTo>
                <a:lnTo>
                  <a:pt x="403625" y="80302"/>
                </a:lnTo>
                <a:lnTo>
                  <a:pt x="398061" y="82057"/>
                </a:lnTo>
                <a:lnTo>
                  <a:pt x="387757" y="75128"/>
                </a:lnTo>
                <a:lnTo>
                  <a:pt x="382155" y="68601"/>
                </a:lnTo>
                <a:lnTo>
                  <a:pt x="377621" y="74534"/>
                </a:lnTo>
                <a:lnTo>
                  <a:pt x="377536" y="82522"/>
                </a:lnTo>
                <a:lnTo>
                  <a:pt x="376757" y="92256"/>
                </a:lnTo>
                <a:lnTo>
                  <a:pt x="372717" y="88448"/>
                </a:lnTo>
                <a:lnTo>
                  <a:pt x="369149" y="94269"/>
                </a:lnTo>
                <a:lnTo>
                  <a:pt x="373258" y="101524"/>
                </a:lnTo>
                <a:lnTo>
                  <a:pt x="374483" y="107693"/>
                </a:lnTo>
                <a:lnTo>
                  <a:pt x="369201" y="111796"/>
                </a:lnTo>
                <a:lnTo>
                  <a:pt x="368155" y="112291"/>
                </a:lnTo>
                <a:lnTo>
                  <a:pt x="362022" y="111696"/>
                </a:lnTo>
                <a:lnTo>
                  <a:pt x="361405" y="115600"/>
                </a:lnTo>
                <a:lnTo>
                  <a:pt x="365743" y="118420"/>
                </a:lnTo>
                <a:lnTo>
                  <a:pt x="364272" y="124321"/>
                </a:lnTo>
                <a:lnTo>
                  <a:pt x="360824" y="130764"/>
                </a:lnTo>
                <a:lnTo>
                  <a:pt x="358518" y="129271"/>
                </a:lnTo>
                <a:lnTo>
                  <a:pt x="356788" y="133723"/>
                </a:lnTo>
                <a:lnTo>
                  <a:pt x="352515" y="135915"/>
                </a:lnTo>
                <a:lnTo>
                  <a:pt x="352457" y="140673"/>
                </a:lnTo>
                <a:lnTo>
                  <a:pt x="349943" y="137249"/>
                </a:lnTo>
                <a:lnTo>
                  <a:pt x="340062" y="139691"/>
                </a:lnTo>
                <a:lnTo>
                  <a:pt x="339454" y="145873"/>
                </a:lnTo>
                <a:lnTo>
                  <a:pt x="333534" y="138925"/>
                </a:lnTo>
                <a:lnTo>
                  <a:pt x="331919" y="131163"/>
                </a:lnTo>
                <a:lnTo>
                  <a:pt x="330103" y="129545"/>
                </a:lnTo>
                <a:lnTo>
                  <a:pt x="324974" y="128416"/>
                </a:lnTo>
                <a:lnTo>
                  <a:pt x="325112" y="128857"/>
                </a:lnTo>
                <a:lnTo>
                  <a:pt x="324886" y="130165"/>
                </a:lnTo>
                <a:lnTo>
                  <a:pt x="325152" y="130497"/>
                </a:lnTo>
                <a:lnTo>
                  <a:pt x="325800" y="130317"/>
                </a:lnTo>
                <a:lnTo>
                  <a:pt x="326129" y="131508"/>
                </a:lnTo>
                <a:lnTo>
                  <a:pt x="325790" y="131968"/>
                </a:lnTo>
                <a:lnTo>
                  <a:pt x="319769" y="128133"/>
                </a:lnTo>
                <a:lnTo>
                  <a:pt x="319319" y="133617"/>
                </a:lnTo>
                <a:lnTo>
                  <a:pt x="313256" y="131623"/>
                </a:lnTo>
                <a:lnTo>
                  <a:pt x="312895" y="131998"/>
                </a:lnTo>
                <a:lnTo>
                  <a:pt x="313071" y="132856"/>
                </a:lnTo>
                <a:lnTo>
                  <a:pt x="313400" y="133170"/>
                </a:lnTo>
                <a:lnTo>
                  <a:pt x="313297" y="133371"/>
                </a:lnTo>
                <a:lnTo>
                  <a:pt x="312882" y="133185"/>
                </a:lnTo>
                <a:lnTo>
                  <a:pt x="312744" y="133552"/>
                </a:lnTo>
                <a:lnTo>
                  <a:pt x="312491" y="133412"/>
                </a:lnTo>
                <a:lnTo>
                  <a:pt x="312590" y="132968"/>
                </a:lnTo>
                <a:lnTo>
                  <a:pt x="311304" y="130692"/>
                </a:lnTo>
                <a:lnTo>
                  <a:pt x="295982" y="127973"/>
                </a:lnTo>
                <a:lnTo>
                  <a:pt x="293510" y="138584"/>
                </a:lnTo>
                <a:lnTo>
                  <a:pt x="292169" y="146212"/>
                </a:lnTo>
                <a:lnTo>
                  <a:pt x="292074" y="149328"/>
                </a:lnTo>
                <a:lnTo>
                  <a:pt x="293151" y="149456"/>
                </a:lnTo>
                <a:lnTo>
                  <a:pt x="293043" y="150976"/>
                </a:lnTo>
                <a:lnTo>
                  <a:pt x="295431" y="156210"/>
                </a:lnTo>
                <a:lnTo>
                  <a:pt x="295609" y="157102"/>
                </a:lnTo>
                <a:lnTo>
                  <a:pt x="289924" y="155487"/>
                </a:lnTo>
                <a:lnTo>
                  <a:pt x="288309" y="156106"/>
                </a:lnTo>
                <a:lnTo>
                  <a:pt x="287891" y="165367"/>
                </a:lnTo>
                <a:lnTo>
                  <a:pt x="287275" y="165540"/>
                </a:lnTo>
                <a:lnTo>
                  <a:pt x="287027" y="170778"/>
                </a:lnTo>
                <a:lnTo>
                  <a:pt x="283654" y="170145"/>
                </a:lnTo>
                <a:lnTo>
                  <a:pt x="279194" y="170681"/>
                </a:lnTo>
                <a:lnTo>
                  <a:pt x="279233" y="167881"/>
                </a:lnTo>
                <a:lnTo>
                  <a:pt x="270735" y="160395"/>
                </a:lnTo>
                <a:lnTo>
                  <a:pt x="270581" y="163681"/>
                </a:lnTo>
                <a:lnTo>
                  <a:pt x="263091" y="164547"/>
                </a:lnTo>
                <a:lnTo>
                  <a:pt x="266577" y="173130"/>
                </a:lnTo>
                <a:lnTo>
                  <a:pt x="266591" y="187131"/>
                </a:lnTo>
                <a:lnTo>
                  <a:pt x="267040" y="187101"/>
                </a:lnTo>
                <a:lnTo>
                  <a:pt x="264901" y="194819"/>
                </a:lnTo>
                <a:lnTo>
                  <a:pt x="265264" y="204642"/>
                </a:lnTo>
                <a:lnTo>
                  <a:pt x="255323" y="202677"/>
                </a:lnTo>
                <a:lnTo>
                  <a:pt x="248028" y="203560"/>
                </a:lnTo>
                <a:lnTo>
                  <a:pt x="247826" y="207701"/>
                </a:lnTo>
                <a:lnTo>
                  <a:pt x="240744" y="210918"/>
                </a:lnTo>
                <a:lnTo>
                  <a:pt x="240333" y="210168"/>
                </a:lnTo>
                <a:lnTo>
                  <a:pt x="240367" y="209371"/>
                </a:lnTo>
                <a:lnTo>
                  <a:pt x="239746" y="208239"/>
                </a:lnTo>
                <a:lnTo>
                  <a:pt x="239682" y="207512"/>
                </a:lnTo>
                <a:lnTo>
                  <a:pt x="238997" y="207402"/>
                </a:lnTo>
                <a:lnTo>
                  <a:pt x="238808" y="206930"/>
                </a:lnTo>
                <a:lnTo>
                  <a:pt x="238384" y="206943"/>
                </a:lnTo>
                <a:lnTo>
                  <a:pt x="238022" y="206372"/>
                </a:lnTo>
                <a:lnTo>
                  <a:pt x="237977" y="206668"/>
                </a:lnTo>
                <a:lnTo>
                  <a:pt x="237531" y="206857"/>
                </a:lnTo>
                <a:lnTo>
                  <a:pt x="234048" y="206706"/>
                </a:lnTo>
                <a:lnTo>
                  <a:pt x="230424" y="212902"/>
                </a:lnTo>
                <a:lnTo>
                  <a:pt x="224337" y="209831"/>
                </a:lnTo>
                <a:lnTo>
                  <a:pt x="216578" y="207553"/>
                </a:lnTo>
                <a:lnTo>
                  <a:pt x="207479" y="211736"/>
                </a:lnTo>
                <a:lnTo>
                  <a:pt x="203756" y="210696"/>
                </a:lnTo>
                <a:lnTo>
                  <a:pt x="194305" y="211878"/>
                </a:lnTo>
                <a:lnTo>
                  <a:pt x="193632" y="214708"/>
                </a:lnTo>
                <a:lnTo>
                  <a:pt x="184138" y="211682"/>
                </a:lnTo>
                <a:lnTo>
                  <a:pt x="176209" y="212685"/>
                </a:lnTo>
                <a:lnTo>
                  <a:pt x="169134" y="210748"/>
                </a:lnTo>
                <a:lnTo>
                  <a:pt x="168198" y="205625"/>
                </a:lnTo>
                <a:lnTo>
                  <a:pt x="165137" y="206593"/>
                </a:lnTo>
                <a:lnTo>
                  <a:pt x="156851" y="205541"/>
                </a:lnTo>
                <a:lnTo>
                  <a:pt x="155147" y="206772"/>
                </a:lnTo>
                <a:lnTo>
                  <a:pt x="153551" y="209936"/>
                </a:lnTo>
                <a:lnTo>
                  <a:pt x="152757" y="209701"/>
                </a:lnTo>
                <a:lnTo>
                  <a:pt x="148276" y="211490"/>
                </a:lnTo>
                <a:lnTo>
                  <a:pt x="146860" y="204300"/>
                </a:lnTo>
                <a:lnTo>
                  <a:pt x="137337" y="207131"/>
                </a:lnTo>
                <a:lnTo>
                  <a:pt x="138933" y="206485"/>
                </a:lnTo>
                <a:lnTo>
                  <a:pt x="142353" y="201574"/>
                </a:lnTo>
                <a:lnTo>
                  <a:pt x="144113" y="195846"/>
                </a:lnTo>
                <a:lnTo>
                  <a:pt x="143089" y="193371"/>
                </a:lnTo>
                <a:lnTo>
                  <a:pt x="135936" y="194676"/>
                </a:lnTo>
                <a:lnTo>
                  <a:pt x="132606" y="195822"/>
                </a:lnTo>
                <a:lnTo>
                  <a:pt x="131968" y="190679"/>
                </a:lnTo>
                <a:lnTo>
                  <a:pt x="131104" y="191206"/>
                </a:lnTo>
                <a:lnTo>
                  <a:pt x="130897" y="190265"/>
                </a:lnTo>
                <a:lnTo>
                  <a:pt x="129940" y="189828"/>
                </a:lnTo>
                <a:lnTo>
                  <a:pt x="129441" y="190172"/>
                </a:lnTo>
                <a:lnTo>
                  <a:pt x="127113" y="188866"/>
                </a:lnTo>
                <a:lnTo>
                  <a:pt x="126204" y="188969"/>
                </a:lnTo>
                <a:lnTo>
                  <a:pt x="124497" y="188302"/>
                </a:lnTo>
                <a:lnTo>
                  <a:pt x="124047" y="186368"/>
                </a:lnTo>
                <a:lnTo>
                  <a:pt x="125017" y="185837"/>
                </a:lnTo>
                <a:lnTo>
                  <a:pt x="123690" y="184153"/>
                </a:lnTo>
                <a:lnTo>
                  <a:pt x="125895" y="176399"/>
                </a:lnTo>
                <a:lnTo>
                  <a:pt x="125923" y="166466"/>
                </a:lnTo>
                <a:lnTo>
                  <a:pt x="132791" y="168016"/>
                </a:lnTo>
                <a:lnTo>
                  <a:pt x="132430" y="166084"/>
                </a:lnTo>
                <a:lnTo>
                  <a:pt x="138650" y="162547"/>
                </a:lnTo>
                <a:lnTo>
                  <a:pt x="135414" y="160388"/>
                </a:lnTo>
                <a:lnTo>
                  <a:pt x="134793" y="160732"/>
                </a:lnTo>
                <a:lnTo>
                  <a:pt x="134266" y="160313"/>
                </a:lnTo>
                <a:lnTo>
                  <a:pt x="133714" y="160768"/>
                </a:lnTo>
                <a:lnTo>
                  <a:pt x="133294" y="160267"/>
                </a:lnTo>
                <a:lnTo>
                  <a:pt x="132840" y="160800"/>
                </a:lnTo>
                <a:lnTo>
                  <a:pt x="132388" y="159830"/>
                </a:lnTo>
                <a:lnTo>
                  <a:pt x="133207" y="158909"/>
                </a:lnTo>
                <a:lnTo>
                  <a:pt x="132550" y="158399"/>
                </a:lnTo>
                <a:lnTo>
                  <a:pt x="130498" y="154564"/>
                </a:lnTo>
                <a:lnTo>
                  <a:pt x="122979" y="152568"/>
                </a:lnTo>
                <a:lnTo>
                  <a:pt x="116674" y="154888"/>
                </a:lnTo>
                <a:lnTo>
                  <a:pt x="116551" y="154541"/>
                </a:lnTo>
                <a:lnTo>
                  <a:pt x="115998" y="154758"/>
                </a:lnTo>
                <a:lnTo>
                  <a:pt x="112585" y="146069"/>
                </a:lnTo>
                <a:lnTo>
                  <a:pt x="111036" y="143269"/>
                </a:lnTo>
                <a:lnTo>
                  <a:pt x="107392" y="144270"/>
                </a:lnTo>
                <a:lnTo>
                  <a:pt x="106720" y="142451"/>
                </a:lnTo>
                <a:lnTo>
                  <a:pt x="107324" y="142400"/>
                </a:lnTo>
                <a:lnTo>
                  <a:pt x="104963" y="135869"/>
                </a:lnTo>
                <a:lnTo>
                  <a:pt x="112432" y="132638"/>
                </a:lnTo>
                <a:lnTo>
                  <a:pt x="111797" y="130876"/>
                </a:lnTo>
                <a:lnTo>
                  <a:pt x="110033" y="127376"/>
                </a:lnTo>
                <a:lnTo>
                  <a:pt x="98471" y="132047"/>
                </a:lnTo>
                <a:lnTo>
                  <a:pt x="97254" y="129224"/>
                </a:lnTo>
                <a:lnTo>
                  <a:pt x="85857" y="128050"/>
                </a:lnTo>
                <a:lnTo>
                  <a:pt x="78939" y="134600"/>
                </a:lnTo>
                <a:lnTo>
                  <a:pt x="70793" y="137290"/>
                </a:lnTo>
                <a:lnTo>
                  <a:pt x="67057" y="139122"/>
                </a:lnTo>
                <a:lnTo>
                  <a:pt x="62841" y="142038"/>
                </a:lnTo>
                <a:lnTo>
                  <a:pt x="66716" y="150998"/>
                </a:lnTo>
                <a:lnTo>
                  <a:pt x="63079" y="151135"/>
                </a:lnTo>
                <a:lnTo>
                  <a:pt x="62642" y="152807"/>
                </a:lnTo>
                <a:lnTo>
                  <a:pt x="43061" y="155164"/>
                </a:lnTo>
                <a:lnTo>
                  <a:pt x="45975" y="162100"/>
                </a:lnTo>
                <a:lnTo>
                  <a:pt x="38841" y="162511"/>
                </a:lnTo>
                <a:lnTo>
                  <a:pt x="38348" y="161386"/>
                </a:lnTo>
                <a:lnTo>
                  <a:pt x="32041" y="164193"/>
                </a:lnTo>
                <a:lnTo>
                  <a:pt x="28893" y="165297"/>
                </a:lnTo>
                <a:lnTo>
                  <a:pt x="30695" y="166783"/>
                </a:lnTo>
                <a:lnTo>
                  <a:pt x="33271" y="173419"/>
                </a:lnTo>
                <a:lnTo>
                  <a:pt x="29698" y="174675"/>
                </a:lnTo>
                <a:lnTo>
                  <a:pt x="40680" y="173135"/>
                </a:lnTo>
                <a:lnTo>
                  <a:pt x="46054" y="170159"/>
                </a:lnTo>
                <a:lnTo>
                  <a:pt x="51149" y="168400"/>
                </a:lnTo>
                <a:lnTo>
                  <a:pt x="51910" y="165631"/>
                </a:lnTo>
                <a:lnTo>
                  <a:pt x="60662" y="164357"/>
                </a:lnTo>
                <a:lnTo>
                  <a:pt x="60774" y="163700"/>
                </a:lnTo>
                <a:lnTo>
                  <a:pt x="66583" y="162239"/>
                </a:lnTo>
                <a:lnTo>
                  <a:pt x="66477" y="160662"/>
                </a:lnTo>
                <a:lnTo>
                  <a:pt x="68547" y="159866"/>
                </a:lnTo>
                <a:lnTo>
                  <a:pt x="68767" y="164700"/>
                </a:lnTo>
                <a:lnTo>
                  <a:pt x="71239" y="164085"/>
                </a:lnTo>
                <a:lnTo>
                  <a:pt x="77478" y="160696"/>
                </a:lnTo>
                <a:lnTo>
                  <a:pt x="82556" y="159844"/>
                </a:lnTo>
                <a:lnTo>
                  <a:pt x="84455" y="166371"/>
                </a:lnTo>
                <a:lnTo>
                  <a:pt x="84200" y="166384"/>
                </a:lnTo>
                <a:lnTo>
                  <a:pt x="86793" y="171931"/>
                </a:lnTo>
                <a:lnTo>
                  <a:pt x="86633" y="171933"/>
                </a:lnTo>
                <a:lnTo>
                  <a:pt x="87709" y="179200"/>
                </a:lnTo>
                <a:lnTo>
                  <a:pt x="86899" y="179518"/>
                </a:lnTo>
                <a:lnTo>
                  <a:pt x="84728" y="177871"/>
                </a:lnTo>
                <a:lnTo>
                  <a:pt x="79862" y="185432"/>
                </a:lnTo>
                <a:lnTo>
                  <a:pt x="80796" y="188583"/>
                </a:lnTo>
                <a:lnTo>
                  <a:pt x="79859" y="187610"/>
                </a:lnTo>
                <a:lnTo>
                  <a:pt x="74344" y="189301"/>
                </a:lnTo>
                <a:lnTo>
                  <a:pt x="71898" y="190587"/>
                </a:lnTo>
                <a:lnTo>
                  <a:pt x="66219" y="194347"/>
                </a:lnTo>
                <a:lnTo>
                  <a:pt x="65018" y="194924"/>
                </a:lnTo>
                <a:lnTo>
                  <a:pt x="63459" y="195215"/>
                </a:lnTo>
                <a:lnTo>
                  <a:pt x="65506" y="205001"/>
                </a:lnTo>
                <a:lnTo>
                  <a:pt x="62614" y="207700"/>
                </a:lnTo>
                <a:lnTo>
                  <a:pt x="63207" y="213555"/>
                </a:lnTo>
                <a:lnTo>
                  <a:pt x="63755" y="215465"/>
                </a:lnTo>
                <a:lnTo>
                  <a:pt x="62476" y="216039"/>
                </a:lnTo>
                <a:lnTo>
                  <a:pt x="61655" y="216756"/>
                </a:lnTo>
                <a:lnTo>
                  <a:pt x="62455" y="217236"/>
                </a:lnTo>
                <a:lnTo>
                  <a:pt x="63968" y="220148"/>
                </a:lnTo>
                <a:lnTo>
                  <a:pt x="64072" y="225220"/>
                </a:lnTo>
                <a:lnTo>
                  <a:pt x="62852" y="225684"/>
                </a:lnTo>
                <a:lnTo>
                  <a:pt x="62940" y="226992"/>
                </a:lnTo>
                <a:lnTo>
                  <a:pt x="63995" y="231539"/>
                </a:lnTo>
                <a:lnTo>
                  <a:pt x="65366" y="235874"/>
                </a:lnTo>
                <a:lnTo>
                  <a:pt x="65630" y="235860"/>
                </a:lnTo>
                <a:lnTo>
                  <a:pt x="64915" y="236516"/>
                </a:lnTo>
                <a:lnTo>
                  <a:pt x="69206" y="247778"/>
                </a:lnTo>
                <a:lnTo>
                  <a:pt x="68880" y="248761"/>
                </a:lnTo>
                <a:lnTo>
                  <a:pt x="70433" y="250484"/>
                </a:lnTo>
                <a:lnTo>
                  <a:pt x="74031" y="251814"/>
                </a:lnTo>
                <a:lnTo>
                  <a:pt x="76185" y="245672"/>
                </a:lnTo>
                <a:lnTo>
                  <a:pt x="76520" y="243686"/>
                </a:lnTo>
                <a:lnTo>
                  <a:pt x="78591" y="244101"/>
                </a:lnTo>
                <a:lnTo>
                  <a:pt x="82609" y="246360"/>
                </a:lnTo>
                <a:lnTo>
                  <a:pt x="81364" y="251312"/>
                </a:lnTo>
                <a:lnTo>
                  <a:pt x="80376" y="253834"/>
                </a:lnTo>
                <a:lnTo>
                  <a:pt x="81034" y="254087"/>
                </a:lnTo>
                <a:lnTo>
                  <a:pt x="80942" y="255782"/>
                </a:lnTo>
                <a:lnTo>
                  <a:pt x="82079" y="255457"/>
                </a:lnTo>
                <a:lnTo>
                  <a:pt x="82148" y="254983"/>
                </a:lnTo>
                <a:lnTo>
                  <a:pt x="82553" y="255043"/>
                </a:lnTo>
                <a:lnTo>
                  <a:pt x="82735" y="254705"/>
                </a:lnTo>
                <a:lnTo>
                  <a:pt x="84180" y="255268"/>
                </a:lnTo>
                <a:lnTo>
                  <a:pt x="86128" y="255420"/>
                </a:lnTo>
                <a:lnTo>
                  <a:pt x="88464" y="253350"/>
                </a:lnTo>
                <a:lnTo>
                  <a:pt x="90037" y="254385"/>
                </a:lnTo>
                <a:lnTo>
                  <a:pt x="94136" y="252499"/>
                </a:lnTo>
                <a:lnTo>
                  <a:pt x="90778" y="248589"/>
                </a:lnTo>
                <a:lnTo>
                  <a:pt x="88901" y="248550"/>
                </a:lnTo>
                <a:lnTo>
                  <a:pt x="89210" y="245971"/>
                </a:lnTo>
                <a:lnTo>
                  <a:pt x="92811" y="245195"/>
                </a:lnTo>
                <a:lnTo>
                  <a:pt x="92682" y="246517"/>
                </a:lnTo>
                <a:lnTo>
                  <a:pt x="93519" y="247974"/>
                </a:lnTo>
                <a:lnTo>
                  <a:pt x="94133" y="247651"/>
                </a:lnTo>
                <a:lnTo>
                  <a:pt x="97533" y="248715"/>
                </a:lnTo>
                <a:lnTo>
                  <a:pt x="98017" y="246078"/>
                </a:lnTo>
                <a:lnTo>
                  <a:pt x="96736" y="245051"/>
                </a:lnTo>
                <a:lnTo>
                  <a:pt x="96083" y="244907"/>
                </a:lnTo>
                <a:lnTo>
                  <a:pt x="94266" y="233830"/>
                </a:lnTo>
                <a:lnTo>
                  <a:pt x="89191" y="234735"/>
                </a:lnTo>
                <a:lnTo>
                  <a:pt x="87702" y="229655"/>
                </a:lnTo>
                <a:lnTo>
                  <a:pt x="91431" y="226638"/>
                </a:lnTo>
                <a:lnTo>
                  <a:pt x="95913" y="223486"/>
                </a:lnTo>
                <a:lnTo>
                  <a:pt x="98414" y="227274"/>
                </a:lnTo>
                <a:lnTo>
                  <a:pt x="99012" y="227669"/>
                </a:lnTo>
                <a:lnTo>
                  <a:pt x="96452" y="234335"/>
                </a:lnTo>
                <a:lnTo>
                  <a:pt x="104274" y="227451"/>
                </a:lnTo>
                <a:lnTo>
                  <a:pt x="104811" y="232872"/>
                </a:lnTo>
                <a:lnTo>
                  <a:pt x="109128" y="239768"/>
                </a:lnTo>
                <a:lnTo>
                  <a:pt x="118198" y="235992"/>
                </a:lnTo>
                <a:lnTo>
                  <a:pt x="115373" y="230413"/>
                </a:lnTo>
                <a:lnTo>
                  <a:pt x="115554" y="230312"/>
                </a:lnTo>
                <a:lnTo>
                  <a:pt x="116277" y="230822"/>
                </a:lnTo>
                <a:lnTo>
                  <a:pt x="118271" y="230108"/>
                </a:lnTo>
                <a:lnTo>
                  <a:pt x="118860" y="229422"/>
                </a:lnTo>
                <a:lnTo>
                  <a:pt x="120123" y="228600"/>
                </a:lnTo>
                <a:lnTo>
                  <a:pt x="119442" y="226221"/>
                </a:lnTo>
                <a:lnTo>
                  <a:pt x="122631" y="227647"/>
                </a:lnTo>
                <a:lnTo>
                  <a:pt x="123543" y="227638"/>
                </a:lnTo>
                <a:lnTo>
                  <a:pt x="124327" y="227020"/>
                </a:lnTo>
                <a:lnTo>
                  <a:pt x="124419" y="227550"/>
                </a:lnTo>
                <a:lnTo>
                  <a:pt x="125913" y="228737"/>
                </a:lnTo>
                <a:lnTo>
                  <a:pt x="128997" y="224408"/>
                </a:lnTo>
                <a:lnTo>
                  <a:pt x="128818" y="223860"/>
                </a:lnTo>
                <a:lnTo>
                  <a:pt x="129214" y="223618"/>
                </a:lnTo>
                <a:lnTo>
                  <a:pt x="130645" y="229466"/>
                </a:lnTo>
                <a:lnTo>
                  <a:pt x="131628" y="230655"/>
                </a:lnTo>
                <a:lnTo>
                  <a:pt x="129880" y="232339"/>
                </a:lnTo>
                <a:lnTo>
                  <a:pt x="127166" y="232821"/>
                </a:lnTo>
                <a:lnTo>
                  <a:pt x="122128" y="234411"/>
                </a:lnTo>
                <a:lnTo>
                  <a:pt x="123190" y="236043"/>
                </a:lnTo>
                <a:lnTo>
                  <a:pt x="123671" y="237276"/>
                </a:lnTo>
                <a:lnTo>
                  <a:pt x="122625" y="243152"/>
                </a:lnTo>
                <a:lnTo>
                  <a:pt x="126128" y="243791"/>
                </a:lnTo>
                <a:lnTo>
                  <a:pt x="126350" y="245381"/>
                </a:lnTo>
                <a:lnTo>
                  <a:pt x="124941" y="245667"/>
                </a:lnTo>
                <a:lnTo>
                  <a:pt x="126054" y="247293"/>
                </a:lnTo>
                <a:lnTo>
                  <a:pt x="111925" y="251714"/>
                </a:lnTo>
                <a:lnTo>
                  <a:pt x="108948" y="260449"/>
                </a:lnTo>
                <a:lnTo>
                  <a:pt x="113316" y="262916"/>
                </a:lnTo>
                <a:lnTo>
                  <a:pt x="109671" y="267944"/>
                </a:lnTo>
                <a:lnTo>
                  <a:pt x="106552" y="275656"/>
                </a:lnTo>
                <a:lnTo>
                  <a:pt x="107296" y="275860"/>
                </a:lnTo>
                <a:lnTo>
                  <a:pt x="108250" y="277987"/>
                </a:lnTo>
                <a:lnTo>
                  <a:pt x="106155" y="286165"/>
                </a:lnTo>
                <a:lnTo>
                  <a:pt x="98796" y="283111"/>
                </a:lnTo>
                <a:lnTo>
                  <a:pt x="98331" y="284208"/>
                </a:lnTo>
                <a:lnTo>
                  <a:pt x="99056" y="284554"/>
                </a:lnTo>
                <a:lnTo>
                  <a:pt x="97412" y="291723"/>
                </a:lnTo>
                <a:lnTo>
                  <a:pt x="97583" y="298902"/>
                </a:lnTo>
                <a:lnTo>
                  <a:pt x="97682" y="299168"/>
                </a:lnTo>
                <a:lnTo>
                  <a:pt x="97965" y="299173"/>
                </a:lnTo>
                <a:lnTo>
                  <a:pt x="97920" y="299659"/>
                </a:lnTo>
                <a:lnTo>
                  <a:pt x="95154" y="304811"/>
                </a:lnTo>
                <a:lnTo>
                  <a:pt x="94824" y="303868"/>
                </a:lnTo>
                <a:lnTo>
                  <a:pt x="90173" y="304261"/>
                </a:lnTo>
                <a:lnTo>
                  <a:pt x="84505" y="304009"/>
                </a:lnTo>
                <a:lnTo>
                  <a:pt x="81549" y="305362"/>
                </a:lnTo>
                <a:lnTo>
                  <a:pt x="80068" y="300380"/>
                </a:lnTo>
                <a:lnTo>
                  <a:pt x="79406" y="300464"/>
                </a:lnTo>
                <a:lnTo>
                  <a:pt x="79317" y="301562"/>
                </a:lnTo>
                <a:lnTo>
                  <a:pt x="72539" y="301313"/>
                </a:lnTo>
                <a:lnTo>
                  <a:pt x="64189" y="298376"/>
                </a:lnTo>
                <a:lnTo>
                  <a:pt x="61248" y="297711"/>
                </a:lnTo>
                <a:lnTo>
                  <a:pt x="55070" y="302592"/>
                </a:lnTo>
                <a:lnTo>
                  <a:pt x="54384" y="304748"/>
                </a:lnTo>
                <a:lnTo>
                  <a:pt x="53003" y="311712"/>
                </a:lnTo>
                <a:lnTo>
                  <a:pt x="47222" y="309609"/>
                </a:lnTo>
                <a:lnTo>
                  <a:pt x="46004" y="311782"/>
                </a:lnTo>
                <a:lnTo>
                  <a:pt x="43845" y="311215"/>
                </a:lnTo>
                <a:lnTo>
                  <a:pt x="41971" y="311998"/>
                </a:lnTo>
                <a:lnTo>
                  <a:pt x="43725" y="314869"/>
                </a:lnTo>
                <a:lnTo>
                  <a:pt x="41557" y="316132"/>
                </a:lnTo>
                <a:lnTo>
                  <a:pt x="42081" y="317705"/>
                </a:lnTo>
                <a:lnTo>
                  <a:pt x="40862" y="318410"/>
                </a:lnTo>
                <a:lnTo>
                  <a:pt x="39801" y="321999"/>
                </a:lnTo>
                <a:lnTo>
                  <a:pt x="44170" y="325067"/>
                </a:lnTo>
                <a:lnTo>
                  <a:pt x="44820" y="330604"/>
                </a:lnTo>
                <a:lnTo>
                  <a:pt x="45891" y="329596"/>
                </a:lnTo>
                <a:lnTo>
                  <a:pt x="45048" y="338111"/>
                </a:lnTo>
                <a:lnTo>
                  <a:pt x="52429" y="340303"/>
                </a:lnTo>
                <a:lnTo>
                  <a:pt x="58205" y="342297"/>
                </a:lnTo>
                <a:lnTo>
                  <a:pt x="58619" y="349407"/>
                </a:lnTo>
                <a:lnTo>
                  <a:pt x="65150" y="352744"/>
                </a:lnTo>
                <a:lnTo>
                  <a:pt x="65087" y="354227"/>
                </a:lnTo>
                <a:lnTo>
                  <a:pt x="70378" y="357695"/>
                </a:lnTo>
                <a:lnTo>
                  <a:pt x="74708" y="355165"/>
                </a:lnTo>
                <a:lnTo>
                  <a:pt x="76795" y="354629"/>
                </a:lnTo>
                <a:lnTo>
                  <a:pt x="80476" y="354157"/>
                </a:lnTo>
                <a:lnTo>
                  <a:pt x="84327" y="352637"/>
                </a:lnTo>
                <a:lnTo>
                  <a:pt x="85932" y="358998"/>
                </a:lnTo>
                <a:lnTo>
                  <a:pt x="88948" y="358312"/>
                </a:lnTo>
                <a:lnTo>
                  <a:pt x="90509" y="362606"/>
                </a:lnTo>
                <a:lnTo>
                  <a:pt x="91903" y="367736"/>
                </a:lnTo>
                <a:lnTo>
                  <a:pt x="87633" y="369054"/>
                </a:lnTo>
                <a:lnTo>
                  <a:pt x="83692" y="371225"/>
                </a:lnTo>
                <a:lnTo>
                  <a:pt x="82767" y="371026"/>
                </a:lnTo>
                <a:lnTo>
                  <a:pt x="82886" y="371493"/>
                </a:lnTo>
                <a:lnTo>
                  <a:pt x="81415" y="371829"/>
                </a:lnTo>
                <a:lnTo>
                  <a:pt x="80461" y="373674"/>
                </a:lnTo>
                <a:lnTo>
                  <a:pt x="80782" y="375464"/>
                </a:lnTo>
                <a:lnTo>
                  <a:pt x="79879" y="375647"/>
                </a:lnTo>
                <a:lnTo>
                  <a:pt x="77675" y="378935"/>
                </a:lnTo>
                <a:lnTo>
                  <a:pt x="77106" y="386411"/>
                </a:lnTo>
                <a:lnTo>
                  <a:pt x="66305" y="385218"/>
                </a:lnTo>
                <a:lnTo>
                  <a:pt x="62425" y="383911"/>
                </a:lnTo>
                <a:lnTo>
                  <a:pt x="61200" y="384320"/>
                </a:lnTo>
                <a:lnTo>
                  <a:pt x="60739" y="384186"/>
                </a:lnTo>
                <a:lnTo>
                  <a:pt x="60673" y="384689"/>
                </a:lnTo>
                <a:lnTo>
                  <a:pt x="59499" y="384079"/>
                </a:lnTo>
                <a:lnTo>
                  <a:pt x="57892" y="386770"/>
                </a:lnTo>
                <a:lnTo>
                  <a:pt x="58766" y="390452"/>
                </a:lnTo>
                <a:lnTo>
                  <a:pt x="51126" y="388766"/>
                </a:lnTo>
                <a:lnTo>
                  <a:pt x="51484" y="385795"/>
                </a:lnTo>
                <a:lnTo>
                  <a:pt x="50539" y="385439"/>
                </a:lnTo>
                <a:lnTo>
                  <a:pt x="50074" y="386839"/>
                </a:lnTo>
                <a:lnTo>
                  <a:pt x="48904" y="386502"/>
                </a:lnTo>
                <a:lnTo>
                  <a:pt x="49647" y="385103"/>
                </a:lnTo>
                <a:lnTo>
                  <a:pt x="45348" y="383483"/>
                </a:lnTo>
                <a:lnTo>
                  <a:pt x="44921" y="382917"/>
                </a:lnTo>
                <a:lnTo>
                  <a:pt x="45115" y="382499"/>
                </a:lnTo>
                <a:lnTo>
                  <a:pt x="44479" y="382845"/>
                </a:lnTo>
                <a:lnTo>
                  <a:pt x="43869" y="382440"/>
                </a:lnTo>
                <a:lnTo>
                  <a:pt x="43062" y="382624"/>
                </a:lnTo>
                <a:lnTo>
                  <a:pt x="42415" y="386834"/>
                </a:lnTo>
                <a:lnTo>
                  <a:pt x="42481" y="392311"/>
                </a:lnTo>
                <a:lnTo>
                  <a:pt x="42824" y="392703"/>
                </a:lnTo>
                <a:lnTo>
                  <a:pt x="43399" y="394823"/>
                </a:lnTo>
                <a:lnTo>
                  <a:pt x="42585" y="396846"/>
                </a:lnTo>
                <a:lnTo>
                  <a:pt x="39356" y="396573"/>
                </a:lnTo>
                <a:lnTo>
                  <a:pt x="39833" y="397263"/>
                </a:lnTo>
                <a:lnTo>
                  <a:pt x="39438" y="397674"/>
                </a:lnTo>
                <a:lnTo>
                  <a:pt x="39586" y="398865"/>
                </a:lnTo>
                <a:lnTo>
                  <a:pt x="38309" y="398831"/>
                </a:lnTo>
                <a:lnTo>
                  <a:pt x="37168" y="399856"/>
                </a:lnTo>
                <a:lnTo>
                  <a:pt x="36693" y="399522"/>
                </a:lnTo>
                <a:lnTo>
                  <a:pt x="36437" y="399682"/>
                </a:lnTo>
                <a:lnTo>
                  <a:pt x="35961" y="401124"/>
                </a:lnTo>
                <a:lnTo>
                  <a:pt x="35758" y="400866"/>
                </a:lnTo>
                <a:lnTo>
                  <a:pt x="35497" y="400923"/>
                </a:lnTo>
                <a:lnTo>
                  <a:pt x="36908" y="403840"/>
                </a:lnTo>
                <a:lnTo>
                  <a:pt x="30076" y="404218"/>
                </a:lnTo>
                <a:lnTo>
                  <a:pt x="30096" y="406676"/>
                </a:lnTo>
                <a:lnTo>
                  <a:pt x="26947" y="406615"/>
                </a:lnTo>
                <a:lnTo>
                  <a:pt x="25924" y="406819"/>
                </a:lnTo>
                <a:lnTo>
                  <a:pt x="23781" y="406555"/>
                </a:lnTo>
                <a:lnTo>
                  <a:pt x="20962" y="416519"/>
                </a:lnTo>
                <a:lnTo>
                  <a:pt x="22554" y="416448"/>
                </a:lnTo>
                <a:lnTo>
                  <a:pt x="24162" y="423743"/>
                </a:lnTo>
                <a:lnTo>
                  <a:pt x="15643" y="425252"/>
                </a:lnTo>
                <a:lnTo>
                  <a:pt x="15747" y="426055"/>
                </a:lnTo>
                <a:lnTo>
                  <a:pt x="14800" y="426219"/>
                </a:lnTo>
                <a:lnTo>
                  <a:pt x="14889" y="427247"/>
                </a:lnTo>
                <a:lnTo>
                  <a:pt x="14302" y="427248"/>
                </a:lnTo>
                <a:lnTo>
                  <a:pt x="11384" y="428289"/>
                </a:lnTo>
                <a:lnTo>
                  <a:pt x="11597" y="431365"/>
                </a:lnTo>
                <a:lnTo>
                  <a:pt x="11124" y="431360"/>
                </a:lnTo>
                <a:lnTo>
                  <a:pt x="11221" y="432590"/>
                </a:lnTo>
                <a:lnTo>
                  <a:pt x="11689" y="432735"/>
                </a:lnTo>
                <a:lnTo>
                  <a:pt x="11926" y="436100"/>
                </a:lnTo>
                <a:lnTo>
                  <a:pt x="9489" y="442193"/>
                </a:lnTo>
                <a:lnTo>
                  <a:pt x="5752" y="441686"/>
                </a:lnTo>
                <a:lnTo>
                  <a:pt x="5935" y="439649"/>
                </a:lnTo>
                <a:lnTo>
                  <a:pt x="2901" y="439882"/>
                </a:lnTo>
                <a:lnTo>
                  <a:pt x="2649" y="441287"/>
                </a:lnTo>
                <a:lnTo>
                  <a:pt x="0" y="440949"/>
                </a:lnTo>
                <a:lnTo>
                  <a:pt x="657" y="442640"/>
                </a:lnTo>
                <a:lnTo>
                  <a:pt x="58" y="442736"/>
                </a:lnTo>
                <a:lnTo>
                  <a:pt x="1068" y="443483"/>
                </a:lnTo>
                <a:lnTo>
                  <a:pt x="1084" y="444099"/>
                </a:lnTo>
                <a:lnTo>
                  <a:pt x="2486" y="445701"/>
                </a:lnTo>
                <a:lnTo>
                  <a:pt x="2302" y="447104"/>
                </a:lnTo>
                <a:lnTo>
                  <a:pt x="2530" y="447648"/>
                </a:lnTo>
                <a:lnTo>
                  <a:pt x="3172" y="447594"/>
                </a:lnTo>
                <a:lnTo>
                  <a:pt x="4720" y="446387"/>
                </a:lnTo>
                <a:lnTo>
                  <a:pt x="5304" y="446340"/>
                </a:lnTo>
                <a:lnTo>
                  <a:pt x="5236" y="447739"/>
                </a:lnTo>
                <a:lnTo>
                  <a:pt x="6209" y="449916"/>
                </a:lnTo>
                <a:lnTo>
                  <a:pt x="8021" y="452040"/>
                </a:lnTo>
                <a:lnTo>
                  <a:pt x="8647" y="452018"/>
                </a:lnTo>
                <a:lnTo>
                  <a:pt x="9405" y="451282"/>
                </a:lnTo>
                <a:lnTo>
                  <a:pt x="9647" y="449996"/>
                </a:lnTo>
                <a:lnTo>
                  <a:pt x="9968" y="449504"/>
                </a:lnTo>
                <a:lnTo>
                  <a:pt x="11033" y="449191"/>
                </a:lnTo>
                <a:lnTo>
                  <a:pt x="12209" y="449452"/>
                </a:lnTo>
                <a:lnTo>
                  <a:pt x="12361" y="449773"/>
                </a:lnTo>
                <a:lnTo>
                  <a:pt x="12202" y="450175"/>
                </a:lnTo>
                <a:lnTo>
                  <a:pt x="10637" y="451424"/>
                </a:lnTo>
                <a:lnTo>
                  <a:pt x="10742" y="452297"/>
                </a:lnTo>
                <a:lnTo>
                  <a:pt x="11265" y="453448"/>
                </a:lnTo>
                <a:lnTo>
                  <a:pt x="11993" y="453195"/>
                </a:lnTo>
                <a:lnTo>
                  <a:pt x="14669" y="451150"/>
                </a:lnTo>
                <a:lnTo>
                  <a:pt x="15444" y="450796"/>
                </a:lnTo>
                <a:lnTo>
                  <a:pt x="16769" y="450876"/>
                </a:lnTo>
                <a:lnTo>
                  <a:pt x="18266" y="451399"/>
                </a:lnTo>
                <a:lnTo>
                  <a:pt x="20644" y="450831"/>
                </a:lnTo>
                <a:lnTo>
                  <a:pt x="22141" y="451686"/>
                </a:lnTo>
                <a:lnTo>
                  <a:pt x="22394" y="452496"/>
                </a:lnTo>
                <a:lnTo>
                  <a:pt x="22170" y="454131"/>
                </a:lnTo>
                <a:lnTo>
                  <a:pt x="22817" y="454836"/>
                </a:lnTo>
                <a:lnTo>
                  <a:pt x="24140" y="457756"/>
                </a:lnTo>
                <a:lnTo>
                  <a:pt x="24946" y="458609"/>
                </a:lnTo>
                <a:lnTo>
                  <a:pt x="26085" y="460434"/>
                </a:lnTo>
                <a:lnTo>
                  <a:pt x="25635" y="461198"/>
                </a:lnTo>
                <a:lnTo>
                  <a:pt x="23746" y="463101"/>
                </a:lnTo>
                <a:lnTo>
                  <a:pt x="23918" y="463777"/>
                </a:lnTo>
                <a:lnTo>
                  <a:pt x="24432" y="464211"/>
                </a:lnTo>
                <a:lnTo>
                  <a:pt x="26375" y="463101"/>
                </a:lnTo>
                <a:lnTo>
                  <a:pt x="29339" y="459286"/>
                </a:lnTo>
                <a:lnTo>
                  <a:pt x="29373" y="458890"/>
                </a:lnTo>
                <a:lnTo>
                  <a:pt x="27279" y="456889"/>
                </a:lnTo>
                <a:lnTo>
                  <a:pt x="27316" y="456513"/>
                </a:lnTo>
                <a:lnTo>
                  <a:pt x="28365" y="455859"/>
                </a:lnTo>
                <a:lnTo>
                  <a:pt x="29445" y="456462"/>
                </a:lnTo>
                <a:lnTo>
                  <a:pt x="30823" y="457883"/>
                </a:lnTo>
                <a:lnTo>
                  <a:pt x="30836" y="458709"/>
                </a:lnTo>
                <a:lnTo>
                  <a:pt x="31227" y="459599"/>
                </a:lnTo>
                <a:lnTo>
                  <a:pt x="31662" y="459598"/>
                </a:lnTo>
                <a:lnTo>
                  <a:pt x="32379" y="459179"/>
                </a:lnTo>
                <a:lnTo>
                  <a:pt x="32094" y="458010"/>
                </a:lnTo>
                <a:lnTo>
                  <a:pt x="32992" y="456410"/>
                </a:lnTo>
                <a:lnTo>
                  <a:pt x="32956" y="456008"/>
                </a:lnTo>
                <a:lnTo>
                  <a:pt x="32326" y="455704"/>
                </a:lnTo>
                <a:lnTo>
                  <a:pt x="32209" y="455386"/>
                </a:lnTo>
                <a:lnTo>
                  <a:pt x="32979" y="454452"/>
                </a:lnTo>
                <a:lnTo>
                  <a:pt x="33332" y="454429"/>
                </a:lnTo>
                <a:lnTo>
                  <a:pt x="34362" y="457818"/>
                </a:lnTo>
                <a:lnTo>
                  <a:pt x="35284" y="458567"/>
                </a:lnTo>
                <a:lnTo>
                  <a:pt x="36425" y="458962"/>
                </a:lnTo>
                <a:lnTo>
                  <a:pt x="37693" y="460432"/>
                </a:lnTo>
                <a:lnTo>
                  <a:pt x="37840" y="461429"/>
                </a:lnTo>
                <a:lnTo>
                  <a:pt x="36839" y="462904"/>
                </a:lnTo>
                <a:lnTo>
                  <a:pt x="36702" y="463846"/>
                </a:lnTo>
                <a:lnTo>
                  <a:pt x="40103" y="465576"/>
                </a:lnTo>
                <a:lnTo>
                  <a:pt x="40511" y="467052"/>
                </a:lnTo>
                <a:lnTo>
                  <a:pt x="41577" y="468147"/>
                </a:lnTo>
                <a:lnTo>
                  <a:pt x="42199" y="468340"/>
                </a:lnTo>
                <a:lnTo>
                  <a:pt x="43123" y="469429"/>
                </a:lnTo>
                <a:lnTo>
                  <a:pt x="43129" y="470030"/>
                </a:lnTo>
                <a:lnTo>
                  <a:pt x="42509" y="471285"/>
                </a:lnTo>
                <a:lnTo>
                  <a:pt x="41142" y="471735"/>
                </a:lnTo>
                <a:lnTo>
                  <a:pt x="40575" y="472958"/>
                </a:lnTo>
                <a:lnTo>
                  <a:pt x="40795" y="473481"/>
                </a:lnTo>
                <a:lnTo>
                  <a:pt x="43744" y="472535"/>
                </a:lnTo>
                <a:lnTo>
                  <a:pt x="44535" y="471565"/>
                </a:lnTo>
                <a:lnTo>
                  <a:pt x="44693" y="470552"/>
                </a:lnTo>
                <a:lnTo>
                  <a:pt x="44514" y="469455"/>
                </a:lnTo>
                <a:lnTo>
                  <a:pt x="44757" y="469184"/>
                </a:lnTo>
                <a:lnTo>
                  <a:pt x="45950" y="468512"/>
                </a:lnTo>
                <a:lnTo>
                  <a:pt x="46973" y="469228"/>
                </a:lnTo>
                <a:lnTo>
                  <a:pt x="47993" y="469051"/>
                </a:lnTo>
                <a:lnTo>
                  <a:pt x="49510" y="466853"/>
                </a:lnTo>
                <a:lnTo>
                  <a:pt x="51779" y="466428"/>
                </a:lnTo>
                <a:lnTo>
                  <a:pt x="51766" y="464418"/>
                </a:lnTo>
                <a:lnTo>
                  <a:pt x="54231" y="464914"/>
                </a:lnTo>
                <a:lnTo>
                  <a:pt x="56167" y="466455"/>
                </a:lnTo>
                <a:lnTo>
                  <a:pt x="56585" y="466660"/>
                </a:lnTo>
                <a:lnTo>
                  <a:pt x="56893" y="466552"/>
                </a:lnTo>
                <a:lnTo>
                  <a:pt x="57332" y="465974"/>
                </a:lnTo>
                <a:lnTo>
                  <a:pt x="57599" y="465058"/>
                </a:lnTo>
                <a:lnTo>
                  <a:pt x="57949" y="464839"/>
                </a:lnTo>
                <a:lnTo>
                  <a:pt x="58656" y="463122"/>
                </a:lnTo>
                <a:lnTo>
                  <a:pt x="58343" y="462571"/>
                </a:lnTo>
                <a:lnTo>
                  <a:pt x="57258" y="462066"/>
                </a:lnTo>
                <a:lnTo>
                  <a:pt x="55422" y="461767"/>
                </a:lnTo>
                <a:lnTo>
                  <a:pt x="54001" y="462382"/>
                </a:lnTo>
                <a:lnTo>
                  <a:pt x="53100" y="463170"/>
                </a:lnTo>
                <a:lnTo>
                  <a:pt x="52055" y="462105"/>
                </a:lnTo>
                <a:lnTo>
                  <a:pt x="51496" y="462179"/>
                </a:lnTo>
                <a:lnTo>
                  <a:pt x="51386" y="461987"/>
                </a:lnTo>
                <a:lnTo>
                  <a:pt x="53890" y="458154"/>
                </a:lnTo>
                <a:lnTo>
                  <a:pt x="55814" y="457124"/>
                </a:lnTo>
                <a:lnTo>
                  <a:pt x="56189" y="456017"/>
                </a:lnTo>
                <a:lnTo>
                  <a:pt x="57133" y="455918"/>
                </a:lnTo>
                <a:lnTo>
                  <a:pt x="57450" y="455685"/>
                </a:lnTo>
                <a:lnTo>
                  <a:pt x="58692" y="456936"/>
                </a:lnTo>
                <a:lnTo>
                  <a:pt x="59693" y="457070"/>
                </a:lnTo>
                <a:lnTo>
                  <a:pt x="62765" y="459501"/>
                </a:lnTo>
                <a:lnTo>
                  <a:pt x="65151" y="459665"/>
                </a:lnTo>
                <a:lnTo>
                  <a:pt x="66090" y="458582"/>
                </a:lnTo>
                <a:lnTo>
                  <a:pt x="66762" y="458684"/>
                </a:lnTo>
                <a:lnTo>
                  <a:pt x="67165" y="459089"/>
                </a:lnTo>
                <a:lnTo>
                  <a:pt x="67400" y="460304"/>
                </a:lnTo>
                <a:lnTo>
                  <a:pt x="68751" y="461240"/>
                </a:lnTo>
                <a:lnTo>
                  <a:pt x="69513" y="463020"/>
                </a:lnTo>
                <a:lnTo>
                  <a:pt x="70248" y="464050"/>
                </a:lnTo>
                <a:lnTo>
                  <a:pt x="71273" y="464360"/>
                </a:lnTo>
                <a:lnTo>
                  <a:pt x="72971" y="463464"/>
                </a:lnTo>
                <a:lnTo>
                  <a:pt x="74185" y="464230"/>
                </a:lnTo>
                <a:lnTo>
                  <a:pt x="75158" y="464442"/>
                </a:lnTo>
                <a:lnTo>
                  <a:pt x="76005" y="465450"/>
                </a:lnTo>
                <a:lnTo>
                  <a:pt x="75515" y="467027"/>
                </a:lnTo>
                <a:lnTo>
                  <a:pt x="78121" y="468159"/>
                </a:lnTo>
                <a:lnTo>
                  <a:pt x="78502" y="468746"/>
                </a:lnTo>
                <a:lnTo>
                  <a:pt x="78919" y="468347"/>
                </a:lnTo>
                <a:lnTo>
                  <a:pt x="79571" y="466897"/>
                </a:lnTo>
                <a:lnTo>
                  <a:pt x="79509" y="466146"/>
                </a:lnTo>
                <a:lnTo>
                  <a:pt x="80028" y="466001"/>
                </a:lnTo>
                <a:lnTo>
                  <a:pt x="80682" y="467274"/>
                </a:lnTo>
                <a:lnTo>
                  <a:pt x="80871" y="469549"/>
                </a:lnTo>
                <a:lnTo>
                  <a:pt x="80715" y="470345"/>
                </a:lnTo>
                <a:lnTo>
                  <a:pt x="81149" y="471043"/>
                </a:lnTo>
                <a:lnTo>
                  <a:pt x="82892" y="470214"/>
                </a:lnTo>
                <a:lnTo>
                  <a:pt x="84085" y="471008"/>
                </a:lnTo>
                <a:lnTo>
                  <a:pt x="84743" y="471027"/>
                </a:lnTo>
                <a:lnTo>
                  <a:pt x="85428" y="470650"/>
                </a:lnTo>
                <a:lnTo>
                  <a:pt x="86735" y="468805"/>
                </a:lnTo>
                <a:lnTo>
                  <a:pt x="87565" y="468445"/>
                </a:lnTo>
                <a:lnTo>
                  <a:pt x="88490" y="469383"/>
                </a:lnTo>
                <a:lnTo>
                  <a:pt x="89251" y="469586"/>
                </a:lnTo>
                <a:lnTo>
                  <a:pt x="90544" y="473442"/>
                </a:lnTo>
                <a:lnTo>
                  <a:pt x="91771" y="474140"/>
                </a:lnTo>
                <a:lnTo>
                  <a:pt x="92907" y="473327"/>
                </a:lnTo>
                <a:lnTo>
                  <a:pt x="93545" y="472403"/>
                </a:lnTo>
                <a:lnTo>
                  <a:pt x="92969" y="471512"/>
                </a:lnTo>
                <a:lnTo>
                  <a:pt x="93440" y="470240"/>
                </a:lnTo>
                <a:lnTo>
                  <a:pt x="93312" y="469424"/>
                </a:lnTo>
                <a:lnTo>
                  <a:pt x="92732" y="468905"/>
                </a:lnTo>
                <a:lnTo>
                  <a:pt x="91518" y="468581"/>
                </a:lnTo>
                <a:lnTo>
                  <a:pt x="92770" y="466790"/>
                </a:lnTo>
                <a:lnTo>
                  <a:pt x="94255" y="467883"/>
                </a:lnTo>
                <a:lnTo>
                  <a:pt x="94739" y="467952"/>
                </a:lnTo>
                <a:lnTo>
                  <a:pt x="95502" y="467629"/>
                </a:lnTo>
                <a:lnTo>
                  <a:pt x="96644" y="466567"/>
                </a:lnTo>
                <a:lnTo>
                  <a:pt x="97331" y="466756"/>
                </a:lnTo>
                <a:lnTo>
                  <a:pt x="97838" y="467204"/>
                </a:lnTo>
                <a:lnTo>
                  <a:pt x="98656" y="467334"/>
                </a:lnTo>
                <a:lnTo>
                  <a:pt x="99606" y="467391"/>
                </a:lnTo>
                <a:lnTo>
                  <a:pt x="101524" y="466863"/>
                </a:lnTo>
                <a:lnTo>
                  <a:pt x="102632" y="464838"/>
                </a:lnTo>
                <a:lnTo>
                  <a:pt x="103318" y="464218"/>
                </a:lnTo>
                <a:lnTo>
                  <a:pt x="103495" y="463698"/>
                </a:lnTo>
                <a:lnTo>
                  <a:pt x="103835" y="463711"/>
                </a:lnTo>
                <a:lnTo>
                  <a:pt x="107208" y="465711"/>
                </a:lnTo>
                <a:lnTo>
                  <a:pt x="109523" y="466319"/>
                </a:lnTo>
                <a:lnTo>
                  <a:pt x="111329" y="467820"/>
                </a:lnTo>
                <a:lnTo>
                  <a:pt x="111946" y="468029"/>
                </a:lnTo>
                <a:lnTo>
                  <a:pt x="112086" y="468360"/>
                </a:lnTo>
                <a:lnTo>
                  <a:pt x="111789" y="468935"/>
                </a:lnTo>
                <a:lnTo>
                  <a:pt x="112473" y="470068"/>
                </a:lnTo>
                <a:lnTo>
                  <a:pt x="113059" y="469823"/>
                </a:lnTo>
                <a:lnTo>
                  <a:pt x="113597" y="469071"/>
                </a:lnTo>
                <a:lnTo>
                  <a:pt x="113721" y="466230"/>
                </a:lnTo>
                <a:lnTo>
                  <a:pt x="114391" y="466099"/>
                </a:lnTo>
                <a:lnTo>
                  <a:pt x="115385" y="466439"/>
                </a:lnTo>
                <a:lnTo>
                  <a:pt x="116337" y="467056"/>
                </a:lnTo>
                <a:lnTo>
                  <a:pt x="116658" y="468206"/>
                </a:lnTo>
                <a:lnTo>
                  <a:pt x="115683" y="470353"/>
                </a:lnTo>
                <a:lnTo>
                  <a:pt x="115618" y="470956"/>
                </a:lnTo>
                <a:lnTo>
                  <a:pt x="117218" y="472492"/>
                </a:lnTo>
                <a:lnTo>
                  <a:pt x="117157" y="472763"/>
                </a:lnTo>
                <a:lnTo>
                  <a:pt x="116720" y="472979"/>
                </a:lnTo>
                <a:lnTo>
                  <a:pt x="116743" y="473446"/>
                </a:lnTo>
                <a:lnTo>
                  <a:pt x="117635" y="474471"/>
                </a:lnTo>
                <a:lnTo>
                  <a:pt x="118150" y="474701"/>
                </a:lnTo>
                <a:lnTo>
                  <a:pt x="117964" y="475297"/>
                </a:lnTo>
                <a:lnTo>
                  <a:pt x="118434" y="475819"/>
                </a:lnTo>
                <a:lnTo>
                  <a:pt x="118287" y="476106"/>
                </a:lnTo>
                <a:lnTo>
                  <a:pt x="117935" y="475926"/>
                </a:lnTo>
                <a:lnTo>
                  <a:pt x="118089" y="476249"/>
                </a:lnTo>
                <a:lnTo>
                  <a:pt x="117806" y="476531"/>
                </a:lnTo>
                <a:lnTo>
                  <a:pt x="117544" y="476467"/>
                </a:lnTo>
                <a:lnTo>
                  <a:pt x="117440" y="476030"/>
                </a:lnTo>
                <a:lnTo>
                  <a:pt x="117158" y="476073"/>
                </a:lnTo>
                <a:lnTo>
                  <a:pt x="116481" y="477121"/>
                </a:lnTo>
                <a:lnTo>
                  <a:pt x="116614" y="477737"/>
                </a:lnTo>
                <a:lnTo>
                  <a:pt x="116414" y="478210"/>
                </a:lnTo>
                <a:lnTo>
                  <a:pt x="115677" y="478213"/>
                </a:lnTo>
                <a:lnTo>
                  <a:pt x="115659" y="478633"/>
                </a:lnTo>
                <a:lnTo>
                  <a:pt x="116521" y="479300"/>
                </a:lnTo>
                <a:lnTo>
                  <a:pt x="116927" y="479059"/>
                </a:lnTo>
                <a:lnTo>
                  <a:pt x="117297" y="479368"/>
                </a:lnTo>
                <a:lnTo>
                  <a:pt x="117943" y="479431"/>
                </a:lnTo>
                <a:lnTo>
                  <a:pt x="118181" y="480261"/>
                </a:lnTo>
                <a:lnTo>
                  <a:pt x="118746" y="480567"/>
                </a:lnTo>
                <a:lnTo>
                  <a:pt x="119462" y="482666"/>
                </a:lnTo>
                <a:lnTo>
                  <a:pt x="119905" y="482885"/>
                </a:lnTo>
                <a:lnTo>
                  <a:pt x="119781" y="483456"/>
                </a:lnTo>
                <a:lnTo>
                  <a:pt x="120183" y="483914"/>
                </a:lnTo>
                <a:lnTo>
                  <a:pt x="119816" y="484384"/>
                </a:lnTo>
                <a:lnTo>
                  <a:pt x="120170" y="484807"/>
                </a:lnTo>
                <a:lnTo>
                  <a:pt x="120737" y="484767"/>
                </a:lnTo>
                <a:lnTo>
                  <a:pt x="120573" y="485241"/>
                </a:lnTo>
                <a:lnTo>
                  <a:pt x="121324" y="485527"/>
                </a:lnTo>
                <a:lnTo>
                  <a:pt x="121615" y="486207"/>
                </a:lnTo>
                <a:lnTo>
                  <a:pt x="122277" y="486792"/>
                </a:lnTo>
                <a:lnTo>
                  <a:pt x="122456" y="487350"/>
                </a:lnTo>
                <a:lnTo>
                  <a:pt x="121939" y="487406"/>
                </a:lnTo>
                <a:lnTo>
                  <a:pt x="121850" y="487886"/>
                </a:lnTo>
                <a:lnTo>
                  <a:pt x="122696" y="488669"/>
                </a:lnTo>
                <a:lnTo>
                  <a:pt x="123115" y="489623"/>
                </a:lnTo>
                <a:lnTo>
                  <a:pt x="123508" y="489937"/>
                </a:lnTo>
                <a:lnTo>
                  <a:pt x="123293" y="490455"/>
                </a:lnTo>
                <a:lnTo>
                  <a:pt x="123542" y="491445"/>
                </a:lnTo>
                <a:lnTo>
                  <a:pt x="123449" y="492139"/>
                </a:lnTo>
                <a:lnTo>
                  <a:pt x="123860" y="493629"/>
                </a:lnTo>
                <a:lnTo>
                  <a:pt x="124391" y="493564"/>
                </a:lnTo>
                <a:lnTo>
                  <a:pt x="124968" y="492843"/>
                </a:lnTo>
                <a:lnTo>
                  <a:pt x="125268" y="492834"/>
                </a:lnTo>
                <a:lnTo>
                  <a:pt x="125314" y="493142"/>
                </a:lnTo>
                <a:lnTo>
                  <a:pt x="125700" y="493055"/>
                </a:lnTo>
                <a:lnTo>
                  <a:pt x="125738" y="492164"/>
                </a:lnTo>
                <a:lnTo>
                  <a:pt x="126026" y="492114"/>
                </a:lnTo>
                <a:lnTo>
                  <a:pt x="126117" y="491752"/>
                </a:lnTo>
                <a:lnTo>
                  <a:pt x="126291" y="492144"/>
                </a:lnTo>
                <a:lnTo>
                  <a:pt x="126837" y="491955"/>
                </a:lnTo>
                <a:lnTo>
                  <a:pt x="126969" y="491503"/>
                </a:lnTo>
                <a:lnTo>
                  <a:pt x="126760" y="490883"/>
                </a:lnTo>
                <a:lnTo>
                  <a:pt x="126967" y="490537"/>
                </a:lnTo>
                <a:lnTo>
                  <a:pt x="127534" y="490785"/>
                </a:lnTo>
                <a:lnTo>
                  <a:pt x="128170" y="490640"/>
                </a:lnTo>
                <a:lnTo>
                  <a:pt x="128383" y="490058"/>
                </a:lnTo>
                <a:lnTo>
                  <a:pt x="128889" y="490533"/>
                </a:lnTo>
                <a:lnTo>
                  <a:pt x="129162" y="489593"/>
                </a:lnTo>
                <a:lnTo>
                  <a:pt x="129672" y="489442"/>
                </a:lnTo>
                <a:lnTo>
                  <a:pt x="130044" y="489641"/>
                </a:lnTo>
                <a:lnTo>
                  <a:pt x="130158" y="489168"/>
                </a:lnTo>
                <a:lnTo>
                  <a:pt x="131695" y="488960"/>
                </a:lnTo>
                <a:lnTo>
                  <a:pt x="132833" y="489830"/>
                </a:lnTo>
                <a:lnTo>
                  <a:pt x="133077" y="489450"/>
                </a:lnTo>
                <a:lnTo>
                  <a:pt x="133533" y="489680"/>
                </a:lnTo>
                <a:lnTo>
                  <a:pt x="134575" y="489372"/>
                </a:lnTo>
                <a:lnTo>
                  <a:pt x="134515" y="488997"/>
                </a:lnTo>
                <a:lnTo>
                  <a:pt x="134933" y="488911"/>
                </a:lnTo>
                <a:lnTo>
                  <a:pt x="134974" y="488389"/>
                </a:lnTo>
                <a:lnTo>
                  <a:pt x="135289" y="488911"/>
                </a:lnTo>
                <a:lnTo>
                  <a:pt x="135700" y="488994"/>
                </a:lnTo>
                <a:lnTo>
                  <a:pt x="136541" y="489713"/>
                </a:lnTo>
                <a:lnTo>
                  <a:pt x="137382" y="489347"/>
                </a:lnTo>
                <a:lnTo>
                  <a:pt x="138216" y="490227"/>
                </a:lnTo>
                <a:lnTo>
                  <a:pt x="139401" y="489804"/>
                </a:lnTo>
                <a:lnTo>
                  <a:pt x="139948" y="490210"/>
                </a:lnTo>
                <a:lnTo>
                  <a:pt x="139833" y="490659"/>
                </a:lnTo>
                <a:lnTo>
                  <a:pt x="140118" y="490850"/>
                </a:lnTo>
                <a:lnTo>
                  <a:pt x="139776" y="491535"/>
                </a:lnTo>
                <a:lnTo>
                  <a:pt x="139998" y="491778"/>
                </a:lnTo>
                <a:lnTo>
                  <a:pt x="139900" y="492463"/>
                </a:lnTo>
                <a:lnTo>
                  <a:pt x="140278" y="492365"/>
                </a:lnTo>
                <a:lnTo>
                  <a:pt x="140103" y="493462"/>
                </a:lnTo>
                <a:lnTo>
                  <a:pt x="140883" y="494439"/>
                </a:lnTo>
                <a:lnTo>
                  <a:pt x="140993" y="495168"/>
                </a:lnTo>
                <a:lnTo>
                  <a:pt x="140702" y="496054"/>
                </a:lnTo>
                <a:lnTo>
                  <a:pt x="141646" y="495948"/>
                </a:lnTo>
                <a:lnTo>
                  <a:pt x="141983" y="496163"/>
                </a:lnTo>
                <a:lnTo>
                  <a:pt x="141929" y="496441"/>
                </a:lnTo>
                <a:lnTo>
                  <a:pt x="141541" y="496317"/>
                </a:lnTo>
                <a:lnTo>
                  <a:pt x="141383" y="496589"/>
                </a:lnTo>
                <a:lnTo>
                  <a:pt x="141699" y="496942"/>
                </a:lnTo>
                <a:lnTo>
                  <a:pt x="141813" y="496578"/>
                </a:lnTo>
                <a:lnTo>
                  <a:pt x="142056" y="496598"/>
                </a:lnTo>
                <a:lnTo>
                  <a:pt x="142362" y="496978"/>
                </a:lnTo>
                <a:lnTo>
                  <a:pt x="142170" y="497368"/>
                </a:lnTo>
                <a:lnTo>
                  <a:pt x="142304" y="497539"/>
                </a:lnTo>
                <a:lnTo>
                  <a:pt x="143439" y="497218"/>
                </a:lnTo>
                <a:lnTo>
                  <a:pt x="143327" y="497904"/>
                </a:lnTo>
                <a:lnTo>
                  <a:pt x="143719" y="498023"/>
                </a:lnTo>
                <a:lnTo>
                  <a:pt x="144076" y="496382"/>
                </a:lnTo>
                <a:lnTo>
                  <a:pt x="144407" y="495914"/>
                </a:lnTo>
                <a:lnTo>
                  <a:pt x="144752" y="496191"/>
                </a:lnTo>
                <a:lnTo>
                  <a:pt x="144359" y="496310"/>
                </a:lnTo>
                <a:lnTo>
                  <a:pt x="144770" y="496902"/>
                </a:lnTo>
                <a:lnTo>
                  <a:pt x="145138" y="496816"/>
                </a:lnTo>
                <a:lnTo>
                  <a:pt x="145302" y="496386"/>
                </a:lnTo>
                <a:lnTo>
                  <a:pt x="145496" y="496527"/>
                </a:lnTo>
                <a:lnTo>
                  <a:pt x="145091" y="497594"/>
                </a:lnTo>
                <a:lnTo>
                  <a:pt x="145762" y="497259"/>
                </a:lnTo>
                <a:lnTo>
                  <a:pt x="145611" y="497833"/>
                </a:lnTo>
                <a:lnTo>
                  <a:pt x="145794" y="498300"/>
                </a:lnTo>
                <a:lnTo>
                  <a:pt x="145431" y="498335"/>
                </a:lnTo>
                <a:lnTo>
                  <a:pt x="145409" y="498688"/>
                </a:lnTo>
                <a:lnTo>
                  <a:pt x="145958" y="498374"/>
                </a:lnTo>
                <a:lnTo>
                  <a:pt x="146025" y="497638"/>
                </a:lnTo>
                <a:lnTo>
                  <a:pt x="146375" y="497830"/>
                </a:lnTo>
                <a:lnTo>
                  <a:pt x="146140" y="498290"/>
                </a:lnTo>
                <a:lnTo>
                  <a:pt x="146651" y="498100"/>
                </a:lnTo>
                <a:lnTo>
                  <a:pt x="147408" y="498242"/>
                </a:lnTo>
                <a:lnTo>
                  <a:pt x="147203" y="498861"/>
                </a:lnTo>
                <a:lnTo>
                  <a:pt x="147364" y="498978"/>
                </a:lnTo>
                <a:lnTo>
                  <a:pt x="147842" y="498253"/>
                </a:lnTo>
                <a:lnTo>
                  <a:pt x="147408" y="497779"/>
                </a:lnTo>
                <a:lnTo>
                  <a:pt x="147693" y="498033"/>
                </a:lnTo>
                <a:lnTo>
                  <a:pt x="147738" y="497563"/>
                </a:lnTo>
                <a:lnTo>
                  <a:pt x="148073" y="497514"/>
                </a:lnTo>
                <a:lnTo>
                  <a:pt x="148170" y="497648"/>
                </a:lnTo>
                <a:lnTo>
                  <a:pt x="147844" y="497851"/>
                </a:lnTo>
                <a:lnTo>
                  <a:pt x="148234" y="497906"/>
                </a:lnTo>
                <a:lnTo>
                  <a:pt x="148356" y="498526"/>
                </a:lnTo>
                <a:lnTo>
                  <a:pt x="148765" y="499038"/>
                </a:lnTo>
                <a:lnTo>
                  <a:pt x="149344" y="499294"/>
                </a:lnTo>
                <a:lnTo>
                  <a:pt x="149285" y="499630"/>
                </a:lnTo>
                <a:lnTo>
                  <a:pt x="149640" y="499801"/>
                </a:lnTo>
                <a:lnTo>
                  <a:pt x="149517" y="500073"/>
                </a:lnTo>
                <a:lnTo>
                  <a:pt x="149728" y="500623"/>
                </a:lnTo>
                <a:lnTo>
                  <a:pt x="150162" y="500730"/>
                </a:lnTo>
                <a:lnTo>
                  <a:pt x="149958" y="501076"/>
                </a:lnTo>
                <a:lnTo>
                  <a:pt x="150519" y="501609"/>
                </a:lnTo>
                <a:lnTo>
                  <a:pt x="151139" y="501812"/>
                </a:lnTo>
                <a:lnTo>
                  <a:pt x="151580" y="501500"/>
                </a:lnTo>
                <a:lnTo>
                  <a:pt x="151498" y="501031"/>
                </a:lnTo>
                <a:lnTo>
                  <a:pt x="151947" y="500792"/>
                </a:lnTo>
                <a:lnTo>
                  <a:pt x="152497" y="500944"/>
                </a:lnTo>
                <a:lnTo>
                  <a:pt x="153568" y="500672"/>
                </a:lnTo>
                <a:lnTo>
                  <a:pt x="154229" y="499915"/>
                </a:lnTo>
                <a:lnTo>
                  <a:pt x="154334" y="500627"/>
                </a:lnTo>
                <a:lnTo>
                  <a:pt x="154945" y="500548"/>
                </a:lnTo>
                <a:lnTo>
                  <a:pt x="154872" y="500791"/>
                </a:lnTo>
                <a:lnTo>
                  <a:pt x="154578" y="500724"/>
                </a:lnTo>
                <a:lnTo>
                  <a:pt x="154598" y="500968"/>
                </a:lnTo>
                <a:lnTo>
                  <a:pt x="154367" y="501004"/>
                </a:lnTo>
                <a:lnTo>
                  <a:pt x="154341" y="501437"/>
                </a:lnTo>
                <a:lnTo>
                  <a:pt x="154766" y="501626"/>
                </a:lnTo>
                <a:lnTo>
                  <a:pt x="154359" y="502276"/>
                </a:lnTo>
                <a:lnTo>
                  <a:pt x="154557" y="502423"/>
                </a:lnTo>
                <a:lnTo>
                  <a:pt x="154568" y="502090"/>
                </a:lnTo>
                <a:lnTo>
                  <a:pt x="154933" y="502147"/>
                </a:lnTo>
                <a:lnTo>
                  <a:pt x="155020" y="501695"/>
                </a:lnTo>
                <a:lnTo>
                  <a:pt x="155166" y="502289"/>
                </a:lnTo>
                <a:lnTo>
                  <a:pt x="154917" y="502883"/>
                </a:lnTo>
                <a:lnTo>
                  <a:pt x="155217" y="503231"/>
                </a:lnTo>
                <a:lnTo>
                  <a:pt x="155033" y="503327"/>
                </a:lnTo>
                <a:lnTo>
                  <a:pt x="154843" y="502999"/>
                </a:lnTo>
                <a:lnTo>
                  <a:pt x="154611" y="503205"/>
                </a:lnTo>
                <a:lnTo>
                  <a:pt x="154977" y="503667"/>
                </a:lnTo>
                <a:lnTo>
                  <a:pt x="154367" y="504247"/>
                </a:lnTo>
                <a:lnTo>
                  <a:pt x="154932" y="504515"/>
                </a:lnTo>
                <a:lnTo>
                  <a:pt x="155208" y="505028"/>
                </a:lnTo>
                <a:lnTo>
                  <a:pt x="154652" y="505217"/>
                </a:lnTo>
                <a:lnTo>
                  <a:pt x="154748" y="505766"/>
                </a:lnTo>
                <a:lnTo>
                  <a:pt x="154272" y="506527"/>
                </a:lnTo>
                <a:lnTo>
                  <a:pt x="153671" y="506823"/>
                </a:lnTo>
                <a:lnTo>
                  <a:pt x="153242" y="507681"/>
                </a:lnTo>
                <a:lnTo>
                  <a:pt x="154001" y="509542"/>
                </a:lnTo>
                <a:lnTo>
                  <a:pt x="155007" y="509764"/>
                </a:lnTo>
                <a:lnTo>
                  <a:pt x="155149" y="509625"/>
                </a:lnTo>
                <a:lnTo>
                  <a:pt x="155407" y="509108"/>
                </a:lnTo>
                <a:lnTo>
                  <a:pt x="155303" y="507761"/>
                </a:lnTo>
                <a:lnTo>
                  <a:pt x="155761" y="507206"/>
                </a:lnTo>
                <a:lnTo>
                  <a:pt x="157022" y="507290"/>
                </a:lnTo>
                <a:lnTo>
                  <a:pt x="157253" y="507485"/>
                </a:lnTo>
                <a:lnTo>
                  <a:pt x="158520" y="507089"/>
                </a:lnTo>
                <a:lnTo>
                  <a:pt x="159623" y="507856"/>
                </a:lnTo>
                <a:lnTo>
                  <a:pt x="160040" y="507676"/>
                </a:lnTo>
                <a:lnTo>
                  <a:pt x="160396" y="507808"/>
                </a:lnTo>
                <a:lnTo>
                  <a:pt x="161221" y="507263"/>
                </a:lnTo>
                <a:lnTo>
                  <a:pt x="161755" y="507545"/>
                </a:lnTo>
                <a:lnTo>
                  <a:pt x="162331" y="507082"/>
                </a:lnTo>
                <a:lnTo>
                  <a:pt x="162416" y="507326"/>
                </a:lnTo>
                <a:lnTo>
                  <a:pt x="162018" y="507549"/>
                </a:lnTo>
                <a:lnTo>
                  <a:pt x="162172" y="507707"/>
                </a:lnTo>
                <a:lnTo>
                  <a:pt x="162582" y="507365"/>
                </a:lnTo>
                <a:lnTo>
                  <a:pt x="162133" y="506687"/>
                </a:lnTo>
                <a:lnTo>
                  <a:pt x="162711" y="506576"/>
                </a:lnTo>
                <a:lnTo>
                  <a:pt x="164050" y="506665"/>
                </a:lnTo>
                <a:lnTo>
                  <a:pt x="164183" y="507739"/>
                </a:lnTo>
                <a:lnTo>
                  <a:pt x="164575" y="508198"/>
                </a:lnTo>
                <a:lnTo>
                  <a:pt x="165488" y="508243"/>
                </a:lnTo>
                <a:lnTo>
                  <a:pt x="166134" y="507971"/>
                </a:lnTo>
                <a:lnTo>
                  <a:pt x="166718" y="508787"/>
                </a:lnTo>
                <a:lnTo>
                  <a:pt x="166857" y="508548"/>
                </a:lnTo>
                <a:lnTo>
                  <a:pt x="167094" y="508586"/>
                </a:lnTo>
                <a:lnTo>
                  <a:pt x="166984" y="508995"/>
                </a:lnTo>
                <a:lnTo>
                  <a:pt x="167264" y="509160"/>
                </a:lnTo>
                <a:lnTo>
                  <a:pt x="167735" y="508974"/>
                </a:lnTo>
                <a:lnTo>
                  <a:pt x="167492" y="508717"/>
                </a:lnTo>
                <a:lnTo>
                  <a:pt x="167987" y="508597"/>
                </a:lnTo>
                <a:lnTo>
                  <a:pt x="168483" y="509960"/>
                </a:lnTo>
                <a:lnTo>
                  <a:pt x="168821" y="509835"/>
                </a:lnTo>
                <a:lnTo>
                  <a:pt x="169002" y="510086"/>
                </a:lnTo>
                <a:lnTo>
                  <a:pt x="169121" y="509796"/>
                </a:lnTo>
                <a:lnTo>
                  <a:pt x="169510" y="510883"/>
                </a:lnTo>
                <a:lnTo>
                  <a:pt x="170084" y="510791"/>
                </a:lnTo>
                <a:lnTo>
                  <a:pt x="170713" y="511793"/>
                </a:lnTo>
                <a:lnTo>
                  <a:pt x="170728" y="512181"/>
                </a:lnTo>
                <a:lnTo>
                  <a:pt x="171069" y="512103"/>
                </a:lnTo>
                <a:lnTo>
                  <a:pt x="171040" y="512637"/>
                </a:lnTo>
                <a:lnTo>
                  <a:pt x="171212" y="512356"/>
                </a:lnTo>
                <a:lnTo>
                  <a:pt x="171436" y="512464"/>
                </a:lnTo>
                <a:lnTo>
                  <a:pt x="171677" y="512903"/>
                </a:lnTo>
                <a:lnTo>
                  <a:pt x="171604" y="513385"/>
                </a:lnTo>
                <a:lnTo>
                  <a:pt x="171870" y="513216"/>
                </a:lnTo>
                <a:lnTo>
                  <a:pt x="171837" y="513651"/>
                </a:lnTo>
                <a:lnTo>
                  <a:pt x="172381" y="513702"/>
                </a:lnTo>
                <a:lnTo>
                  <a:pt x="172195" y="514007"/>
                </a:lnTo>
                <a:lnTo>
                  <a:pt x="172475" y="514078"/>
                </a:lnTo>
                <a:lnTo>
                  <a:pt x="172581" y="513865"/>
                </a:lnTo>
                <a:lnTo>
                  <a:pt x="172842" y="514260"/>
                </a:lnTo>
                <a:lnTo>
                  <a:pt x="173146" y="516091"/>
                </a:lnTo>
                <a:lnTo>
                  <a:pt x="173481" y="516065"/>
                </a:lnTo>
                <a:lnTo>
                  <a:pt x="173664" y="516316"/>
                </a:lnTo>
                <a:lnTo>
                  <a:pt x="173473" y="516506"/>
                </a:lnTo>
                <a:lnTo>
                  <a:pt x="173788" y="516523"/>
                </a:lnTo>
                <a:lnTo>
                  <a:pt x="173603" y="516847"/>
                </a:lnTo>
                <a:lnTo>
                  <a:pt x="173917" y="517818"/>
                </a:lnTo>
                <a:lnTo>
                  <a:pt x="173213" y="518770"/>
                </a:lnTo>
                <a:lnTo>
                  <a:pt x="173553" y="519552"/>
                </a:lnTo>
                <a:lnTo>
                  <a:pt x="173401" y="520261"/>
                </a:lnTo>
                <a:lnTo>
                  <a:pt x="174974" y="521620"/>
                </a:lnTo>
                <a:lnTo>
                  <a:pt x="175249" y="521536"/>
                </a:lnTo>
                <a:lnTo>
                  <a:pt x="175377" y="520873"/>
                </a:lnTo>
                <a:lnTo>
                  <a:pt x="175819" y="520778"/>
                </a:lnTo>
                <a:lnTo>
                  <a:pt x="175360" y="522597"/>
                </a:lnTo>
                <a:lnTo>
                  <a:pt x="175747" y="522923"/>
                </a:lnTo>
                <a:lnTo>
                  <a:pt x="175953" y="522424"/>
                </a:lnTo>
                <a:lnTo>
                  <a:pt x="176287" y="522329"/>
                </a:lnTo>
                <a:lnTo>
                  <a:pt x="176199" y="523582"/>
                </a:lnTo>
                <a:lnTo>
                  <a:pt x="175463" y="523930"/>
                </a:lnTo>
                <a:lnTo>
                  <a:pt x="175764" y="524524"/>
                </a:lnTo>
                <a:lnTo>
                  <a:pt x="175129" y="525511"/>
                </a:lnTo>
                <a:lnTo>
                  <a:pt x="175073" y="526010"/>
                </a:lnTo>
                <a:lnTo>
                  <a:pt x="175596" y="526476"/>
                </a:lnTo>
                <a:lnTo>
                  <a:pt x="177977" y="525836"/>
                </a:lnTo>
                <a:lnTo>
                  <a:pt x="178256" y="526956"/>
                </a:lnTo>
                <a:lnTo>
                  <a:pt x="179271" y="527451"/>
                </a:lnTo>
                <a:lnTo>
                  <a:pt x="178837" y="527653"/>
                </a:lnTo>
                <a:lnTo>
                  <a:pt x="178704" y="528214"/>
                </a:lnTo>
                <a:lnTo>
                  <a:pt x="178694" y="528800"/>
                </a:lnTo>
                <a:lnTo>
                  <a:pt x="179113" y="529333"/>
                </a:lnTo>
                <a:lnTo>
                  <a:pt x="180240" y="530155"/>
                </a:lnTo>
                <a:lnTo>
                  <a:pt x="180559" y="529913"/>
                </a:lnTo>
                <a:lnTo>
                  <a:pt x="180047" y="529100"/>
                </a:lnTo>
                <a:lnTo>
                  <a:pt x="180850" y="529024"/>
                </a:lnTo>
                <a:lnTo>
                  <a:pt x="181305" y="529221"/>
                </a:lnTo>
                <a:lnTo>
                  <a:pt x="181744" y="529963"/>
                </a:lnTo>
                <a:lnTo>
                  <a:pt x="181628" y="530545"/>
                </a:lnTo>
                <a:lnTo>
                  <a:pt x="181042" y="530495"/>
                </a:lnTo>
                <a:lnTo>
                  <a:pt x="181191" y="531767"/>
                </a:lnTo>
                <a:lnTo>
                  <a:pt x="182807" y="530697"/>
                </a:lnTo>
                <a:lnTo>
                  <a:pt x="183277" y="531434"/>
                </a:lnTo>
                <a:lnTo>
                  <a:pt x="183499" y="532656"/>
                </a:lnTo>
                <a:lnTo>
                  <a:pt x="184469" y="532510"/>
                </a:lnTo>
                <a:lnTo>
                  <a:pt x="184724" y="532669"/>
                </a:lnTo>
                <a:lnTo>
                  <a:pt x="184234" y="533611"/>
                </a:lnTo>
                <a:lnTo>
                  <a:pt x="184237" y="534329"/>
                </a:lnTo>
                <a:lnTo>
                  <a:pt x="184620" y="535053"/>
                </a:lnTo>
                <a:lnTo>
                  <a:pt x="183947" y="535109"/>
                </a:lnTo>
                <a:lnTo>
                  <a:pt x="183215" y="536021"/>
                </a:lnTo>
                <a:lnTo>
                  <a:pt x="184254" y="536734"/>
                </a:lnTo>
                <a:lnTo>
                  <a:pt x="183687" y="537534"/>
                </a:lnTo>
                <a:lnTo>
                  <a:pt x="183695" y="537840"/>
                </a:lnTo>
                <a:lnTo>
                  <a:pt x="184776" y="538023"/>
                </a:lnTo>
                <a:lnTo>
                  <a:pt x="185084" y="537876"/>
                </a:lnTo>
                <a:lnTo>
                  <a:pt x="185618" y="538096"/>
                </a:lnTo>
                <a:lnTo>
                  <a:pt x="185746" y="539576"/>
                </a:lnTo>
                <a:lnTo>
                  <a:pt x="186025" y="539806"/>
                </a:lnTo>
                <a:lnTo>
                  <a:pt x="186640" y="539607"/>
                </a:lnTo>
                <a:lnTo>
                  <a:pt x="186855" y="539749"/>
                </a:lnTo>
                <a:lnTo>
                  <a:pt x="188203" y="541798"/>
                </a:lnTo>
                <a:lnTo>
                  <a:pt x="188128" y="542127"/>
                </a:lnTo>
                <a:lnTo>
                  <a:pt x="187847" y="542186"/>
                </a:lnTo>
                <a:lnTo>
                  <a:pt x="188024" y="542617"/>
                </a:lnTo>
                <a:lnTo>
                  <a:pt x="188306" y="542438"/>
                </a:lnTo>
                <a:lnTo>
                  <a:pt x="188436" y="542819"/>
                </a:lnTo>
                <a:lnTo>
                  <a:pt x="188936" y="543027"/>
                </a:lnTo>
                <a:lnTo>
                  <a:pt x="188785" y="543091"/>
                </a:lnTo>
                <a:lnTo>
                  <a:pt x="188905" y="543426"/>
                </a:lnTo>
                <a:lnTo>
                  <a:pt x="189552" y="543276"/>
                </a:lnTo>
                <a:lnTo>
                  <a:pt x="189630" y="543778"/>
                </a:lnTo>
                <a:lnTo>
                  <a:pt x="190302" y="543981"/>
                </a:lnTo>
                <a:lnTo>
                  <a:pt x="190787" y="544435"/>
                </a:lnTo>
                <a:lnTo>
                  <a:pt x="190994" y="544252"/>
                </a:lnTo>
                <a:lnTo>
                  <a:pt x="191185" y="544446"/>
                </a:lnTo>
                <a:lnTo>
                  <a:pt x="191038" y="544883"/>
                </a:lnTo>
                <a:lnTo>
                  <a:pt x="191299" y="544728"/>
                </a:lnTo>
                <a:lnTo>
                  <a:pt x="191476" y="545115"/>
                </a:lnTo>
                <a:lnTo>
                  <a:pt x="191172" y="545538"/>
                </a:lnTo>
                <a:lnTo>
                  <a:pt x="191569" y="546097"/>
                </a:lnTo>
                <a:lnTo>
                  <a:pt x="191262" y="546317"/>
                </a:lnTo>
                <a:lnTo>
                  <a:pt x="191671" y="546941"/>
                </a:lnTo>
                <a:lnTo>
                  <a:pt x="191479" y="548349"/>
                </a:lnTo>
                <a:lnTo>
                  <a:pt x="191871" y="548752"/>
                </a:lnTo>
                <a:lnTo>
                  <a:pt x="192227" y="548743"/>
                </a:lnTo>
                <a:lnTo>
                  <a:pt x="193531" y="550345"/>
                </a:lnTo>
                <a:lnTo>
                  <a:pt x="194480" y="550339"/>
                </a:lnTo>
                <a:lnTo>
                  <a:pt x="195096" y="549817"/>
                </a:lnTo>
                <a:lnTo>
                  <a:pt x="196098" y="550250"/>
                </a:lnTo>
                <a:lnTo>
                  <a:pt x="197909" y="550253"/>
                </a:lnTo>
                <a:lnTo>
                  <a:pt x="198102" y="549539"/>
                </a:lnTo>
                <a:lnTo>
                  <a:pt x="198776" y="549004"/>
                </a:lnTo>
                <a:lnTo>
                  <a:pt x="200468" y="549025"/>
                </a:lnTo>
                <a:lnTo>
                  <a:pt x="201493" y="549410"/>
                </a:lnTo>
                <a:lnTo>
                  <a:pt x="202268" y="549253"/>
                </a:lnTo>
                <a:lnTo>
                  <a:pt x="202465" y="549797"/>
                </a:lnTo>
                <a:lnTo>
                  <a:pt x="203167" y="549446"/>
                </a:lnTo>
                <a:lnTo>
                  <a:pt x="203557" y="548777"/>
                </a:lnTo>
                <a:lnTo>
                  <a:pt x="204315" y="548610"/>
                </a:lnTo>
                <a:lnTo>
                  <a:pt x="205060" y="549035"/>
                </a:lnTo>
                <a:lnTo>
                  <a:pt x="205430" y="548935"/>
                </a:lnTo>
                <a:lnTo>
                  <a:pt x="206202" y="547994"/>
                </a:lnTo>
                <a:lnTo>
                  <a:pt x="205983" y="547651"/>
                </a:lnTo>
                <a:lnTo>
                  <a:pt x="206219" y="547001"/>
                </a:lnTo>
                <a:lnTo>
                  <a:pt x="205234" y="546317"/>
                </a:lnTo>
                <a:lnTo>
                  <a:pt x="205037" y="545929"/>
                </a:lnTo>
                <a:lnTo>
                  <a:pt x="205266" y="545823"/>
                </a:lnTo>
                <a:lnTo>
                  <a:pt x="205148" y="545475"/>
                </a:lnTo>
                <a:lnTo>
                  <a:pt x="205774" y="544422"/>
                </a:lnTo>
                <a:lnTo>
                  <a:pt x="205390" y="543315"/>
                </a:lnTo>
                <a:lnTo>
                  <a:pt x="205420" y="541975"/>
                </a:lnTo>
                <a:lnTo>
                  <a:pt x="206211" y="541144"/>
                </a:lnTo>
                <a:lnTo>
                  <a:pt x="207105" y="540952"/>
                </a:lnTo>
                <a:lnTo>
                  <a:pt x="208085" y="540413"/>
                </a:lnTo>
                <a:lnTo>
                  <a:pt x="208072" y="540105"/>
                </a:lnTo>
                <a:lnTo>
                  <a:pt x="208452" y="540096"/>
                </a:lnTo>
                <a:lnTo>
                  <a:pt x="208743" y="539225"/>
                </a:lnTo>
                <a:lnTo>
                  <a:pt x="210343" y="539001"/>
                </a:lnTo>
                <a:lnTo>
                  <a:pt x="212069" y="539349"/>
                </a:lnTo>
                <a:lnTo>
                  <a:pt x="212331" y="539775"/>
                </a:lnTo>
                <a:lnTo>
                  <a:pt x="214006" y="54104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3481428" y="3408595"/>
            <a:ext cx="827141" cy="556313"/>
          </a:xfrm>
          <a:custGeom>
            <a:avLst/>
            <a:gdLst/>
            <a:ahLst/>
            <a:cxnLst/>
            <a:rect l="l" t="t" r="r" b="b"/>
            <a:pathLst>
              <a:path w="827141" h="556313">
                <a:moveTo>
                  <a:pt x="717335" y="341999"/>
                </a:moveTo>
                <a:lnTo>
                  <a:pt x="717113" y="341565"/>
                </a:lnTo>
                <a:lnTo>
                  <a:pt x="716067" y="340779"/>
                </a:lnTo>
                <a:lnTo>
                  <a:pt x="717211" y="339699"/>
                </a:lnTo>
                <a:lnTo>
                  <a:pt x="719109" y="339553"/>
                </a:lnTo>
                <a:lnTo>
                  <a:pt x="719334" y="334665"/>
                </a:lnTo>
                <a:lnTo>
                  <a:pt x="715089" y="338311"/>
                </a:lnTo>
                <a:lnTo>
                  <a:pt x="715243" y="333204"/>
                </a:lnTo>
                <a:lnTo>
                  <a:pt x="714669" y="333119"/>
                </a:lnTo>
                <a:lnTo>
                  <a:pt x="714667" y="327246"/>
                </a:lnTo>
                <a:lnTo>
                  <a:pt x="705637" y="326845"/>
                </a:lnTo>
                <a:lnTo>
                  <a:pt x="698241" y="324084"/>
                </a:lnTo>
                <a:lnTo>
                  <a:pt x="695323" y="324243"/>
                </a:lnTo>
                <a:lnTo>
                  <a:pt x="693960" y="327048"/>
                </a:lnTo>
                <a:lnTo>
                  <a:pt x="687279" y="320627"/>
                </a:lnTo>
                <a:lnTo>
                  <a:pt x="688323" y="319623"/>
                </a:lnTo>
                <a:lnTo>
                  <a:pt x="685626" y="314653"/>
                </a:lnTo>
                <a:lnTo>
                  <a:pt x="681706" y="314212"/>
                </a:lnTo>
                <a:lnTo>
                  <a:pt x="681709" y="315240"/>
                </a:lnTo>
                <a:lnTo>
                  <a:pt x="680596" y="317174"/>
                </a:lnTo>
                <a:lnTo>
                  <a:pt x="682338" y="320891"/>
                </a:lnTo>
                <a:lnTo>
                  <a:pt x="675784" y="322166"/>
                </a:lnTo>
                <a:lnTo>
                  <a:pt x="675470" y="321862"/>
                </a:lnTo>
                <a:lnTo>
                  <a:pt x="674944" y="322173"/>
                </a:lnTo>
                <a:lnTo>
                  <a:pt x="673921" y="322004"/>
                </a:lnTo>
                <a:lnTo>
                  <a:pt x="673627" y="322122"/>
                </a:lnTo>
                <a:lnTo>
                  <a:pt x="673805" y="322572"/>
                </a:lnTo>
                <a:lnTo>
                  <a:pt x="672959" y="322687"/>
                </a:lnTo>
                <a:lnTo>
                  <a:pt x="672919" y="322467"/>
                </a:lnTo>
                <a:lnTo>
                  <a:pt x="672848" y="322790"/>
                </a:lnTo>
                <a:lnTo>
                  <a:pt x="672552" y="322694"/>
                </a:lnTo>
                <a:lnTo>
                  <a:pt x="672545" y="323190"/>
                </a:lnTo>
                <a:lnTo>
                  <a:pt x="671981" y="323687"/>
                </a:lnTo>
                <a:lnTo>
                  <a:pt x="671800" y="323394"/>
                </a:lnTo>
                <a:lnTo>
                  <a:pt x="671284" y="323780"/>
                </a:lnTo>
                <a:lnTo>
                  <a:pt x="671132" y="323404"/>
                </a:lnTo>
                <a:lnTo>
                  <a:pt x="670914" y="323709"/>
                </a:lnTo>
                <a:lnTo>
                  <a:pt x="670737" y="323573"/>
                </a:lnTo>
                <a:lnTo>
                  <a:pt x="670331" y="323863"/>
                </a:lnTo>
                <a:lnTo>
                  <a:pt x="670167" y="323529"/>
                </a:lnTo>
                <a:lnTo>
                  <a:pt x="669721" y="323410"/>
                </a:lnTo>
                <a:lnTo>
                  <a:pt x="669738" y="323602"/>
                </a:lnTo>
                <a:lnTo>
                  <a:pt x="669181" y="323663"/>
                </a:lnTo>
                <a:lnTo>
                  <a:pt x="668819" y="324011"/>
                </a:lnTo>
                <a:lnTo>
                  <a:pt x="668552" y="323901"/>
                </a:lnTo>
                <a:lnTo>
                  <a:pt x="668467" y="324220"/>
                </a:lnTo>
                <a:lnTo>
                  <a:pt x="668269" y="323944"/>
                </a:lnTo>
                <a:lnTo>
                  <a:pt x="667457" y="324260"/>
                </a:lnTo>
                <a:lnTo>
                  <a:pt x="666541" y="321366"/>
                </a:lnTo>
                <a:lnTo>
                  <a:pt x="666374" y="317634"/>
                </a:lnTo>
                <a:lnTo>
                  <a:pt x="666565" y="317552"/>
                </a:lnTo>
                <a:lnTo>
                  <a:pt x="665772" y="313691"/>
                </a:lnTo>
                <a:lnTo>
                  <a:pt x="659150" y="314099"/>
                </a:lnTo>
                <a:lnTo>
                  <a:pt x="659185" y="312251"/>
                </a:lnTo>
                <a:lnTo>
                  <a:pt x="658083" y="309983"/>
                </a:lnTo>
                <a:lnTo>
                  <a:pt x="656997" y="310313"/>
                </a:lnTo>
                <a:lnTo>
                  <a:pt x="655895" y="306101"/>
                </a:lnTo>
                <a:lnTo>
                  <a:pt x="655550" y="305914"/>
                </a:lnTo>
                <a:lnTo>
                  <a:pt x="658777" y="305458"/>
                </a:lnTo>
                <a:lnTo>
                  <a:pt x="660157" y="306271"/>
                </a:lnTo>
                <a:lnTo>
                  <a:pt x="659395" y="305369"/>
                </a:lnTo>
                <a:lnTo>
                  <a:pt x="663703" y="304587"/>
                </a:lnTo>
                <a:lnTo>
                  <a:pt x="666481" y="303158"/>
                </a:lnTo>
                <a:lnTo>
                  <a:pt x="665593" y="294492"/>
                </a:lnTo>
                <a:lnTo>
                  <a:pt x="665780" y="293242"/>
                </a:lnTo>
                <a:lnTo>
                  <a:pt x="660705" y="282477"/>
                </a:lnTo>
                <a:lnTo>
                  <a:pt x="667649" y="276281"/>
                </a:lnTo>
                <a:lnTo>
                  <a:pt x="673539" y="272566"/>
                </a:lnTo>
                <a:lnTo>
                  <a:pt x="677126" y="271086"/>
                </a:lnTo>
                <a:lnTo>
                  <a:pt x="681678" y="267558"/>
                </a:lnTo>
                <a:lnTo>
                  <a:pt x="678770" y="258368"/>
                </a:lnTo>
                <a:lnTo>
                  <a:pt x="676640" y="245350"/>
                </a:lnTo>
                <a:lnTo>
                  <a:pt x="686294" y="247209"/>
                </a:lnTo>
                <a:lnTo>
                  <a:pt x="686958" y="240961"/>
                </a:lnTo>
                <a:lnTo>
                  <a:pt x="695324" y="241477"/>
                </a:lnTo>
                <a:lnTo>
                  <a:pt x="695868" y="236933"/>
                </a:lnTo>
                <a:lnTo>
                  <a:pt x="696282" y="236980"/>
                </a:lnTo>
                <a:lnTo>
                  <a:pt x="697330" y="231033"/>
                </a:lnTo>
                <a:lnTo>
                  <a:pt x="697998" y="226978"/>
                </a:lnTo>
                <a:lnTo>
                  <a:pt x="697840" y="226259"/>
                </a:lnTo>
                <a:lnTo>
                  <a:pt x="698087" y="226276"/>
                </a:lnTo>
                <a:lnTo>
                  <a:pt x="698582" y="224952"/>
                </a:lnTo>
                <a:lnTo>
                  <a:pt x="700164" y="225314"/>
                </a:lnTo>
                <a:lnTo>
                  <a:pt x="701356" y="219811"/>
                </a:lnTo>
                <a:lnTo>
                  <a:pt x="701120" y="209878"/>
                </a:lnTo>
                <a:lnTo>
                  <a:pt x="702535" y="210127"/>
                </a:lnTo>
                <a:lnTo>
                  <a:pt x="701761" y="204767"/>
                </a:lnTo>
                <a:lnTo>
                  <a:pt x="703646" y="204787"/>
                </a:lnTo>
                <a:lnTo>
                  <a:pt x="702563" y="201460"/>
                </a:lnTo>
                <a:lnTo>
                  <a:pt x="705839" y="200892"/>
                </a:lnTo>
                <a:lnTo>
                  <a:pt x="707772" y="200312"/>
                </a:lnTo>
                <a:lnTo>
                  <a:pt x="708149" y="200601"/>
                </a:lnTo>
                <a:lnTo>
                  <a:pt x="710055" y="200494"/>
                </a:lnTo>
                <a:lnTo>
                  <a:pt x="712866" y="198902"/>
                </a:lnTo>
                <a:lnTo>
                  <a:pt x="713044" y="199260"/>
                </a:lnTo>
                <a:lnTo>
                  <a:pt x="714336" y="199365"/>
                </a:lnTo>
                <a:lnTo>
                  <a:pt x="715056" y="199195"/>
                </a:lnTo>
                <a:lnTo>
                  <a:pt x="714873" y="198346"/>
                </a:lnTo>
                <a:lnTo>
                  <a:pt x="716904" y="197868"/>
                </a:lnTo>
                <a:lnTo>
                  <a:pt x="719075" y="196827"/>
                </a:lnTo>
                <a:lnTo>
                  <a:pt x="722597" y="194283"/>
                </a:lnTo>
                <a:lnTo>
                  <a:pt x="722774" y="193184"/>
                </a:lnTo>
                <a:lnTo>
                  <a:pt x="723703" y="192489"/>
                </a:lnTo>
                <a:lnTo>
                  <a:pt x="729285" y="190666"/>
                </a:lnTo>
                <a:lnTo>
                  <a:pt x="729646" y="193609"/>
                </a:lnTo>
                <a:lnTo>
                  <a:pt x="728955" y="193156"/>
                </a:lnTo>
                <a:lnTo>
                  <a:pt x="728853" y="193370"/>
                </a:lnTo>
                <a:lnTo>
                  <a:pt x="729458" y="194519"/>
                </a:lnTo>
                <a:lnTo>
                  <a:pt x="729880" y="196975"/>
                </a:lnTo>
                <a:lnTo>
                  <a:pt x="729606" y="197861"/>
                </a:lnTo>
                <a:lnTo>
                  <a:pt x="730078" y="198222"/>
                </a:lnTo>
                <a:lnTo>
                  <a:pt x="729961" y="198349"/>
                </a:lnTo>
                <a:lnTo>
                  <a:pt x="730675" y="198657"/>
                </a:lnTo>
                <a:lnTo>
                  <a:pt x="732049" y="197834"/>
                </a:lnTo>
                <a:lnTo>
                  <a:pt x="734942" y="203619"/>
                </a:lnTo>
                <a:lnTo>
                  <a:pt x="737828" y="202559"/>
                </a:lnTo>
                <a:lnTo>
                  <a:pt x="741630" y="200563"/>
                </a:lnTo>
                <a:lnTo>
                  <a:pt x="742429" y="200602"/>
                </a:lnTo>
                <a:lnTo>
                  <a:pt x="743455" y="199817"/>
                </a:lnTo>
                <a:lnTo>
                  <a:pt x="743519" y="206961"/>
                </a:lnTo>
                <a:lnTo>
                  <a:pt x="750367" y="203953"/>
                </a:lnTo>
                <a:lnTo>
                  <a:pt x="756314" y="201796"/>
                </a:lnTo>
                <a:lnTo>
                  <a:pt x="758183" y="200037"/>
                </a:lnTo>
                <a:lnTo>
                  <a:pt x="759334" y="199671"/>
                </a:lnTo>
                <a:lnTo>
                  <a:pt x="758851" y="198511"/>
                </a:lnTo>
                <a:lnTo>
                  <a:pt x="760475" y="195265"/>
                </a:lnTo>
                <a:lnTo>
                  <a:pt x="765245" y="196068"/>
                </a:lnTo>
                <a:lnTo>
                  <a:pt x="764979" y="197177"/>
                </a:lnTo>
                <a:lnTo>
                  <a:pt x="764253" y="198043"/>
                </a:lnTo>
                <a:lnTo>
                  <a:pt x="764107" y="198583"/>
                </a:lnTo>
                <a:lnTo>
                  <a:pt x="763945" y="199696"/>
                </a:lnTo>
                <a:lnTo>
                  <a:pt x="764097" y="200675"/>
                </a:lnTo>
                <a:lnTo>
                  <a:pt x="763738" y="202292"/>
                </a:lnTo>
                <a:lnTo>
                  <a:pt x="766016" y="202019"/>
                </a:lnTo>
                <a:lnTo>
                  <a:pt x="766447" y="198988"/>
                </a:lnTo>
                <a:lnTo>
                  <a:pt x="772135" y="198511"/>
                </a:lnTo>
                <a:lnTo>
                  <a:pt x="770204" y="196412"/>
                </a:lnTo>
                <a:lnTo>
                  <a:pt x="772305" y="195762"/>
                </a:lnTo>
                <a:lnTo>
                  <a:pt x="775237" y="195260"/>
                </a:lnTo>
                <a:lnTo>
                  <a:pt x="774881" y="192761"/>
                </a:lnTo>
                <a:lnTo>
                  <a:pt x="775826" y="192564"/>
                </a:lnTo>
                <a:lnTo>
                  <a:pt x="775657" y="191390"/>
                </a:lnTo>
                <a:lnTo>
                  <a:pt x="775817" y="190627"/>
                </a:lnTo>
                <a:lnTo>
                  <a:pt x="775297" y="190444"/>
                </a:lnTo>
                <a:lnTo>
                  <a:pt x="774564" y="190564"/>
                </a:lnTo>
                <a:lnTo>
                  <a:pt x="773935" y="186169"/>
                </a:lnTo>
                <a:lnTo>
                  <a:pt x="774424" y="186155"/>
                </a:lnTo>
                <a:lnTo>
                  <a:pt x="774891" y="185690"/>
                </a:lnTo>
                <a:lnTo>
                  <a:pt x="776162" y="185900"/>
                </a:lnTo>
                <a:lnTo>
                  <a:pt x="777414" y="185803"/>
                </a:lnTo>
                <a:lnTo>
                  <a:pt x="778360" y="184970"/>
                </a:lnTo>
                <a:lnTo>
                  <a:pt x="774082" y="175786"/>
                </a:lnTo>
                <a:lnTo>
                  <a:pt x="775443" y="175583"/>
                </a:lnTo>
                <a:lnTo>
                  <a:pt x="775010" y="172231"/>
                </a:lnTo>
                <a:lnTo>
                  <a:pt x="774733" y="171958"/>
                </a:lnTo>
                <a:lnTo>
                  <a:pt x="774882" y="169100"/>
                </a:lnTo>
                <a:lnTo>
                  <a:pt x="775632" y="168181"/>
                </a:lnTo>
                <a:lnTo>
                  <a:pt x="775627" y="167537"/>
                </a:lnTo>
                <a:lnTo>
                  <a:pt x="776796" y="167856"/>
                </a:lnTo>
                <a:lnTo>
                  <a:pt x="776803" y="166154"/>
                </a:lnTo>
                <a:lnTo>
                  <a:pt x="779099" y="165897"/>
                </a:lnTo>
                <a:lnTo>
                  <a:pt x="778046" y="160249"/>
                </a:lnTo>
                <a:lnTo>
                  <a:pt x="775955" y="159333"/>
                </a:lnTo>
                <a:lnTo>
                  <a:pt x="779670" y="151422"/>
                </a:lnTo>
                <a:lnTo>
                  <a:pt x="786762" y="154156"/>
                </a:lnTo>
                <a:lnTo>
                  <a:pt x="789504" y="154435"/>
                </a:lnTo>
                <a:lnTo>
                  <a:pt x="790043" y="150628"/>
                </a:lnTo>
                <a:lnTo>
                  <a:pt x="785990" y="149680"/>
                </a:lnTo>
                <a:lnTo>
                  <a:pt x="781391" y="147497"/>
                </a:lnTo>
                <a:lnTo>
                  <a:pt x="783754" y="142109"/>
                </a:lnTo>
                <a:lnTo>
                  <a:pt x="784416" y="141545"/>
                </a:lnTo>
                <a:lnTo>
                  <a:pt x="787967" y="140068"/>
                </a:lnTo>
                <a:lnTo>
                  <a:pt x="781733" y="132458"/>
                </a:lnTo>
                <a:lnTo>
                  <a:pt x="778462" y="134705"/>
                </a:lnTo>
                <a:lnTo>
                  <a:pt x="777161" y="132766"/>
                </a:lnTo>
                <a:lnTo>
                  <a:pt x="776838" y="132602"/>
                </a:lnTo>
                <a:lnTo>
                  <a:pt x="775105" y="129386"/>
                </a:lnTo>
                <a:lnTo>
                  <a:pt x="778982" y="122465"/>
                </a:lnTo>
                <a:lnTo>
                  <a:pt x="783327" y="122032"/>
                </a:lnTo>
                <a:lnTo>
                  <a:pt x="789587" y="129038"/>
                </a:lnTo>
                <a:lnTo>
                  <a:pt x="791172" y="128816"/>
                </a:lnTo>
                <a:lnTo>
                  <a:pt x="795311" y="126501"/>
                </a:lnTo>
                <a:lnTo>
                  <a:pt x="798996" y="123747"/>
                </a:lnTo>
                <a:lnTo>
                  <a:pt x="799332" y="125672"/>
                </a:lnTo>
                <a:lnTo>
                  <a:pt x="809021" y="123887"/>
                </a:lnTo>
                <a:lnTo>
                  <a:pt x="809222" y="117893"/>
                </a:lnTo>
                <a:lnTo>
                  <a:pt x="812857" y="117226"/>
                </a:lnTo>
                <a:lnTo>
                  <a:pt x="816620" y="122256"/>
                </a:lnTo>
                <a:lnTo>
                  <a:pt x="824608" y="120662"/>
                </a:lnTo>
                <a:lnTo>
                  <a:pt x="824742" y="119931"/>
                </a:lnTo>
                <a:lnTo>
                  <a:pt x="825632" y="119995"/>
                </a:lnTo>
                <a:lnTo>
                  <a:pt x="825635" y="120456"/>
                </a:lnTo>
                <a:lnTo>
                  <a:pt x="826875" y="120206"/>
                </a:lnTo>
                <a:lnTo>
                  <a:pt x="827042" y="115548"/>
                </a:lnTo>
                <a:lnTo>
                  <a:pt x="827141" y="112791"/>
                </a:lnTo>
                <a:lnTo>
                  <a:pt x="821819" y="103834"/>
                </a:lnTo>
                <a:lnTo>
                  <a:pt x="819968" y="99618"/>
                </a:lnTo>
                <a:lnTo>
                  <a:pt x="814918" y="97073"/>
                </a:lnTo>
                <a:lnTo>
                  <a:pt x="808766" y="98701"/>
                </a:lnTo>
                <a:lnTo>
                  <a:pt x="803850" y="97932"/>
                </a:lnTo>
                <a:lnTo>
                  <a:pt x="803164" y="88262"/>
                </a:lnTo>
                <a:lnTo>
                  <a:pt x="798088" y="88548"/>
                </a:lnTo>
                <a:lnTo>
                  <a:pt x="796790" y="80766"/>
                </a:lnTo>
                <a:lnTo>
                  <a:pt x="801788" y="80553"/>
                </a:lnTo>
                <a:lnTo>
                  <a:pt x="804537" y="79870"/>
                </a:lnTo>
                <a:lnTo>
                  <a:pt x="807109" y="78909"/>
                </a:lnTo>
                <a:lnTo>
                  <a:pt x="810066" y="83322"/>
                </a:lnTo>
                <a:lnTo>
                  <a:pt x="809851" y="84345"/>
                </a:lnTo>
                <a:lnTo>
                  <a:pt x="813388" y="85680"/>
                </a:lnTo>
                <a:lnTo>
                  <a:pt x="815830" y="85850"/>
                </a:lnTo>
                <a:lnTo>
                  <a:pt x="816168" y="85014"/>
                </a:lnTo>
                <a:lnTo>
                  <a:pt x="816213" y="83419"/>
                </a:lnTo>
                <a:lnTo>
                  <a:pt x="822777" y="73573"/>
                </a:lnTo>
                <a:lnTo>
                  <a:pt x="808143" y="68290"/>
                </a:lnTo>
                <a:lnTo>
                  <a:pt x="803311" y="65591"/>
                </a:lnTo>
                <a:lnTo>
                  <a:pt x="802681" y="61497"/>
                </a:lnTo>
                <a:lnTo>
                  <a:pt x="796834" y="61315"/>
                </a:lnTo>
                <a:lnTo>
                  <a:pt x="790630" y="61818"/>
                </a:lnTo>
                <a:lnTo>
                  <a:pt x="790495" y="62058"/>
                </a:lnTo>
                <a:lnTo>
                  <a:pt x="787739" y="60154"/>
                </a:lnTo>
                <a:lnTo>
                  <a:pt x="784788" y="59974"/>
                </a:lnTo>
                <a:lnTo>
                  <a:pt x="782806" y="57394"/>
                </a:lnTo>
                <a:lnTo>
                  <a:pt x="781541" y="58620"/>
                </a:lnTo>
                <a:lnTo>
                  <a:pt x="778557" y="59246"/>
                </a:lnTo>
                <a:lnTo>
                  <a:pt x="777167" y="64199"/>
                </a:lnTo>
                <a:lnTo>
                  <a:pt x="772299" y="62421"/>
                </a:lnTo>
                <a:lnTo>
                  <a:pt x="768471" y="61855"/>
                </a:lnTo>
                <a:lnTo>
                  <a:pt x="760693" y="59246"/>
                </a:lnTo>
                <a:lnTo>
                  <a:pt x="759017" y="59366"/>
                </a:lnTo>
                <a:lnTo>
                  <a:pt x="754258" y="57929"/>
                </a:lnTo>
                <a:lnTo>
                  <a:pt x="749887" y="58186"/>
                </a:lnTo>
                <a:lnTo>
                  <a:pt x="746851" y="60387"/>
                </a:lnTo>
                <a:lnTo>
                  <a:pt x="739252" y="61972"/>
                </a:lnTo>
                <a:lnTo>
                  <a:pt x="738905" y="60593"/>
                </a:lnTo>
                <a:lnTo>
                  <a:pt x="730747" y="58410"/>
                </a:lnTo>
                <a:lnTo>
                  <a:pt x="726142" y="60076"/>
                </a:lnTo>
                <a:lnTo>
                  <a:pt x="725444" y="67228"/>
                </a:lnTo>
                <a:lnTo>
                  <a:pt x="721478" y="71942"/>
                </a:lnTo>
                <a:lnTo>
                  <a:pt x="720225" y="74784"/>
                </a:lnTo>
                <a:lnTo>
                  <a:pt x="721037" y="75195"/>
                </a:lnTo>
                <a:lnTo>
                  <a:pt x="721010" y="75678"/>
                </a:lnTo>
                <a:lnTo>
                  <a:pt x="717775" y="77705"/>
                </a:lnTo>
                <a:lnTo>
                  <a:pt x="717645" y="78039"/>
                </a:lnTo>
                <a:lnTo>
                  <a:pt x="716122" y="77420"/>
                </a:lnTo>
                <a:lnTo>
                  <a:pt x="716413" y="75635"/>
                </a:lnTo>
                <a:lnTo>
                  <a:pt x="714564" y="75012"/>
                </a:lnTo>
                <a:lnTo>
                  <a:pt x="714588" y="74417"/>
                </a:lnTo>
                <a:lnTo>
                  <a:pt x="711203" y="73876"/>
                </a:lnTo>
                <a:lnTo>
                  <a:pt x="709553" y="74671"/>
                </a:lnTo>
                <a:lnTo>
                  <a:pt x="708847" y="72826"/>
                </a:lnTo>
                <a:lnTo>
                  <a:pt x="701405" y="75037"/>
                </a:lnTo>
                <a:lnTo>
                  <a:pt x="700475" y="72898"/>
                </a:lnTo>
                <a:lnTo>
                  <a:pt x="694269" y="74520"/>
                </a:lnTo>
                <a:lnTo>
                  <a:pt x="687570" y="75602"/>
                </a:lnTo>
                <a:lnTo>
                  <a:pt x="684336" y="68162"/>
                </a:lnTo>
                <a:lnTo>
                  <a:pt x="678259" y="67143"/>
                </a:lnTo>
                <a:lnTo>
                  <a:pt x="671055" y="71897"/>
                </a:lnTo>
                <a:lnTo>
                  <a:pt x="672367" y="66896"/>
                </a:lnTo>
                <a:lnTo>
                  <a:pt x="668248" y="66322"/>
                </a:lnTo>
                <a:lnTo>
                  <a:pt x="669219" y="60307"/>
                </a:lnTo>
                <a:lnTo>
                  <a:pt x="671830" y="55273"/>
                </a:lnTo>
                <a:lnTo>
                  <a:pt x="665638" y="52639"/>
                </a:lnTo>
                <a:lnTo>
                  <a:pt x="661219" y="57427"/>
                </a:lnTo>
                <a:lnTo>
                  <a:pt x="659849" y="52116"/>
                </a:lnTo>
                <a:lnTo>
                  <a:pt x="653765" y="44552"/>
                </a:lnTo>
                <a:lnTo>
                  <a:pt x="645028" y="42242"/>
                </a:lnTo>
                <a:lnTo>
                  <a:pt x="643456" y="15129"/>
                </a:lnTo>
                <a:lnTo>
                  <a:pt x="636047" y="15285"/>
                </a:lnTo>
                <a:lnTo>
                  <a:pt x="636557" y="24159"/>
                </a:lnTo>
                <a:lnTo>
                  <a:pt x="630969" y="24111"/>
                </a:lnTo>
                <a:lnTo>
                  <a:pt x="631049" y="24933"/>
                </a:lnTo>
                <a:lnTo>
                  <a:pt x="606829" y="33455"/>
                </a:lnTo>
                <a:lnTo>
                  <a:pt x="602532" y="40644"/>
                </a:lnTo>
                <a:lnTo>
                  <a:pt x="595847" y="36323"/>
                </a:lnTo>
                <a:lnTo>
                  <a:pt x="594965" y="37964"/>
                </a:lnTo>
                <a:lnTo>
                  <a:pt x="589347" y="33388"/>
                </a:lnTo>
                <a:lnTo>
                  <a:pt x="583812" y="28498"/>
                </a:lnTo>
                <a:lnTo>
                  <a:pt x="580708" y="29387"/>
                </a:lnTo>
                <a:lnTo>
                  <a:pt x="575629" y="29949"/>
                </a:lnTo>
                <a:lnTo>
                  <a:pt x="570092" y="28865"/>
                </a:lnTo>
                <a:lnTo>
                  <a:pt x="559791" y="27963"/>
                </a:lnTo>
                <a:lnTo>
                  <a:pt x="560267" y="26462"/>
                </a:lnTo>
                <a:lnTo>
                  <a:pt x="560320" y="25693"/>
                </a:lnTo>
                <a:lnTo>
                  <a:pt x="560025" y="24916"/>
                </a:lnTo>
                <a:lnTo>
                  <a:pt x="559218" y="24625"/>
                </a:lnTo>
                <a:lnTo>
                  <a:pt x="558381" y="25142"/>
                </a:lnTo>
                <a:lnTo>
                  <a:pt x="557845" y="24922"/>
                </a:lnTo>
                <a:lnTo>
                  <a:pt x="556511" y="23625"/>
                </a:lnTo>
                <a:lnTo>
                  <a:pt x="555168" y="21723"/>
                </a:lnTo>
                <a:lnTo>
                  <a:pt x="555719" y="20803"/>
                </a:lnTo>
                <a:lnTo>
                  <a:pt x="555334" y="19589"/>
                </a:lnTo>
                <a:lnTo>
                  <a:pt x="555534" y="18935"/>
                </a:lnTo>
                <a:lnTo>
                  <a:pt x="554144" y="14918"/>
                </a:lnTo>
                <a:lnTo>
                  <a:pt x="554817" y="13578"/>
                </a:lnTo>
                <a:lnTo>
                  <a:pt x="554405" y="12831"/>
                </a:lnTo>
                <a:lnTo>
                  <a:pt x="555562" y="9748"/>
                </a:lnTo>
                <a:lnTo>
                  <a:pt x="555413" y="9397"/>
                </a:lnTo>
                <a:lnTo>
                  <a:pt x="554709" y="8920"/>
                </a:lnTo>
                <a:lnTo>
                  <a:pt x="554958" y="7323"/>
                </a:lnTo>
                <a:lnTo>
                  <a:pt x="554841" y="5566"/>
                </a:lnTo>
                <a:lnTo>
                  <a:pt x="555614" y="4690"/>
                </a:lnTo>
                <a:lnTo>
                  <a:pt x="555724" y="3558"/>
                </a:lnTo>
                <a:lnTo>
                  <a:pt x="552917" y="2243"/>
                </a:lnTo>
                <a:lnTo>
                  <a:pt x="553000" y="1570"/>
                </a:lnTo>
                <a:lnTo>
                  <a:pt x="550750" y="0"/>
                </a:lnTo>
                <a:lnTo>
                  <a:pt x="520308" y="7641"/>
                </a:lnTo>
                <a:lnTo>
                  <a:pt x="493842" y="13126"/>
                </a:lnTo>
                <a:lnTo>
                  <a:pt x="487468" y="17074"/>
                </a:lnTo>
                <a:lnTo>
                  <a:pt x="480526" y="16338"/>
                </a:lnTo>
                <a:lnTo>
                  <a:pt x="479673" y="17643"/>
                </a:lnTo>
                <a:lnTo>
                  <a:pt x="471875" y="18088"/>
                </a:lnTo>
                <a:lnTo>
                  <a:pt x="470407" y="17719"/>
                </a:lnTo>
                <a:lnTo>
                  <a:pt x="470816" y="18904"/>
                </a:lnTo>
                <a:lnTo>
                  <a:pt x="470833" y="20858"/>
                </a:lnTo>
                <a:lnTo>
                  <a:pt x="470635" y="21218"/>
                </a:lnTo>
                <a:lnTo>
                  <a:pt x="469746" y="21771"/>
                </a:lnTo>
                <a:lnTo>
                  <a:pt x="469467" y="23385"/>
                </a:lnTo>
                <a:lnTo>
                  <a:pt x="472201" y="26281"/>
                </a:lnTo>
                <a:lnTo>
                  <a:pt x="472475" y="26345"/>
                </a:lnTo>
                <a:lnTo>
                  <a:pt x="471756" y="28436"/>
                </a:lnTo>
                <a:lnTo>
                  <a:pt x="471864" y="29190"/>
                </a:lnTo>
                <a:lnTo>
                  <a:pt x="472302" y="29312"/>
                </a:lnTo>
                <a:lnTo>
                  <a:pt x="472778" y="28787"/>
                </a:lnTo>
                <a:lnTo>
                  <a:pt x="473053" y="28766"/>
                </a:lnTo>
                <a:lnTo>
                  <a:pt x="473355" y="29334"/>
                </a:lnTo>
                <a:lnTo>
                  <a:pt x="473911" y="29686"/>
                </a:lnTo>
                <a:lnTo>
                  <a:pt x="474132" y="31276"/>
                </a:lnTo>
                <a:lnTo>
                  <a:pt x="473970" y="32468"/>
                </a:lnTo>
                <a:lnTo>
                  <a:pt x="474378" y="33371"/>
                </a:lnTo>
                <a:lnTo>
                  <a:pt x="474286" y="34023"/>
                </a:lnTo>
                <a:lnTo>
                  <a:pt x="475037" y="34506"/>
                </a:lnTo>
                <a:lnTo>
                  <a:pt x="475221" y="37225"/>
                </a:lnTo>
                <a:lnTo>
                  <a:pt x="475584" y="38050"/>
                </a:lnTo>
                <a:lnTo>
                  <a:pt x="476062" y="38292"/>
                </a:lnTo>
                <a:lnTo>
                  <a:pt x="475471" y="39124"/>
                </a:lnTo>
                <a:lnTo>
                  <a:pt x="474771" y="38944"/>
                </a:lnTo>
                <a:lnTo>
                  <a:pt x="474260" y="39205"/>
                </a:lnTo>
                <a:lnTo>
                  <a:pt x="474211" y="40712"/>
                </a:lnTo>
                <a:lnTo>
                  <a:pt x="474798" y="41224"/>
                </a:lnTo>
                <a:lnTo>
                  <a:pt x="474824" y="41506"/>
                </a:lnTo>
                <a:lnTo>
                  <a:pt x="473849" y="41646"/>
                </a:lnTo>
                <a:lnTo>
                  <a:pt x="473634" y="41923"/>
                </a:lnTo>
                <a:lnTo>
                  <a:pt x="474971" y="43386"/>
                </a:lnTo>
                <a:lnTo>
                  <a:pt x="474426" y="43886"/>
                </a:lnTo>
                <a:lnTo>
                  <a:pt x="473591" y="44117"/>
                </a:lnTo>
                <a:lnTo>
                  <a:pt x="473322" y="44502"/>
                </a:lnTo>
                <a:lnTo>
                  <a:pt x="471861" y="44952"/>
                </a:lnTo>
                <a:lnTo>
                  <a:pt x="472008" y="45243"/>
                </a:lnTo>
                <a:lnTo>
                  <a:pt x="468821" y="53919"/>
                </a:lnTo>
                <a:lnTo>
                  <a:pt x="451864" y="98158"/>
                </a:lnTo>
                <a:lnTo>
                  <a:pt x="447512" y="103586"/>
                </a:lnTo>
                <a:lnTo>
                  <a:pt x="445643" y="117230"/>
                </a:lnTo>
                <a:lnTo>
                  <a:pt x="441286" y="132995"/>
                </a:lnTo>
                <a:lnTo>
                  <a:pt x="429459" y="159280"/>
                </a:lnTo>
                <a:lnTo>
                  <a:pt x="428960" y="159269"/>
                </a:lnTo>
                <a:lnTo>
                  <a:pt x="427377" y="160642"/>
                </a:lnTo>
                <a:lnTo>
                  <a:pt x="426045" y="161008"/>
                </a:lnTo>
                <a:lnTo>
                  <a:pt x="422630" y="163515"/>
                </a:lnTo>
                <a:lnTo>
                  <a:pt x="422136" y="164218"/>
                </a:lnTo>
                <a:lnTo>
                  <a:pt x="421617" y="164363"/>
                </a:lnTo>
                <a:lnTo>
                  <a:pt x="419476" y="166549"/>
                </a:lnTo>
                <a:lnTo>
                  <a:pt x="418610" y="166744"/>
                </a:lnTo>
                <a:lnTo>
                  <a:pt x="417581" y="167480"/>
                </a:lnTo>
                <a:lnTo>
                  <a:pt x="417355" y="167289"/>
                </a:lnTo>
                <a:lnTo>
                  <a:pt x="416618" y="167451"/>
                </a:lnTo>
                <a:lnTo>
                  <a:pt x="415906" y="167160"/>
                </a:lnTo>
                <a:lnTo>
                  <a:pt x="415429" y="167992"/>
                </a:lnTo>
                <a:lnTo>
                  <a:pt x="414652" y="168311"/>
                </a:lnTo>
                <a:lnTo>
                  <a:pt x="413114" y="168264"/>
                </a:lnTo>
                <a:lnTo>
                  <a:pt x="412503" y="169123"/>
                </a:lnTo>
                <a:lnTo>
                  <a:pt x="411517" y="169742"/>
                </a:lnTo>
                <a:lnTo>
                  <a:pt x="410963" y="170551"/>
                </a:lnTo>
                <a:lnTo>
                  <a:pt x="410487" y="170545"/>
                </a:lnTo>
                <a:lnTo>
                  <a:pt x="409665" y="171107"/>
                </a:lnTo>
                <a:lnTo>
                  <a:pt x="406396" y="173909"/>
                </a:lnTo>
                <a:lnTo>
                  <a:pt x="403989" y="175027"/>
                </a:lnTo>
                <a:lnTo>
                  <a:pt x="400930" y="175951"/>
                </a:lnTo>
                <a:lnTo>
                  <a:pt x="399720" y="176870"/>
                </a:lnTo>
                <a:lnTo>
                  <a:pt x="398781" y="177217"/>
                </a:lnTo>
                <a:lnTo>
                  <a:pt x="398057" y="178070"/>
                </a:lnTo>
                <a:lnTo>
                  <a:pt x="395841" y="178670"/>
                </a:lnTo>
                <a:lnTo>
                  <a:pt x="395157" y="179443"/>
                </a:lnTo>
                <a:lnTo>
                  <a:pt x="394438" y="179813"/>
                </a:lnTo>
                <a:lnTo>
                  <a:pt x="393276" y="180136"/>
                </a:lnTo>
                <a:lnTo>
                  <a:pt x="392483" y="179926"/>
                </a:lnTo>
                <a:lnTo>
                  <a:pt x="391139" y="180397"/>
                </a:lnTo>
                <a:lnTo>
                  <a:pt x="388233" y="179225"/>
                </a:lnTo>
                <a:lnTo>
                  <a:pt x="386162" y="179153"/>
                </a:lnTo>
                <a:lnTo>
                  <a:pt x="384645" y="179559"/>
                </a:lnTo>
                <a:lnTo>
                  <a:pt x="383187" y="179302"/>
                </a:lnTo>
                <a:lnTo>
                  <a:pt x="382696" y="179646"/>
                </a:lnTo>
                <a:lnTo>
                  <a:pt x="381367" y="179450"/>
                </a:lnTo>
                <a:lnTo>
                  <a:pt x="380818" y="179134"/>
                </a:lnTo>
                <a:lnTo>
                  <a:pt x="377245" y="178773"/>
                </a:lnTo>
                <a:lnTo>
                  <a:pt x="376643" y="179145"/>
                </a:lnTo>
                <a:lnTo>
                  <a:pt x="376028" y="178700"/>
                </a:lnTo>
                <a:lnTo>
                  <a:pt x="375096" y="178611"/>
                </a:lnTo>
                <a:lnTo>
                  <a:pt x="374763" y="178119"/>
                </a:lnTo>
                <a:lnTo>
                  <a:pt x="374220" y="177918"/>
                </a:lnTo>
                <a:lnTo>
                  <a:pt x="372618" y="178564"/>
                </a:lnTo>
                <a:lnTo>
                  <a:pt x="371376" y="178599"/>
                </a:lnTo>
                <a:lnTo>
                  <a:pt x="370282" y="179137"/>
                </a:lnTo>
                <a:lnTo>
                  <a:pt x="369769" y="179129"/>
                </a:lnTo>
                <a:lnTo>
                  <a:pt x="369201" y="179013"/>
                </a:lnTo>
                <a:lnTo>
                  <a:pt x="368753" y="178430"/>
                </a:lnTo>
                <a:lnTo>
                  <a:pt x="368098" y="178053"/>
                </a:lnTo>
                <a:lnTo>
                  <a:pt x="366251" y="178036"/>
                </a:lnTo>
                <a:lnTo>
                  <a:pt x="365417" y="177509"/>
                </a:lnTo>
                <a:lnTo>
                  <a:pt x="364295" y="177713"/>
                </a:lnTo>
                <a:lnTo>
                  <a:pt x="363146" y="178515"/>
                </a:lnTo>
                <a:lnTo>
                  <a:pt x="362314" y="178670"/>
                </a:lnTo>
                <a:lnTo>
                  <a:pt x="361551" y="178173"/>
                </a:lnTo>
                <a:lnTo>
                  <a:pt x="361076" y="177450"/>
                </a:lnTo>
                <a:lnTo>
                  <a:pt x="360485" y="177154"/>
                </a:lnTo>
                <a:lnTo>
                  <a:pt x="360669" y="176229"/>
                </a:lnTo>
                <a:lnTo>
                  <a:pt x="359547" y="176120"/>
                </a:lnTo>
                <a:lnTo>
                  <a:pt x="359530" y="175808"/>
                </a:lnTo>
                <a:lnTo>
                  <a:pt x="359993" y="175233"/>
                </a:lnTo>
                <a:lnTo>
                  <a:pt x="359860" y="175015"/>
                </a:lnTo>
                <a:lnTo>
                  <a:pt x="359123" y="175226"/>
                </a:lnTo>
                <a:lnTo>
                  <a:pt x="357338" y="174959"/>
                </a:lnTo>
                <a:lnTo>
                  <a:pt x="356944" y="174546"/>
                </a:lnTo>
                <a:lnTo>
                  <a:pt x="356463" y="173256"/>
                </a:lnTo>
                <a:lnTo>
                  <a:pt x="355879" y="173392"/>
                </a:lnTo>
                <a:lnTo>
                  <a:pt x="355100" y="174193"/>
                </a:lnTo>
                <a:lnTo>
                  <a:pt x="354477" y="173988"/>
                </a:lnTo>
                <a:lnTo>
                  <a:pt x="353661" y="174057"/>
                </a:lnTo>
                <a:lnTo>
                  <a:pt x="352535" y="173376"/>
                </a:lnTo>
                <a:lnTo>
                  <a:pt x="352198" y="172529"/>
                </a:lnTo>
                <a:lnTo>
                  <a:pt x="350146" y="171888"/>
                </a:lnTo>
                <a:lnTo>
                  <a:pt x="348021" y="173284"/>
                </a:lnTo>
                <a:lnTo>
                  <a:pt x="347376" y="173189"/>
                </a:lnTo>
                <a:lnTo>
                  <a:pt x="346824" y="172389"/>
                </a:lnTo>
                <a:lnTo>
                  <a:pt x="344764" y="173027"/>
                </a:lnTo>
                <a:lnTo>
                  <a:pt x="344650" y="173295"/>
                </a:lnTo>
                <a:lnTo>
                  <a:pt x="345226" y="174026"/>
                </a:lnTo>
                <a:lnTo>
                  <a:pt x="345197" y="174494"/>
                </a:lnTo>
                <a:lnTo>
                  <a:pt x="343157" y="175568"/>
                </a:lnTo>
                <a:lnTo>
                  <a:pt x="342302" y="176991"/>
                </a:lnTo>
                <a:lnTo>
                  <a:pt x="341053" y="176908"/>
                </a:lnTo>
                <a:lnTo>
                  <a:pt x="339794" y="178858"/>
                </a:lnTo>
                <a:lnTo>
                  <a:pt x="339032" y="178856"/>
                </a:lnTo>
                <a:lnTo>
                  <a:pt x="338001" y="177917"/>
                </a:lnTo>
                <a:lnTo>
                  <a:pt x="337627" y="178239"/>
                </a:lnTo>
                <a:lnTo>
                  <a:pt x="337914" y="179200"/>
                </a:lnTo>
                <a:lnTo>
                  <a:pt x="337519" y="179335"/>
                </a:lnTo>
                <a:lnTo>
                  <a:pt x="337551" y="179744"/>
                </a:lnTo>
                <a:lnTo>
                  <a:pt x="336729" y="180209"/>
                </a:lnTo>
                <a:lnTo>
                  <a:pt x="334988" y="180524"/>
                </a:lnTo>
                <a:lnTo>
                  <a:pt x="334099" y="182294"/>
                </a:lnTo>
                <a:lnTo>
                  <a:pt x="333003" y="182658"/>
                </a:lnTo>
                <a:lnTo>
                  <a:pt x="332363" y="181759"/>
                </a:lnTo>
                <a:lnTo>
                  <a:pt x="331919" y="181751"/>
                </a:lnTo>
                <a:lnTo>
                  <a:pt x="331944" y="183860"/>
                </a:lnTo>
                <a:lnTo>
                  <a:pt x="331172" y="183997"/>
                </a:lnTo>
                <a:lnTo>
                  <a:pt x="330724" y="184663"/>
                </a:lnTo>
                <a:lnTo>
                  <a:pt x="329691" y="184654"/>
                </a:lnTo>
                <a:lnTo>
                  <a:pt x="329498" y="185191"/>
                </a:lnTo>
                <a:lnTo>
                  <a:pt x="329864" y="185742"/>
                </a:lnTo>
                <a:lnTo>
                  <a:pt x="329580" y="185973"/>
                </a:lnTo>
                <a:lnTo>
                  <a:pt x="327957" y="185370"/>
                </a:lnTo>
                <a:lnTo>
                  <a:pt x="326434" y="185690"/>
                </a:lnTo>
                <a:lnTo>
                  <a:pt x="325607" y="185081"/>
                </a:lnTo>
                <a:lnTo>
                  <a:pt x="324520" y="185416"/>
                </a:lnTo>
                <a:lnTo>
                  <a:pt x="323758" y="185236"/>
                </a:lnTo>
                <a:lnTo>
                  <a:pt x="322877" y="185608"/>
                </a:lnTo>
                <a:lnTo>
                  <a:pt x="321927" y="185677"/>
                </a:lnTo>
                <a:lnTo>
                  <a:pt x="320339" y="186641"/>
                </a:lnTo>
                <a:lnTo>
                  <a:pt x="319059" y="186059"/>
                </a:lnTo>
                <a:lnTo>
                  <a:pt x="318141" y="186897"/>
                </a:lnTo>
                <a:lnTo>
                  <a:pt x="317825" y="186746"/>
                </a:lnTo>
                <a:lnTo>
                  <a:pt x="317745" y="186036"/>
                </a:lnTo>
                <a:lnTo>
                  <a:pt x="317389" y="185820"/>
                </a:lnTo>
                <a:lnTo>
                  <a:pt x="317089" y="186225"/>
                </a:lnTo>
                <a:lnTo>
                  <a:pt x="316993" y="187110"/>
                </a:lnTo>
                <a:lnTo>
                  <a:pt x="315838" y="187157"/>
                </a:lnTo>
                <a:lnTo>
                  <a:pt x="314691" y="188204"/>
                </a:lnTo>
                <a:lnTo>
                  <a:pt x="313646" y="186949"/>
                </a:lnTo>
                <a:lnTo>
                  <a:pt x="313096" y="186904"/>
                </a:lnTo>
                <a:lnTo>
                  <a:pt x="312314" y="187305"/>
                </a:lnTo>
                <a:lnTo>
                  <a:pt x="310727" y="186174"/>
                </a:lnTo>
                <a:lnTo>
                  <a:pt x="309899" y="185880"/>
                </a:lnTo>
                <a:lnTo>
                  <a:pt x="309056" y="185944"/>
                </a:lnTo>
                <a:lnTo>
                  <a:pt x="308481" y="186436"/>
                </a:lnTo>
                <a:lnTo>
                  <a:pt x="307921" y="186368"/>
                </a:lnTo>
                <a:lnTo>
                  <a:pt x="306995" y="186098"/>
                </a:lnTo>
                <a:lnTo>
                  <a:pt x="306256" y="185323"/>
                </a:lnTo>
                <a:lnTo>
                  <a:pt x="305147" y="184730"/>
                </a:lnTo>
                <a:lnTo>
                  <a:pt x="302610" y="185003"/>
                </a:lnTo>
                <a:lnTo>
                  <a:pt x="300415" y="185881"/>
                </a:lnTo>
                <a:lnTo>
                  <a:pt x="298850" y="187803"/>
                </a:lnTo>
                <a:lnTo>
                  <a:pt x="298265" y="187853"/>
                </a:lnTo>
                <a:lnTo>
                  <a:pt x="297858" y="187134"/>
                </a:lnTo>
                <a:lnTo>
                  <a:pt x="297379" y="186930"/>
                </a:lnTo>
                <a:lnTo>
                  <a:pt x="295709" y="186981"/>
                </a:lnTo>
                <a:lnTo>
                  <a:pt x="295042" y="186479"/>
                </a:lnTo>
                <a:lnTo>
                  <a:pt x="292956" y="185774"/>
                </a:lnTo>
                <a:lnTo>
                  <a:pt x="292223" y="185237"/>
                </a:lnTo>
                <a:lnTo>
                  <a:pt x="287665" y="184100"/>
                </a:lnTo>
                <a:lnTo>
                  <a:pt x="286215" y="182951"/>
                </a:lnTo>
                <a:lnTo>
                  <a:pt x="284831" y="182342"/>
                </a:lnTo>
                <a:lnTo>
                  <a:pt x="283199" y="180342"/>
                </a:lnTo>
                <a:lnTo>
                  <a:pt x="281935" y="179578"/>
                </a:lnTo>
                <a:lnTo>
                  <a:pt x="280783" y="179291"/>
                </a:lnTo>
                <a:lnTo>
                  <a:pt x="279189" y="179567"/>
                </a:lnTo>
                <a:lnTo>
                  <a:pt x="278289" y="179457"/>
                </a:lnTo>
                <a:lnTo>
                  <a:pt x="270510" y="176069"/>
                </a:lnTo>
                <a:lnTo>
                  <a:pt x="267752" y="175422"/>
                </a:lnTo>
                <a:lnTo>
                  <a:pt x="267572" y="175230"/>
                </a:lnTo>
                <a:lnTo>
                  <a:pt x="267559" y="174220"/>
                </a:lnTo>
                <a:lnTo>
                  <a:pt x="267100" y="173864"/>
                </a:lnTo>
                <a:lnTo>
                  <a:pt x="266707" y="173963"/>
                </a:lnTo>
                <a:lnTo>
                  <a:pt x="266461" y="174685"/>
                </a:lnTo>
                <a:lnTo>
                  <a:pt x="265829" y="174760"/>
                </a:lnTo>
                <a:lnTo>
                  <a:pt x="264089" y="173217"/>
                </a:lnTo>
                <a:lnTo>
                  <a:pt x="263735" y="173359"/>
                </a:lnTo>
                <a:lnTo>
                  <a:pt x="263678" y="174135"/>
                </a:lnTo>
                <a:lnTo>
                  <a:pt x="263312" y="174388"/>
                </a:lnTo>
                <a:lnTo>
                  <a:pt x="262440" y="173309"/>
                </a:lnTo>
                <a:lnTo>
                  <a:pt x="262079" y="173286"/>
                </a:lnTo>
                <a:lnTo>
                  <a:pt x="262004" y="175178"/>
                </a:lnTo>
                <a:lnTo>
                  <a:pt x="261066" y="176086"/>
                </a:lnTo>
                <a:lnTo>
                  <a:pt x="260282" y="175917"/>
                </a:lnTo>
                <a:lnTo>
                  <a:pt x="258876" y="175171"/>
                </a:lnTo>
                <a:lnTo>
                  <a:pt x="258067" y="175372"/>
                </a:lnTo>
                <a:lnTo>
                  <a:pt x="257848" y="176023"/>
                </a:lnTo>
                <a:lnTo>
                  <a:pt x="257829" y="177502"/>
                </a:lnTo>
                <a:lnTo>
                  <a:pt x="257541" y="177804"/>
                </a:lnTo>
                <a:lnTo>
                  <a:pt x="256882" y="177747"/>
                </a:lnTo>
                <a:lnTo>
                  <a:pt x="256394" y="176776"/>
                </a:lnTo>
                <a:lnTo>
                  <a:pt x="256049" y="176604"/>
                </a:lnTo>
                <a:lnTo>
                  <a:pt x="255215" y="177184"/>
                </a:lnTo>
                <a:lnTo>
                  <a:pt x="254595" y="178158"/>
                </a:lnTo>
                <a:lnTo>
                  <a:pt x="253628" y="178084"/>
                </a:lnTo>
                <a:lnTo>
                  <a:pt x="252104" y="177305"/>
                </a:lnTo>
                <a:lnTo>
                  <a:pt x="250713" y="176955"/>
                </a:lnTo>
                <a:lnTo>
                  <a:pt x="250030" y="175813"/>
                </a:lnTo>
                <a:lnTo>
                  <a:pt x="248458" y="175108"/>
                </a:lnTo>
                <a:lnTo>
                  <a:pt x="247533" y="173787"/>
                </a:lnTo>
                <a:lnTo>
                  <a:pt x="246350" y="172990"/>
                </a:lnTo>
                <a:lnTo>
                  <a:pt x="246010" y="172214"/>
                </a:lnTo>
                <a:lnTo>
                  <a:pt x="246020" y="171399"/>
                </a:lnTo>
                <a:lnTo>
                  <a:pt x="246810" y="170041"/>
                </a:lnTo>
                <a:lnTo>
                  <a:pt x="246363" y="169395"/>
                </a:lnTo>
                <a:lnTo>
                  <a:pt x="244898" y="170010"/>
                </a:lnTo>
                <a:lnTo>
                  <a:pt x="242848" y="170047"/>
                </a:lnTo>
                <a:lnTo>
                  <a:pt x="241033" y="171964"/>
                </a:lnTo>
                <a:lnTo>
                  <a:pt x="240593" y="172000"/>
                </a:lnTo>
                <a:lnTo>
                  <a:pt x="239715" y="170760"/>
                </a:lnTo>
                <a:lnTo>
                  <a:pt x="239570" y="170052"/>
                </a:lnTo>
                <a:lnTo>
                  <a:pt x="240284" y="169261"/>
                </a:lnTo>
                <a:lnTo>
                  <a:pt x="241430" y="168844"/>
                </a:lnTo>
                <a:lnTo>
                  <a:pt x="241381" y="167508"/>
                </a:lnTo>
                <a:lnTo>
                  <a:pt x="241052" y="166830"/>
                </a:lnTo>
                <a:lnTo>
                  <a:pt x="240509" y="166659"/>
                </a:lnTo>
                <a:lnTo>
                  <a:pt x="239630" y="167219"/>
                </a:lnTo>
                <a:lnTo>
                  <a:pt x="238813" y="168589"/>
                </a:lnTo>
                <a:lnTo>
                  <a:pt x="238394" y="168826"/>
                </a:lnTo>
                <a:lnTo>
                  <a:pt x="237769" y="169068"/>
                </a:lnTo>
                <a:lnTo>
                  <a:pt x="237038" y="168913"/>
                </a:lnTo>
                <a:lnTo>
                  <a:pt x="236755" y="168173"/>
                </a:lnTo>
                <a:lnTo>
                  <a:pt x="237018" y="166442"/>
                </a:lnTo>
                <a:lnTo>
                  <a:pt x="236123" y="165744"/>
                </a:lnTo>
                <a:lnTo>
                  <a:pt x="235064" y="165298"/>
                </a:lnTo>
                <a:lnTo>
                  <a:pt x="235696" y="163655"/>
                </a:lnTo>
                <a:lnTo>
                  <a:pt x="235088" y="163258"/>
                </a:lnTo>
                <a:lnTo>
                  <a:pt x="234292" y="163422"/>
                </a:lnTo>
                <a:lnTo>
                  <a:pt x="233512" y="162906"/>
                </a:lnTo>
                <a:lnTo>
                  <a:pt x="233098" y="161719"/>
                </a:lnTo>
                <a:lnTo>
                  <a:pt x="232038" y="160635"/>
                </a:lnTo>
                <a:lnTo>
                  <a:pt x="232240" y="159286"/>
                </a:lnTo>
                <a:lnTo>
                  <a:pt x="232094" y="158728"/>
                </a:lnTo>
                <a:lnTo>
                  <a:pt x="230380" y="158767"/>
                </a:lnTo>
                <a:lnTo>
                  <a:pt x="229259" y="156827"/>
                </a:lnTo>
                <a:lnTo>
                  <a:pt x="228194" y="156345"/>
                </a:lnTo>
                <a:lnTo>
                  <a:pt x="227474" y="155159"/>
                </a:lnTo>
                <a:lnTo>
                  <a:pt x="226989" y="154922"/>
                </a:lnTo>
                <a:lnTo>
                  <a:pt x="225923" y="155060"/>
                </a:lnTo>
                <a:lnTo>
                  <a:pt x="225196" y="155948"/>
                </a:lnTo>
                <a:lnTo>
                  <a:pt x="223928" y="156641"/>
                </a:lnTo>
                <a:lnTo>
                  <a:pt x="223485" y="156759"/>
                </a:lnTo>
                <a:lnTo>
                  <a:pt x="222275" y="156484"/>
                </a:lnTo>
                <a:lnTo>
                  <a:pt x="221899" y="155725"/>
                </a:lnTo>
                <a:lnTo>
                  <a:pt x="222699" y="154589"/>
                </a:lnTo>
                <a:lnTo>
                  <a:pt x="222807" y="154080"/>
                </a:lnTo>
                <a:lnTo>
                  <a:pt x="222448" y="153353"/>
                </a:lnTo>
                <a:lnTo>
                  <a:pt x="221938" y="152953"/>
                </a:lnTo>
                <a:lnTo>
                  <a:pt x="221292" y="153004"/>
                </a:lnTo>
                <a:lnTo>
                  <a:pt x="219527" y="153920"/>
                </a:lnTo>
                <a:lnTo>
                  <a:pt x="219304" y="154275"/>
                </a:lnTo>
                <a:lnTo>
                  <a:pt x="219540" y="155693"/>
                </a:lnTo>
                <a:lnTo>
                  <a:pt x="219238" y="156150"/>
                </a:lnTo>
                <a:lnTo>
                  <a:pt x="217464" y="156108"/>
                </a:lnTo>
                <a:lnTo>
                  <a:pt x="215795" y="156727"/>
                </a:lnTo>
                <a:lnTo>
                  <a:pt x="214242" y="156515"/>
                </a:lnTo>
                <a:lnTo>
                  <a:pt x="212570" y="157292"/>
                </a:lnTo>
                <a:lnTo>
                  <a:pt x="211542" y="158605"/>
                </a:lnTo>
                <a:lnTo>
                  <a:pt x="210815" y="158221"/>
                </a:lnTo>
                <a:lnTo>
                  <a:pt x="210341" y="156583"/>
                </a:lnTo>
                <a:lnTo>
                  <a:pt x="209785" y="156401"/>
                </a:lnTo>
                <a:lnTo>
                  <a:pt x="208906" y="156608"/>
                </a:lnTo>
                <a:lnTo>
                  <a:pt x="208397" y="157292"/>
                </a:lnTo>
                <a:lnTo>
                  <a:pt x="208899" y="158749"/>
                </a:lnTo>
                <a:lnTo>
                  <a:pt x="208828" y="159409"/>
                </a:lnTo>
                <a:lnTo>
                  <a:pt x="208606" y="159730"/>
                </a:lnTo>
                <a:lnTo>
                  <a:pt x="207571" y="159969"/>
                </a:lnTo>
                <a:lnTo>
                  <a:pt x="206530" y="159821"/>
                </a:lnTo>
                <a:lnTo>
                  <a:pt x="205197" y="158865"/>
                </a:lnTo>
                <a:lnTo>
                  <a:pt x="204241" y="157561"/>
                </a:lnTo>
                <a:lnTo>
                  <a:pt x="203396" y="157138"/>
                </a:lnTo>
                <a:lnTo>
                  <a:pt x="202923" y="157477"/>
                </a:lnTo>
                <a:lnTo>
                  <a:pt x="203024" y="158426"/>
                </a:lnTo>
                <a:lnTo>
                  <a:pt x="202792" y="158811"/>
                </a:lnTo>
                <a:lnTo>
                  <a:pt x="201524" y="158982"/>
                </a:lnTo>
                <a:lnTo>
                  <a:pt x="200337" y="159802"/>
                </a:lnTo>
                <a:lnTo>
                  <a:pt x="199795" y="159880"/>
                </a:lnTo>
                <a:lnTo>
                  <a:pt x="199454" y="159412"/>
                </a:lnTo>
                <a:lnTo>
                  <a:pt x="199466" y="157182"/>
                </a:lnTo>
                <a:lnTo>
                  <a:pt x="199642" y="156878"/>
                </a:lnTo>
                <a:lnTo>
                  <a:pt x="200820" y="156237"/>
                </a:lnTo>
                <a:lnTo>
                  <a:pt x="200782" y="155565"/>
                </a:lnTo>
                <a:lnTo>
                  <a:pt x="199572" y="154878"/>
                </a:lnTo>
                <a:lnTo>
                  <a:pt x="196671" y="155105"/>
                </a:lnTo>
                <a:lnTo>
                  <a:pt x="195742" y="154219"/>
                </a:lnTo>
                <a:lnTo>
                  <a:pt x="195035" y="154015"/>
                </a:lnTo>
                <a:lnTo>
                  <a:pt x="194082" y="154091"/>
                </a:lnTo>
                <a:lnTo>
                  <a:pt x="193340" y="155373"/>
                </a:lnTo>
                <a:lnTo>
                  <a:pt x="192171" y="155095"/>
                </a:lnTo>
                <a:lnTo>
                  <a:pt x="191860" y="155299"/>
                </a:lnTo>
                <a:lnTo>
                  <a:pt x="192059" y="157000"/>
                </a:lnTo>
                <a:lnTo>
                  <a:pt x="191737" y="157529"/>
                </a:lnTo>
                <a:lnTo>
                  <a:pt x="191188" y="157805"/>
                </a:lnTo>
                <a:lnTo>
                  <a:pt x="189659" y="157558"/>
                </a:lnTo>
                <a:lnTo>
                  <a:pt x="188617" y="157772"/>
                </a:lnTo>
                <a:lnTo>
                  <a:pt x="187154" y="156379"/>
                </a:lnTo>
                <a:lnTo>
                  <a:pt x="185111" y="156057"/>
                </a:lnTo>
                <a:lnTo>
                  <a:pt x="184694" y="155229"/>
                </a:lnTo>
                <a:lnTo>
                  <a:pt x="185476" y="152516"/>
                </a:lnTo>
                <a:lnTo>
                  <a:pt x="184811" y="151949"/>
                </a:lnTo>
                <a:lnTo>
                  <a:pt x="182731" y="151408"/>
                </a:lnTo>
                <a:lnTo>
                  <a:pt x="181946" y="150823"/>
                </a:lnTo>
                <a:lnTo>
                  <a:pt x="181638" y="150259"/>
                </a:lnTo>
                <a:lnTo>
                  <a:pt x="181860" y="148722"/>
                </a:lnTo>
                <a:lnTo>
                  <a:pt x="181566" y="148010"/>
                </a:lnTo>
                <a:lnTo>
                  <a:pt x="179745" y="147140"/>
                </a:lnTo>
                <a:lnTo>
                  <a:pt x="178059" y="147266"/>
                </a:lnTo>
                <a:lnTo>
                  <a:pt x="176355" y="146943"/>
                </a:lnTo>
                <a:lnTo>
                  <a:pt x="175650" y="146479"/>
                </a:lnTo>
                <a:lnTo>
                  <a:pt x="175349" y="145907"/>
                </a:lnTo>
                <a:lnTo>
                  <a:pt x="175414" y="145486"/>
                </a:lnTo>
                <a:lnTo>
                  <a:pt x="176007" y="144777"/>
                </a:lnTo>
                <a:lnTo>
                  <a:pt x="176188" y="143920"/>
                </a:lnTo>
                <a:lnTo>
                  <a:pt x="174984" y="142169"/>
                </a:lnTo>
                <a:lnTo>
                  <a:pt x="174319" y="142231"/>
                </a:lnTo>
                <a:lnTo>
                  <a:pt x="173426" y="143348"/>
                </a:lnTo>
                <a:lnTo>
                  <a:pt x="172846" y="143709"/>
                </a:lnTo>
                <a:lnTo>
                  <a:pt x="172204" y="143636"/>
                </a:lnTo>
                <a:lnTo>
                  <a:pt x="171099" y="142831"/>
                </a:lnTo>
                <a:lnTo>
                  <a:pt x="170658" y="142000"/>
                </a:lnTo>
                <a:lnTo>
                  <a:pt x="170566" y="140905"/>
                </a:lnTo>
                <a:lnTo>
                  <a:pt x="171003" y="140031"/>
                </a:lnTo>
                <a:lnTo>
                  <a:pt x="171985" y="139408"/>
                </a:lnTo>
                <a:lnTo>
                  <a:pt x="172942" y="138323"/>
                </a:lnTo>
                <a:lnTo>
                  <a:pt x="172906" y="137641"/>
                </a:lnTo>
                <a:lnTo>
                  <a:pt x="172275" y="137152"/>
                </a:lnTo>
                <a:lnTo>
                  <a:pt x="170817" y="136925"/>
                </a:lnTo>
                <a:lnTo>
                  <a:pt x="169767" y="137054"/>
                </a:lnTo>
                <a:lnTo>
                  <a:pt x="168688" y="137557"/>
                </a:lnTo>
                <a:lnTo>
                  <a:pt x="167736" y="137580"/>
                </a:lnTo>
                <a:lnTo>
                  <a:pt x="166396" y="136167"/>
                </a:lnTo>
                <a:lnTo>
                  <a:pt x="164436" y="136097"/>
                </a:lnTo>
                <a:lnTo>
                  <a:pt x="164174" y="135637"/>
                </a:lnTo>
                <a:lnTo>
                  <a:pt x="164521" y="133963"/>
                </a:lnTo>
                <a:lnTo>
                  <a:pt x="164078" y="133420"/>
                </a:lnTo>
                <a:lnTo>
                  <a:pt x="163007" y="132969"/>
                </a:lnTo>
                <a:lnTo>
                  <a:pt x="162748" y="132624"/>
                </a:lnTo>
                <a:lnTo>
                  <a:pt x="162862" y="131866"/>
                </a:lnTo>
                <a:lnTo>
                  <a:pt x="163636" y="131092"/>
                </a:lnTo>
                <a:lnTo>
                  <a:pt x="163711" y="130556"/>
                </a:lnTo>
                <a:lnTo>
                  <a:pt x="162247" y="129543"/>
                </a:lnTo>
                <a:lnTo>
                  <a:pt x="160179" y="128923"/>
                </a:lnTo>
                <a:lnTo>
                  <a:pt x="159461" y="126966"/>
                </a:lnTo>
                <a:lnTo>
                  <a:pt x="158855" y="126799"/>
                </a:lnTo>
                <a:lnTo>
                  <a:pt x="158467" y="126943"/>
                </a:lnTo>
                <a:lnTo>
                  <a:pt x="156594" y="129146"/>
                </a:lnTo>
                <a:lnTo>
                  <a:pt x="155602" y="129549"/>
                </a:lnTo>
                <a:lnTo>
                  <a:pt x="155402" y="129181"/>
                </a:lnTo>
                <a:lnTo>
                  <a:pt x="155506" y="127750"/>
                </a:lnTo>
                <a:lnTo>
                  <a:pt x="154691" y="126856"/>
                </a:lnTo>
                <a:lnTo>
                  <a:pt x="153705" y="126550"/>
                </a:lnTo>
                <a:lnTo>
                  <a:pt x="152260" y="127148"/>
                </a:lnTo>
                <a:lnTo>
                  <a:pt x="151143" y="126905"/>
                </a:lnTo>
                <a:lnTo>
                  <a:pt x="150368" y="126287"/>
                </a:lnTo>
                <a:lnTo>
                  <a:pt x="150526" y="125212"/>
                </a:lnTo>
                <a:lnTo>
                  <a:pt x="151790" y="123939"/>
                </a:lnTo>
                <a:lnTo>
                  <a:pt x="150601" y="122120"/>
                </a:lnTo>
                <a:lnTo>
                  <a:pt x="149760" y="121896"/>
                </a:lnTo>
                <a:lnTo>
                  <a:pt x="149299" y="122019"/>
                </a:lnTo>
                <a:lnTo>
                  <a:pt x="149028" y="122509"/>
                </a:lnTo>
                <a:lnTo>
                  <a:pt x="149005" y="123888"/>
                </a:lnTo>
                <a:lnTo>
                  <a:pt x="148512" y="124465"/>
                </a:lnTo>
                <a:lnTo>
                  <a:pt x="147111" y="124831"/>
                </a:lnTo>
                <a:lnTo>
                  <a:pt x="146094" y="124623"/>
                </a:lnTo>
                <a:lnTo>
                  <a:pt x="145592" y="123634"/>
                </a:lnTo>
                <a:lnTo>
                  <a:pt x="145396" y="121308"/>
                </a:lnTo>
                <a:lnTo>
                  <a:pt x="144781" y="120737"/>
                </a:lnTo>
                <a:lnTo>
                  <a:pt x="143207" y="120555"/>
                </a:lnTo>
                <a:lnTo>
                  <a:pt x="142293" y="120121"/>
                </a:lnTo>
                <a:lnTo>
                  <a:pt x="142171" y="119631"/>
                </a:lnTo>
                <a:lnTo>
                  <a:pt x="143272" y="118542"/>
                </a:lnTo>
                <a:lnTo>
                  <a:pt x="143564" y="117927"/>
                </a:lnTo>
                <a:lnTo>
                  <a:pt x="143411" y="117370"/>
                </a:lnTo>
                <a:lnTo>
                  <a:pt x="142939" y="116969"/>
                </a:lnTo>
                <a:lnTo>
                  <a:pt x="141558" y="116610"/>
                </a:lnTo>
                <a:lnTo>
                  <a:pt x="140974" y="117081"/>
                </a:lnTo>
                <a:lnTo>
                  <a:pt x="140427" y="118776"/>
                </a:lnTo>
                <a:lnTo>
                  <a:pt x="139860" y="119074"/>
                </a:lnTo>
                <a:lnTo>
                  <a:pt x="139046" y="118997"/>
                </a:lnTo>
                <a:lnTo>
                  <a:pt x="138572" y="118735"/>
                </a:lnTo>
                <a:lnTo>
                  <a:pt x="138321" y="118217"/>
                </a:lnTo>
                <a:lnTo>
                  <a:pt x="138318" y="115649"/>
                </a:lnTo>
                <a:lnTo>
                  <a:pt x="135839" y="114738"/>
                </a:lnTo>
                <a:lnTo>
                  <a:pt x="134353" y="115038"/>
                </a:lnTo>
                <a:lnTo>
                  <a:pt x="134201" y="114208"/>
                </a:lnTo>
                <a:lnTo>
                  <a:pt x="134956" y="112776"/>
                </a:lnTo>
                <a:lnTo>
                  <a:pt x="134683" y="112291"/>
                </a:lnTo>
                <a:lnTo>
                  <a:pt x="133043" y="111882"/>
                </a:lnTo>
                <a:lnTo>
                  <a:pt x="130956" y="111957"/>
                </a:lnTo>
                <a:lnTo>
                  <a:pt x="130220" y="110503"/>
                </a:lnTo>
                <a:lnTo>
                  <a:pt x="129482" y="109966"/>
                </a:lnTo>
                <a:lnTo>
                  <a:pt x="126207" y="111893"/>
                </a:lnTo>
                <a:lnTo>
                  <a:pt x="125728" y="112015"/>
                </a:lnTo>
                <a:lnTo>
                  <a:pt x="125416" y="111828"/>
                </a:lnTo>
                <a:lnTo>
                  <a:pt x="125471" y="110433"/>
                </a:lnTo>
                <a:lnTo>
                  <a:pt x="126026" y="108655"/>
                </a:lnTo>
                <a:lnTo>
                  <a:pt x="125124" y="106424"/>
                </a:lnTo>
                <a:lnTo>
                  <a:pt x="123447" y="105222"/>
                </a:lnTo>
                <a:lnTo>
                  <a:pt x="122780" y="103300"/>
                </a:lnTo>
                <a:lnTo>
                  <a:pt x="121894" y="103265"/>
                </a:lnTo>
                <a:lnTo>
                  <a:pt x="120762" y="103723"/>
                </a:lnTo>
                <a:lnTo>
                  <a:pt x="120238" y="103645"/>
                </a:lnTo>
                <a:lnTo>
                  <a:pt x="119822" y="103196"/>
                </a:lnTo>
                <a:lnTo>
                  <a:pt x="119786" y="102639"/>
                </a:lnTo>
                <a:lnTo>
                  <a:pt x="121183" y="100581"/>
                </a:lnTo>
                <a:lnTo>
                  <a:pt x="121291" y="100253"/>
                </a:lnTo>
                <a:lnTo>
                  <a:pt x="121094" y="99876"/>
                </a:lnTo>
                <a:lnTo>
                  <a:pt x="118373" y="99529"/>
                </a:lnTo>
                <a:lnTo>
                  <a:pt x="117483" y="99867"/>
                </a:lnTo>
                <a:lnTo>
                  <a:pt x="116232" y="102710"/>
                </a:lnTo>
                <a:lnTo>
                  <a:pt x="114762" y="105058"/>
                </a:lnTo>
                <a:lnTo>
                  <a:pt x="114238" y="105793"/>
                </a:lnTo>
                <a:lnTo>
                  <a:pt x="113427" y="106128"/>
                </a:lnTo>
                <a:lnTo>
                  <a:pt x="112969" y="105995"/>
                </a:lnTo>
                <a:lnTo>
                  <a:pt x="111848" y="104759"/>
                </a:lnTo>
                <a:lnTo>
                  <a:pt x="108986" y="104170"/>
                </a:lnTo>
                <a:lnTo>
                  <a:pt x="106710" y="104171"/>
                </a:lnTo>
                <a:lnTo>
                  <a:pt x="105795" y="101659"/>
                </a:lnTo>
                <a:lnTo>
                  <a:pt x="104816" y="101240"/>
                </a:lnTo>
                <a:lnTo>
                  <a:pt x="102337" y="101531"/>
                </a:lnTo>
                <a:lnTo>
                  <a:pt x="100221" y="102434"/>
                </a:lnTo>
                <a:lnTo>
                  <a:pt x="99579" y="101985"/>
                </a:lnTo>
                <a:lnTo>
                  <a:pt x="98965" y="100871"/>
                </a:lnTo>
                <a:lnTo>
                  <a:pt x="98337" y="100741"/>
                </a:lnTo>
                <a:lnTo>
                  <a:pt x="97993" y="100904"/>
                </a:lnTo>
                <a:lnTo>
                  <a:pt x="97279" y="102240"/>
                </a:lnTo>
                <a:lnTo>
                  <a:pt x="95973" y="102725"/>
                </a:lnTo>
                <a:lnTo>
                  <a:pt x="95199" y="102255"/>
                </a:lnTo>
                <a:lnTo>
                  <a:pt x="94480" y="100402"/>
                </a:lnTo>
                <a:lnTo>
                  <a:pt x="93477" y="99525"/>
                </a:lnTo>
                <a:lnTo>
                  <a:pt x="90840" y="100437"/>
                </a:lnTo>
                <a:lnTo>
                  <a:pt x="89020" y="99758"/>
                </a:lnTo>
                <a:lnTo>
                  <a:pt x="87124" y="100637"/>
                </a:lnTo>
                <a:lnTo>
                  <a:pt x="84635" y="99546"/>
                </a:lnTo>
                <a:lnTo>
                  <a:pt x="83822" y="99472"/>
                </a:lnTo>
                <a:lnTo>
                  <a:pt x="83035" y="99919"/>
                </a:lnTo>
                <a:lnTo>
                  <a:pt x="81242" y="100048"/>
                </a:lnTo>
                <a:lnTo>
                  <a:pt x="80248" y="100388"/>
                </a:lnTo>
                <a:lnTo>
                  <a:pt x="78144" y="102133"/>
                </a:lnTo>
                <a:lnTo>
                  <a:pt x="77644" y="103733"/>
                </a:lnTo>
                <a:lnTo>
                  <a:pt x="77059" y="104420"/>
                </a:lnTo>
                <a:lnTo>
                  <a:pt x="76547" y="104562"/>
                </a:lnTo>
                <a:lnTo>
                  <a:pt x="75188" y="104206"/>
                </a:lnTo>
                <a:lnTo>
                  <a:pt x="74487" y="104328"/>
                </a:lnTo>
                <a:lnTo>
                  <a:pt x="73703" y="105130"/>
                </a:lnTo>
                <a:lnTo>
                  <a:pt x="73157" y="106186"/>
                </a:lnTo>
                <a:lnTo>
                  <a:pt x="72540" y="106619"/>
                </a:lnTo>
                <a:lnTo>
                  <a:pt x="71655" y="106461"/>
                </a:lnTo>
                <a:lnTo>
                  <a:pt x="69465" y="104412"/>
                </a:lnTo>
                <a:lnTo>
                  <a:pt x="68558" y="104517"/>
                </a:lnTo>
                <a:lnTo>
                  <a:pt x="67163" y="105657"/>
                </a:lnTo>
                <a:lnTo>
                  <a:pt x="65787" y="106048"/>
                </a:lnTo>
                <a:lnTo>
                  <a:pt x="65792" y="107577"/>
                </a:lnTo>
                <a:lnTo>
                  <a:pt x="65558" y="108214"/>
                </a:lnTo>
                <a:lnTo>
                  <a:pt x="64936" y="108812"/>
                </a:lnTo>
                <a:lnTo>
                  <a:pt x="64140" y="109028"/>
                </a:lnTo>
                <a:lnTo>
                  <a:pt x="62601" y="108642"/>
                </a:lnTo>
                <a:lnTo>
                  <a:pt x="61620" y="108070"/>
                </a:lnTo>
                <a:lnTo>
                  <a:pt x="60835" y="106893"/>
                </a:lnTo>
                <a:lnTo>
                  <a:pt x="60995" y="105986"/>
                </a:lnTo>
                <a:lnTo>
                  <a:pt x="61817" y="104774"/>
                </a:lnTo>
                <a:lnTo>
                  <a:pt x="61933" y="104246"/>
                </a:lnTo>
                <a:lnTo>
                  <a:pt x="61608" y="102494"/>
                </a:lnTo>
                <a:lnTo>
                  <a:pt x="60793" y="102211"/>
                </a:lnTo>
                <a:lnTo>
                  <a:pt x="60184" y="102677"/>
                </a:lnTo>
                <a:lnTo>
                  <a:pt x="59185" y="104389"/>
                </a:lnTo>
                <a:lnTo>
                  <a:pt x="57466" y="105988"/>
                </a:lnTo>
                <a:lnTo>
                  <a:pt x="56996" y="105942"/>
                </a:lnTo>
                <a:lnTo>
                  <a:pt x="56938" y="105570"/>
                </a:lnTo>
                <a:lnTo>
                  <a:pt x="55127" y="103791"/>
                </a:lnTo>
                <a:lnTo>
                  <a:pt x="54465" y="103497"/>
                </a:lnTo>
                <a:lnTo>
                  <a:pt x="53999" y="103664"/>
                </a:lnTo>
                <a:lnTo>
                  <a:pt x="53758" y="104354"/>
                </a:lnTo>
                <a:lnTo>
                  <a:pt x="53829" y="105254"/>
                </a:lnTo>
                <a:lnTo>
                  <a:pt x="54846" y="108700"/>
                </a:lnTo>
                <a:lnTo>
                  <a:pt x="54554" y="109713"/>
                </a:lnTo>
                <a:lnTo>
                  <a:pt x="53391" y="110377"/>
                </a:lnTo>
                <a:lnTo>
                  <a:pt x="51167" y="110103"/>
                </a:lnTo>
                <a:lnTo>
                  <a:pt x="49681" y="110395"/>
                </a:lnTo>
                <a:lnTo>
                  <a:pt x="48919" y="111582"/>
                </a:lnTo>
                <a:lnTo>
                  <a:pt x="49210" y="112413"/>
                </a:lnTo>
                <a:lnTo>
                  <a:pt x="49088" y="113433"/>
                </a:lnTo>
                <a:lnTo>
                  <a:pt x="49462" y="114313"/>
                </a:lnTo>
                <a:lnTo>
                  <a:pt x="49502" y="115350"/>
                </a:lnTo>
                <a:lnTo>
                  <a:pt x="48573" y="117041"/>
                </a:lnTo>
                <a:lnTo>
                  <a:pt x="42889" y="121150"/>
                </a:lnTo>
                <a:lnTo>
                  <a:pt x="41175" y="122102"/>
                </a:lnTo>
                <a:lnTo>
                  <a:pt x="40191" y="123225"/>
                </a:lnTo>
                <a:lnTo>
                  <a:pt x="39475" y="124808"/>
                </a:lnTo>
                <a:lnTo>
                  <a:pt x="39345" y="125838"/>
                </a:lnTo>
                <a:lnTo>
                  <a:pt x="38239" y="129025"/>
                </a:lnTo>
                <a:lnTo>
                  <a:pt x="36384" y="131171"/>
                </a:lnTo>
                <a:lnTo>
                  <a:pt x="36734" y="132574"/>
                </a:lnTo>
                <a:lnTo>
                  <a:pt x="38592" y="133225"/>
                </a:lnTo>
                <a:lnTo>
                  <a:pt x="38554" y="134121"/>
                </a:lnTo>
                <a:lnTo>
                  <a:pt x="38034" y="134447"/>
                </a:lnTo>
                <a:lnTo>
                  <a:pt x="37634" y="134420"/>
                </a:lnTo>
                <a:lnTo>
                  <a:pt x="35933" y="133663"/>
                </a:lnTo>
                <a:lnTo>
                  <a:pt x="33190" y="133005"/>
                </a:lnTo>
                <a:lnTo>
                  <a:pt x="31415" y="133748"/>
                </a:lnTo>
                <a:lnTo>
                  <a:pt x="30668" y="134724"/>
                </a:lnTo>
                <a:lnTo>
                  <a:pt x="30868" y="135758"/>
                </a:lnTo>
                <a:lnTo>
                  <a:pt x="32278" y="136743"/>
                </a:lnTo>
                <a:lnTo>
                  <a:pt x="32732" y="137412"/>
                </a:lnTo>
                <a:lnTo>
                  <a:pt x="31536" y="139680"/>
                </a:lnTo>
                <a:lnTo>
                  <a:pt x="31768" y="141683"/>
                </a:lnTo>
                <a:lnTo>
                  <a:pt x="31648" y="142007"/>
                </a:lnTo>
                <a:lnTo>
                  <a:pt x="29836" y="143495"/>
                </a:lnTo>
                <a:lnTo>
                  <a:pt x="27912" y="147957"/>
                </a:lnTo>
                <a:lnTo>
                  <a:pt x="26192" y="149019"/>
                </a:lnTo>
                <a:lnTo>
                  <a:pt x="26088" y="149599"/>
                </a:lnTo>
                <a:lnTo>
                  <a:pt x="26693" y="150209"/>
                </a:lnTo>
                <a:lnTo>
                  <a:pt x="27896" y="150724"/>
                </a:lnTo>
                <a:lnTo>
                  <a:pt x="29563" y="152298"/>
                </a:lnTo>
                <a:lnTo>
                  <a:pt x="30978" y="153285"/>
                </a:lnTo>
                <a:lnTo>
                  <a:pt x="31873" y="154243"/>
                </a:lnTo>
                <a:lnTo>
                  <a:pt x="31865" y="154813"/>
                </a:lnTo>
                <a:lnTo>
                  <a:pt x="31057" y="155823"/>
                </a:lnTo>
                <a:lnTo>
                  <a:pt x="28548" y="155764"/>
                </a:lnTo>
                <a:lnTo>
                  <a:pt x="24752" y="157246"/>
                </a:lnTo>
                <a:lnTo>
                  <a:pt x="24172" y="157713"/>
                </a:lnTo>
                <a:lnTo>
                  <a:pt x="24046" y="158108"/>
                </a:lnTo>
                <a:lnTo>
                  <a:pt x="24391" y="159094"/>
                </a:lnTo>
                <a:lnTo>
                  <a:pt x="25343" y="160617"/>
                </a:lnTo>
                <a:lnTo>
                  <a:pt x="26486" y="161302"/>
                </a:lnTo>
                <a:lnTo>
                  <a:pt x="28182" y="161259"/>
                </a:lnTo>
                <a:lnTo>
                  <a:pt x="28550" y="161693"/>
                </a:lnTo>
                <a:lnTo>
                  <a:pt x="28567" y="162435"/>
                </a:lnTo>
                <a:lnTo>
                  <a:pt x="27311" y="164867"/>
                </a:lnTo>
                <a:lnTo>
                  <a:pt x="27325" y="166962"/>
                </a:lnTo>
                <a:lnTo>
                  <a:pt x="24232" y="172241"/>
                </a:lnTo>
                <a:lnTo>
                  <a:pt x="23294" y="172890"/>
                </a:lnTo>
                <a:lnTo>
                  <a:pt x="20353" y="173421"/>
                </a:lnTo>
                <a:lnTo>
                  <a:pt x="19790" y="173846"/>
                </a:lnTo>
                <a:lnTo>
                  <a:pt x="19361" y="174968"/>
                </a:lnTo>
                <a:lnTo>
                  <a:pt x="19197" y="176278"/>
                </a:lnTo>
                <a:lnTo>
                  <a:pt x="19004" y="181596"/>
                </a:lnTo>
                <a:lnTo>
                  <a:pt x="18420" y="182835"/>
                </a:lnTo>
                <a:lnTo>
                  <a:pt x="17730" y="183067"/>
                </a:lnTo>
                <a:lnTo>
                  <a:pt x="15393" y="182725"/>
                </a:lnTo>
                <a:lnTo>
                  <a:pt x="14825" y="183675"/>
                </a:lnTo>
                <a:lnTo>
                  <a:pt x="15364" y="184416"/>
                </a:lnTo>
                <a:lnTo>
                  <a:pt x="17254" y="185667"/>
                </a:lnTo>
                <a:lnTo>
                  <a:pt x="20998" y="186993"/>
                </a:lnTo>
                <a:lnTo>
                  <a:pt x="21490" y="187633"/>
                </a:lnTo>
                <a:lnTo>
                  <a:pt x="21735" y="188553"/>
                </a:lnTo>
                <a:lnTo>
                  <a:pt x="21695" y="189259"/>
                </a:lnTo>
                <a:lnTo>
                  <a:pt x="21338" y="189994"/>
                </a:lnTo>
                <a:lnTo>
                  <a:pt x="20335" y="191255"/>
                </a:lnTo>
                <a:lnTo>
                  <a:pt x="18425" y="192605"/>
                </a:lnTo>
                <a:lnTo>
                  <a:pt x="15132" y="193782"/>
                </a:lnTo>
                <a:lnTo>
                  <a:pt x="14976" y="194714"/>
                </a:lnTo>
                <a:lnTo>
                  <a:pt x="15924" y="196897"/>
                </a:lnTo>
                <a:lnTo>
                  <a:pt x="15474" y="197837"/>
                </a:lnTo>
                <a:lnTo>
                  <a:pt x="13413" y="198668"/>
                </a:lnTo>
                <a:lnTo>
                  <a:pt x="12464" y="198785"/>
                </a:lnTo>
                <a:lnTo>
                  <a:pt x="11892" y="199177"/>
                </a:lnTo>
                <a:lnTo>
                  <a:pt x="11701" y="199674"/>
                </a:lnTo>
                <a:lnTo>
                  <a:pt x="11792" y="200690"/>
                </a:lnTo>
                <a:lnTo>
                  <a:pt x="12612" y="201701"/>
                </a:lnTo>
                <a:lnTo>
                  <a:pt x="13302" y="202135"/>
                </a:lnTo>
                <a:lnTo>
                  <a:pt x="16513" y="202917"/>
                </a:lnTo>
                <a:lnTo>
                  <a:pt x="17151" y="203647"/>
                </a:lnTo>
                <a:lnTo>
                  <a:pt x="17035" y="204407"/>
                </a:lnTo>
                <a:lnTo>
                  <a:pt x="15239" y="205698"/>
                </a:lnTo>
                <a:lnTo>
                  <a:pt x="14177" y="207045"/>
                </a:lnTo>
                <a:lnTo>
                  <a:pt x="13517" y="208843"/>
                </a:lnTo>
                <a:lnTo>
                  <a:pt x="13428" y="210100"/>
                </a:lnTo>
                <a:lnTo>
                  <a:pt x="14350" y="212535"/>
                </a:lnTo>
                <a:lnTo>
                  <a:pt x="13696" y="216786"/>
                </a:lnTo>
                <a:lnTo>
                  <a:pt x="13868" y="219039"/>
                </a:lnTo>
                <a:lnTo>
                  <a:pt x="13212" y="219857"/>
                </a:lnTo>
                <a:lnTo>
                  <a:pt x="11623" y="220142"/>
                </a:lnTo>
                <a:lnTo>
                  <a:pt x="10082" y="219985"/>
                </a:lnTo>
                <a:lnTo>
                  <a:pt x="7060" y="219040"/>
                </a:lnTo>
                <a:lnTo>
                  <a:pt x="5563" y="219297"/>
                </a:lnTo>
                <a:lnTo>
                  <a:pt x="5063" y="220092"/>
                </a:lnTo>
                <a:lnTo>
                  <a:pt x="4905" y="220965"/>
                </a:lnTo>
                <a:lnTo>
                  <a:pt x="6088" y="223896"/>
                </a:lnTo>
                <a:lnTo>
                  <a:pt x="5897" y="226202"/>
                </a:lnTo>
                <a:lnTo>
                  <a:pt x="6333" y="228790"/>
                </a:lnTo>
                <a:lnTo>
                  <a:pt x="2944" y="230943"/>
                </a:lnTo>
                <a:lnTo>
                  <a:pt x="1197" y="231583"/>
                </a:lnTo>
                <a:lnTo>
                  <a:pt x="90" y="232556"/>
                </a:lnTo>
                <a:lnTo>
                  <a:pt x="0" y="233516"/>
                </a:lnTo>
                <a:lnTo>
                  <a:pt x="1162" y="235190"/>
                </a:lnTo>
                <a:lnTo>
                  <a:pt x="1144" y="235705"/>
                </a:lnTo>
                <a:lnTo>
                  <a:pt x="473" y="236508"/>
                </a:lnTo>
                <a:lnTo>
                  <a:pt x="262" y="236720"/>
                </a:lnTo>
                <a:lnTo>
                  <a:pt x="10744" y="236171"/>
                </a:lnTo>
                <a:lnTo>
                  <a:pt x="12062" y="282967"/>
                </a:lnTo>
                <a:lnTo>
                  <a:pt x="17286" y="285127"/>
                </a:lnTo>
                <a:lnTo>
                  <a:pt x="25790" y="289712"/>
                </a:lnTo>
                <a:lnTo>
                  <a:pt x="31305" y="279950"/>
                </a:lnTo>
                <a:lnTo>
                  <a:pt x="32230" y="277141"/>
                </a:lnTo>
                <a:lnTo>
                  <a:pt x="36758" y="258843"/>
                </a:lnTo>
                <a:lnTo>
                  <a:pt x="39374" y="250984"/>
                </a:lnTo>
                <a:lnTo>
                  <a:pt x="40409" y="240087"/>
                </a:lnTo>
                <a:lnTo>
                  <a:pt x="51170" y="241065"/>
                </a:lnTo>
                <a:lnTo>
                  <a:pt x="51945" y="230996"/>
                </a:lnTo>
                <a:lnTo>
                  <a:pt x="63247" y="232370"/>
                </a:lnTo>
                <a:lnTo>
                  <a:pt x="66573" y="223422"/>
                </a:lnTo>
                <a:lnTo>
                  <a:pt x="66541" y="216255"/>
                </a:lnTo>
                <a:lnTo>
                  <a:pt x="66325" y="213613"/>
                </a:lnTo>
                <a:lnTo>
                  <a:pt x="100290" y="215055"/>
                </a:lnTo>
                <a:lnTo>
                  <a:pt x="110009" y="217148"/>
                </a:lnTo>
                <a:lnTo>
                  <a:pt x="105211" y="230569"/>
                </a:lnTo>
                <a:lnTo>
                  <a:pt x="98368" y="227528"/>
                </a:lnTo>
                <a:lnTo>
                  <a:pt x="87500" y="224751"/>
                </a:lnTo>
                <a:lnTo>
                  <a:pt x="85189" y="234903"/>
                </a:lnTo>
                <a:lnTo>
                  <a:pt x="90428" y="234566"/>
                </a:lnTo>
                <a:lnTo>
                  <a:pt x="99026" y="239023"/>
                </a:lnTo>
                <a:lnTo>
                  <a:pt x="92372" y="249132"/>
                </a:lnTo>
                <a:lnTo>
                  <a:pt x="86200" y="259909"/>
                </a:lnTo>
                <a:lnTo>
                  <a:pt x="95004" y="270825"/>
                </a:lnTo>
                <a:lnTo>
                  <a:pt x="92872" y="294305"/>
                </a:lnTo>
                <a:lnTo>
                  <a:pt x="121346" y="301511"/>
                </a:lnTo>
                <a:lnTo>
                  <a:pt x="138864" y="315285"/>
                </a:lnTo>
                <a:lnTo>
                  <a:pt x="133592" y="321928"/>
                </a:lnTo>
                <a:lnTo>
                  <a:pt x="124977" y="335046"/>
                </a:lnTo>
                <a:lnTo>
                  <a:pt x="129867" y="337570"/>
                </a:lnTo>
                <a:lnTo>
                  <a:pt x="136806" y="340663"/>
                </a:lnTo>
                <a:lnTo>
                  <a:pt x="143514" y="343074"/>
                </a:lnTo>
                <a:lnTo>
                  <a:pt x="148023" y="345867"/>
                </a:lnTo>
                <a:lnTo>
                  <a:pt x="159373" y="349321"/>
                </a:lnTo>
                <a:lnTo>
                  <a:pt x="164512" y="351209"/>
                </a:lnTo>
                <a:lnTo>
                  <a:pt x="177867" y="359102"/>
                </a:lnTo>
                <a:lnTo>
                  <a:pt x="180208" y="353729"/>
                </a:lnTo>
                <a:lnTo>
                  <a:pt x="187043" y="353904"/>
                </a:lnTo>
                <a:lnTo>
                  <a:pt x="193672" y="360404"/>
                </a:lnTo>
                <a:lnTo>
                  <a:pt x="194759" y="359743"/>
                </a:lnTo>
                <a:lnTo>
                  <a:pt x="199176" y="367642"/>
                </a:lnTo>
                <a:lnTo>
                  <a:pt x="202780" y="376644"/>
                </a:lnTo>
                <a:lnTo>
                  <a:pt x="204424" y="385395"/>
                </a:lnTo>
                <a:lnTo>
                  <a:pt x="195584" y="389519"/>
                </a:lnTo>
                <a:lnTo>
                  <a:pt x="195226" y="392258"/>
                </a:lnTo>
                <a:lnTo>
                  <a:pt x="186894" y="411201"/>
                </a:lnTo>
                <a:lnTo>
                  <a:pt x="186103" y="412963"/>
                </a:lnTo>
                <a:lnTo>
                  <a:pt x="184404" y="414646"/>
                </a:lnTo>
                <a:lnTo>
                  <a:pt x="184150" y="417398"/>
                </a:lnTo>
                <a:lnTo>
                  <a:pt x="190589" y="421211"/>
                </a:lnTo>
                <a:lnTo>
                  <a:pt x="191871" y="422240"/>
                </a:lnTo>
                <a:lnTo>
                  <a:pt x="192257" y="422027"/>
                </a:lnTo>
                <a:lnTo>
                  <a:pt x="201179" y="428813"/>
                </a:lnTo>
                <a:lnTo>
                  <a:pt x="208211" y="433560"/>
                </a:lnTo>
                <a:lnTo>
                  <a:pt x="209432" y="433956"/>
                </a:lnTo>
                <a:lnTo>
                  <a:pt x="211421" y="433613"/>
                </a:lnTo>
                <a:lnTo>
                  <a:pt x="207285" y="445823"/>
                </a:lnTo>
                <a:lnTo>
                  <a:pt x="206519" y="451183"/>
                </a:lnTo>
                <a:lnTo>
                  <a:pt x="206967" y="458440"/>
                </a:lnTo>
                <a:lnTo>
                  <a:pt x="206087" y="466596"/>
                </a:lnTo>
                <a:lnTo>
                  <a:pt x="206283" y="473697"/>
                </a:lnTo>
                <a:lnTo>
                  <a:pt x="216026" y="476761"/>
                </a:lnTo>
                <a:lnTo>
                  <a:pt x="214089" y="481539"/>
                </a:lnTo>
                <a:lnTo>
                  <a:pt x="212394" y="490134"/>
                </a:lnTo>
                <a:lnTo>
                  <a:pt x="214917" y="495616"/>
                </a:lnTo>
                <a:lnTo>
                  <a:pt x="257063" y="486406"/>
                </a:lnTo>
                <a:lnTo>
                  <a:pt x="262990" y="489911"/>
                </a:lnTo>
                <a:lnTo>
                  <a:pt x="257530" y="499262"/>
                </a:lnTo>
                <a:lnTo>
                  <a:pt x="263773" y="502731"/>
                </a:lnTo>
                <a:lnTo>
                  <a:pt x="260138" y="512047"/>
                </a:lnTo>
                <a:lnTo>
                  <a:pt x="257634" y="512395"/>
                </a:lnTo>
                <a:lnTo>
                  <a:pt x="250538" y="523297"/>
                </a:lnTo>
                <a:lnTo>
                  <a:pt x="255112" y="528278"/>
                </a:lnTo>
                <a:lnTo>
                  <a:pt x="257603" y="525350"/>
                </a:lnTo>
                <a:lnTo>
                  <a:pt x="265760" y="534590"/>
                </a:lnTo>
                <a:lnTo>
                  <a:pt x="265876" y="537185"/>
                </a:lnTo>
                <a:lnTo>
                  <a:pt x="264507" y="539761"/>
                </a:lnTo>
                <a:lnTo>
                  <a:pt x="262483" y="542836"/>
                </a:lnTo>
                <a:lnTo>
                  <a:pt x="265468" y="543479"/>
                </a:lnTo>
                <a:lnTo>
                  <a:pt x="275297" y="552568"/>
                </a:lnTo>
                <a:lnTo>
                  <a:pt x="277869" y="550379"/>
                </a:lnTo>
                <a:lnTo>
                  <a:pt x="278912" y="549784"/>
                </a:lnTo>
                <a:lnTo>
                  <a:pt x="279459" y="549037"/>
                </a:lnTo>
                <a:lnTo>
                  <a:pt x="279393" y="546928"/>
                </a:lnTo>
                <a:lnTo>
                  <a:pt x="278628" y="544927"/>
                </a:lnTo>
                <a:lnTo>
                  <a:pt x="278879" y="544008"/>
                </a:lnTo>
                <a:lnTo>
                  <a:pt x="279874" y="543369"/>
                </a:lnTo>
                <a:lnTo>
                  <a:pt x="281640" y="543030"/>
                </a:lnTo>
                <a:lnTo>
                  <a:pt x="283062" y="542269"/>
                </a:lnTo>
                <a:lnTo>
                  <a:pt x="283508" y="542829"/>
                </a:lnTo>
                <a:lnTo>
                  <a:pt x="283837" y="542401"/>
                </a:lnTo>
                <a:lnTo>
                  <a:pt x="285121" y="542488"/>
                </a:lnTo>
                <a:lnTo>
                  <a:pt x="285823" y="542012"/>
                </a:lnTo>
                <a:lnTo>
                  <a:pt x="285950" y="542186"/>
                </a:lnTo>
                <a:lnTo>
                  <a:pt x="286729" y="541400"/>
                </a:lnTo>
                <a:lnTo>
                  <a:pt x="286694" y="541085"/>
                </a:lnTo>
                <a:lnTo>
                  <a:pt x="285914" y="540219"/>
                </a:lnTo>
                <a:lnTo>
                  <a:pt x="285851" y="539685"/>
                </a:lnTo>
                <a:lnTo>
                  <a:pt x="287122" y="539097"/>
                </a:lnTo>
                <a:lnTo>
                  <a:pt x="287053" y="538852"/>
                </a:lnTo>
                <a:lnTo>
                  <a:pt x="287676" y="538001"/>
                </a:lnTo>
                <a:lnTo>
                  <a:pt x="288009" y="538082"/>
                </a:lnTo>
                <a:lnTo>
                  <a:pt x="288243" y="537687"/>
                </a:lnTo>
                <a:lnTo>
                  <a:pt x="288741" y="537740"/>
                </a:lnTo>
                <a:lnTo>
                  <a:pt x="288599" y="537348"/>
                </a:lnTo>
                <a:lnTo>
                  <a:pt x="288891" y="536901"/>
                </a:lnTo>
                <a:lnTo>
                  <a:pt x="288607" y="536344"/>
                </a:lnTo>
                <a:lnTo>
                  <a:pt x="288258" y="536299"/>
                </a:lnTo>
                <a:lnTo>
                  <a:pt x="287698" y="534399"/>
                </a:lnTo>
                <a:lnTo>
                  <a:pt x="288007" y="534038"/>
                </a:lnTo>
                <a:lnTo>
                  <a:pt x="287686" y="533776"/>
                </a:lnTo>
                <a:lnTo>
                  <a:pt x="287965" y="533634"/>
                </a:lnTo>
                <a:lnTo>
                  <a:pt x="287847" y="533301"/>
                </a:lnTo>
                <a:lnTo>
                  <a:pt x="288379" y="532536"/>
                </a:lnTo>
                <a:lnTo>
                  <a:pt x="288506" y="531869"/>
                </a:lnTo>
                <a:lnTo>
                  <a:pt x="287893" y="531553"/>
                </a:lnTo>
                <a:lnTo>
                  <a:pt x="287559" y="529963"/>
                </a:lnTo>
                <a:lnTo>
                  <a:pt x="288604" y="528463"/>
                </a:lnTo>
                <a:lnTo>
                  <a:pt x="288536" y="527840"/>
                </a:lnTo>
                <a:lnTo>
                  <a:pt x="288862" y="527416"/>
                </a:lnTo>
                <a:lnTo>
                  <a:pt x="288422" y="526339"/>
                </a:lnTo>
                <a:lnTo>
                  <a:pt x="287929" y="526055"/>
                </a:lnTo>
                <a:lnTo>
                  <a:pt x="287382" y="525150"/>
                </a:lnTo>
                <a:lnTo>
                  <a:pt x="287239" y="524220"/>
                </a:lnTo>
                <a:lnTo>
                  <a:pt x="286409" y="523331"/>
                </a:lnTo>
                <a:lnTo>
                  <a:pt x="285752" y="523087"/>
                </a:lnTo>
                <a:lnTo>
                  <a:pt x="285789" y="521916"/>
                </a:lnTo>
                <a:lnTo>
                  <a:pt x="285632" y="521873"/>
                </a:lnTo>
                <a:lnTo>
                  <a:pt x="285791" y="521464"/>
                </a:lnTo>
                <a:lnTo>
                  <a:pt x="286438" y="521356"/>
                </a:lnTo>
                <a:lnTo>
                  <a:pt x="286678" y="521976"/>
                </a:lnTo>
                <a:lnTo>
                  <a:pt x="287504" y="522521"/>
                </a:lnTo>
                <a:lnTo>
                  <a:pt x="289067" y="522204"/>
                </a:lnTo>
                <a:lnTo>
                  <a:pt x="289373" y="521583"/>
                </a:lnTo>
                <a:lnTo>
                  <a:pt x="289428" y="520351"/>
                </a:lnTo>
                <a:lnTo>
                  <a:pt x="290690" y="519751"/>
                </a:lnTo>
                <a:lnTo>
                  <a:pt x="291235" y="519736"/>
                </a:lnTo>
                <a:lnTo>
                  <a:pt x="291844" y="518810"/>
                </a:lnTo>
                <a:lnTo>
                  <a:pt x="292213" y="518015"/>
                </a:lnTo>
                <a:lnTo>
                  <a:pt x="292239" y="516870"/>
                </a:lnTo>
                <a:lnTo>
                  <a:pt x="292858" y="515873"/>
                </a:lnTo>
                <a:lnTo>
                  <a:pt x="292872" y="514578"/>
                </a:lnTo>
                <a:lnTo>
                  <a:pt x="293147" y="514141"/>
                </a:lnTo>
                <a:lnTo>
                  <a:pt x="294117" y="514207"/>
                </a:lnTo>
                <a:lnTo>
                  <a:pt x="294803" y="514000"/>
                </a:lnTo>
                <a:lnTo>
                  <a:pt x="295034" y="513700"/>
                </a:lnTo>
                <a:lnTo>
                  <a:pt x="296022" y="513809"/>
                </a:lnTo>
                <a:lnTo>
                  <a:pt x="296438" y="513584"/>
                </a:lnTo>
                <a:lnTo>
                  <a:pt x="297518" y="513802"/>
                </a:lnTo>
                <a:lnTo>
                  <a:pt x="297729" y="514140"/>
                </a:lnTo>
                <a:lnTo>
                  <a:pt x="297853" y="513798"/>
                </a:lnTo>
                <a:lnTo>
                  <a:pt x="298656" y="513350"/>
                </a:lnTo>
                <a:lnTo>
                  <a:pt x="298391" y="512552"/>
                </a:lnTo>
                <a:lnTo>
                  <a:pt x="297454" y="511986"/>
                </a:lnTo>
                <a:lnTo>
                  <a:pt x="297415" y="511563"/>
                </a:lnTo>
                <a:lnTo>
                  <a:pt x="297811" y="510955"/>
                </a:lnTo>
                <a:lnTo>
                  <a:pt x="299032" y="510251"/>
                </a:lnTo>
                <a:lnTo>
                  <a:pt x="293251" y="504212"/>
                </a:lnTo>
                <a:lnTo>
                  <a:pt x="293711" y="503232"/>
                </a:lnTo>
                <a:lnTo>
                  <a:pt x="294760" y="503472"/>
                </a:lnTo>
                <a:lnTo>
                  <a:pt x="295325" y="502919"/>
                </a:lnTo>
                <a:lnTo>
                  <a:pt x="295710" y="500845"/>
                </a:lnTo>
                <a:lnTo>
                  <a:pt x="294956" y="499502"/>
                </a:lnTo>
                <a:lnTo>
                  <a:pt x="296412" y="495920"/>
                </a:lnTo>
                <a:lnTo>
                  <a:pt x="298316" y="495347"/>
                </a:lnTo>
                <a:lnTo>
                  <a:pt x="298581" y="492549"/>
                </a:lnTo>
                <a:lnTo>
                  <a:pt x="296553" y="490156"/>
                </a:lnTo>
                <a:lnTo>
                  <a:pt x="295700" y="488534"/>
                </a:lnTo>
                <a:lnTo>
                  <a:pt x="295354" y="487274"/>
                </a:lnTo>
                <a:lnTo>
                  <a:pt x="295620" y="486571"/>
                </a:lnTo>
                <a:lnTo>
                  <a:pt x="296072" y="486372"/>
                </a:lnTo>
                <a:lnTo>
                  <a:pt x="296884" y="486454"/>
                </a:lnTo>
                <a:lnTo>
                  <a:pt x="297258" y="486128"/>
                </a:lnTo>
                <a:lnTo>
                  <a:pt x="297048" y="485443"/>
                </a:lnTo>
                <a:lnTo>
                  <a:pt x="296225" y="484628"/>
                </a:lnTo>
                <a:lnTo>
                  <a:pt x="296151" y="484280"/>
                </a:lnTo>
                <a:lnTo>
                  <a:pt x="298113" y="482227"/>
                </a:lnTo>
                <a:lnTo>
                  <a:pt x="298193" y="480801"/>
                </a:lnTo>
                <a:lnTo>
                  <a:pt x="308196" y="478932"/>
                </a:lnTo>
                <a:lnTo>
                  <a:pt x="307463" y="475124"/>
                </a:lnTo>
                <a:lnTo>
                  <a:pt x="311415" y="474352"/>
                </a:lnTo>
                <a:lnTo>
                  <a:pt x="311402" y="475098"/>
                </a:lnTo>
                <a:lnTo>
                  <a:pt x="311150" y="475350"/>
                </a:lnTo>
                <a:lnTo>
                  <a:pt x="310883" y="476557"/>
                </a:lnTo>
                <a:lnTo>
                  <a:pt x="311087" y="478913"/>
                </a:lnTo>
                <a:lnTo>
                  <a:pt x="311703" y="480557"/>
                </a:lnTo>
                <a:lnTo>
                  <a:pt x="312728" y="481019"/>
                </a:lnTo>
                <a:lnTo>
                  <a:pt x="313281" y="482653"/>
                </a:lnTo>
                <a:lnTo>
                  <a:pt x="312905" y="483801"/>
                </a:lnTo>
                <a:lnTo>
                  <a:pt x="312923" y="485422"/>
                </a:lnTo>
                <a:lnTo>
                  <a:pt x="312701" y="485948"/>
                </a:lnTo>
                <a:lnTo>
                  <a:pt x="312846" y="486800"/>
                </a:lnTo>
                <a:lnTo>
                  <a:pt x="312436" y="487596"/>
                </a:lnTo>
                <a:lnTo>
                  <a:pt x="313137" y="488578"/>
                </a:lnTo>
                <a:lnTo>
                  <a:pt x="313084" y="489414"/>
                </a:lnTo>
                <a:lnTo>
                  <a:pt x="313727" y="489990"/>
                </a:lnTo>
                <a:lnTo>
                  <a:pt x="321369" y="489045"/>
                </a:lnTo>
                <a:lnTo>
                  <a:pt x="325840" y="488900"/>
                </a:lnTo>
                <a:lnTo>
                  <a:pt x="338383" y="487084"/>
                </a:lnTo>
                <a:lnTo>
                  <a:pt x="342178" y="486824"/>
                </a:lnTo>
                <a:lnTo>
                  <a:pt x="347187" y="488834"/>
                </a:lnTo>
                <a:lnTo>
                  <a:pt x="349052" y="489921"/>
                </a:lnTo>
                <a:lnTo>
                  <a:pt x="320047" y="523714"/>
                </a:lnTo>
                <a:lnTo>
                  <a:pt x="322137" y="523267"/>
                </a:lnTo>
                <a:lnTo>
                  <a:pt x="321491" y="524509"/>
                </a:lnTo>
                <a:lnTo>
                  <a:pt x="321471" y="524972"/>
                </a:lnTo>
                <a:lnTo>
                  <a:pt x="321877" y="525356"/>
                </a:lnTo>
                <a:lnTo>
                  <a:pt x="321571" y="525177"/>
                </a:lnTo>
                <a:lnTo>
                  <a:pt x="321534" y="525999"/>
                </a:lnTo>
                <a:lnTo>
                  <a:pt x="320717" y="526117"/>
                </a:lnTo>
                <a:lnTo>
                  <a:pt x="319844" y="525717"/>
                </a:lnTo>
                <a:lnTo>
                  <a:pt x="317584" y="526931"/>
                </a:lnTo>
                <a:lnTo>
                  <a:pt x="334611" y="556313"/>
                </a:lnTo>
                <a:lnTo>
                  <a:pt x="335897" y="554765"/>
                </a:lnTo>
                <a:lnTo>
                  <a:pt x="336929" y="553043"/>
                </a:lnTo>
                <a:lnTo>
                  <a:pt x="337330" y="551802"/>
                </a:lnTo>
                <a:lnTo>
                  <a:pt x="337901" y="551162"/>
                </a:lnTo>
                <a:lnTo>
                  <a:pt x="339537" y="550941"/>
                </a:lnTo>
                <a:lnTo>
                  <a:pt x="341592" y="551324"/>
                </a:lnTo>
                <a:lnTo>
                  <a:pt x="343100" y="550511"/>
                </a:lnTo>
                <a:lnTo>
                  <a:pt x="344571" y="550626"/>
                </a:lnTo>
                <a:lnTo>
                  <a:pt x="345713" y="550010"/>
                </a:lnTo>
                <a:lnTo>
                  <a:pt x="347206" y="549150"/>
                </a:lnTo>
                <a:lnTo>
                  <a:pt x="350142" y="549593"/>
                </a:lnTo>
                <a:lnTo>
                  <a:pt x="351730" y="549265"/>
                </a:lnTo>
                <a:lnTo>
                  <a:pt x="352257" y="548847"/>
                </a:lnTo>
                <a:lnTo>
                  <a:pt x="352715" y="546028"/>
                </a:lnTo>
                <a:lnTo>
                  <a:pt x="356761" y="540968"/>
                </a:lnTo>
                <a:lnTo>
                  <a:pt x="357125" y="540204"/>
                </a:lnTo>
                <a:lnTo>
                  <a:pt x="356989" y="539386"/>
                </a:lnTo>
                <a:lnTo>
                  <a:pt x="356431" y="538422"/>
                </a:lnTo>
                <a:lnTo>
                  <a:pt x="355392" y="536953"/>
                </a:lnTo>
                <a:lnTo>
                  <a:pt x="354711" y="536424"/>
                </a:lnTo>
                <a:lnTo>
                  <a:pt x="354761" y="535698"/>
                </a:lnTo>
                <a:lnTo>
                  <a:pt x="355650" y="534565"/>
                </a:lnTo>
                <a:lnTo>
                  <a:pt x="357735" y="533505"/>
                </a:lnTo>
                <a:lnTo>
                  <a:pt x="358613" y="531963"/>
                </a:lnTo>
                <a:lnTo>
                  <a:pt x="360573" y="530367"/>
                </a:lnTo>
                <a:lnTo>
                  <a:pt x="360852" y="529205"/>
                </a:lnTo>
                <a:lnTo>
                  <a:pt x="360601" y="526907"/>
                </a:lnTo>
                <a:lnTo>
                  <a:pt x="360977" y="526301"/>
                </a:lnTo>
                <a:lnTo>
                  <a:pt x="361724" y="526034"/>
                </a:lnTo>
                <a:lnTo>
                  <a:pt x="363414" y="526859"/>
                </a:lnTo>
                <a:lnTo>
                  <a:pt x="364844" y="526624"/>
                </a:lnTo>
                <a:lnTo>
                  <a:pt x="365576" y="525716"/>
                </a:lnTo>
                <a:lnTo>
                  <a:pt x="366503" y="525267"/>
                </a:lnTo>
                <a:lnTo>
                  <a:pt x="368371" y="523734"/>
                </a:lnTo>
                <a:lnTo>
                  <a:pt x="369528" y="521233"/>
                </a:lnTo>
                <a:lnTo>
                  <a:pt x="370203" y="520480"/>
                </a:lnTo>
                <a:lnTo>
                  <a:pt x="371489" y="519762"/>
                </a:lnTo>
                <a:lnTo>
                  <a:pt x="374578" y="518904"/>
                </a:lnTo>
                <a:lnTo>
                  <a:pt x="377668" y="517351"/>
                </a:lnTo>
                <a:lnTo>
                  <a:pt x="378304" y="516783"/>
                </a:lnTo>
                <a:lnTo>
                  <a:pt x="378794" y="516000"/>
                </a:lnTo>
                <a:lnTo>
                  <a:pt x="378838" y="515177"/>
                </a:lnTo>
                <a:lnTo>
                  <a:pt x="376639" y="513323"/>
                </a:lnTo>
                <a:lnTo>
                  <a:pt x="376074" y="512322"/>
                </a:lnTo>
                <a:lnTo>
                  <a:pt x="376104" y="511825"/>
                </a:lnTo>
                <a:lnTo>
                  <a:pt x="376930" y="510993"/>
                </a:lnTo>
                <a:lnTo>
                  <a:pt x="378298" y="510523"/>
                </a:lnTo>
                <a:lnTo>
                  <a:pt x="379298" y="509869"/>
                </a:lnTo>
                <a:lnTo>
                  <a:pt x="380604" y="506539"/>
                </a:lnTo>
                <a:lnTo>
                  <a:pt x="381411" y="505754"/>
                </a:lnTo>
                <a:lnTo>
                  <a:pt x="385197" y="505288"/>
                </a:lnTo>
                <a:lnTo>
                  <a:pt x="387132" y="505715"/>
                </a:lnTo>
                <a:lnTo>
                  <a:pt x="389711" y="504904"/>
                </a:lnTo>
                <a:lnTo>
                  <a:pt x="390334" y="505387"/>
                </a:lnTo>
                <a:lnTo>
                  <a:pt x="390764" y="505311"/>
                </a:lnTo>
                <a:lnTo>
                  <a:pt x="391404" y="504020"/>
                </a:lnTo>
                <a:lnTo>
                  <a:pt x="391965" y="501949"/>
                </a:lnTo>
                <a:lnTo>
                  <a:pt x="394216" y="498524"/>
                </a:lnTo>
                <a:lnTo>
                  <a:pt x="396457" y="497243"/>
                </a:lnTo>
                <a:lnTo>
                  <a:pt x="398616" y="495056"/>
                </a:lnTo>
                <a:lnTo>
                  <a:pt x="401208" y="494041"/>
                </a:lnTo>
                <a:lnTo>
                  <a:pt x="402865" y="492996"/>
                </a:lnTo>
                <a:lnTo>
                  <a:pt x="405211" y="493231"/>
                </a:lnTo>
                <a:lnTo>
                  <a:pt x="407737" y="492295"/>
                </a:lnTo>
                <a:lnTo>
                  <a:pt x="408780" y="492107"/>
                </a:lnTo>
                <a:lnTo>
                  <a:pt x="409348" y="492268"/>
                </a:lnTo>
                <a:lnTo>
                  <a:pt x="409935" y="491657"/>
                </a:lnTo>
                <a:lnTo>
                  <a:pt x="410155" y="490389"/>
                </a:lnTo>
                <a:lnTo>
                  <a:pt x="411043" y="489383"/>
                </a:lnTo>
                <a:lnTo>
                  <a:pt x="412058" y="489302"/>
                </a:lnTo>
                <a:lnTo>
                  <a:pt x="413042" y="489624"/>
                </a:lnTo>
                <a:lnTo>
                  <a:pt x="415667" y="489796"/>
                </a:lnTo>
                <a:lnTo>
                  <a:pt x="419135" y="489263"/>
                </a:lnTo>
                <a:lnTo>
                  <a:pt x="421787" y="488568"/>
                </a:lnTo>
                <a:lnTo>
                  <a:pt x="424177" y="487127"/>
                </a:lnTo>
                <a:lnTo>
                  <a:pt x="425979" y="484116"/>
                </a:lnTo>
                <a:lnTo>
                  <a:pt x="426850" y="483566"/>
                </a:lnTo>
                <a:lnTo>
                  <a:pt x="427691" y="483560"/>
                </a:lnTo>
                <a:lnTo>
                  <a:pt x="428657" y="484330"/>
                </a:lnTo>
                <a:lnTo>
                  <a:pt x="429656" y="484385"/>
                </a:lnTo>
                <a:lnTo>
                  <a:pt x="430790" y="485887"/>
                </a:lnTo>
                <a:lnTo>
                  <a:pt x="432094" y="485561"/>
                </a:lnTo>
                <a:lnTo>
                  <a:pt x="432555" y="485702"/>
                </a:lnTo>
                <a:lnTo>
                  <a:pt x="432776" y="485998"/>
                </a:lnTo>
                <a:lnTo>
                  <a:pt x="432863" y="487008"/>
                </a:lnTo>
                <a:lnTo>
                  <a:pt x="434048" y="488675"/>
                </a:lnTo>
                <a:lnTo>
                  <a:pt x="436338" y="490063"/>
                </a:lnTo>
                <a:lnTo>
                  <a:pt x="437365" y="489923"/>
                </a:lnTo>
                <a:lnTo>
                  <a:pt x="438378" y="489086"/>
                </a:lnTo>
                <a:lnTo>
                  <a:pt x="439365" y="487236"/>
                </a:lnTo>
                <a:lnTo>
                  <a:pt x="439152" y="484373"/>
                </a:lnTo>
                <a:lnTo>
                  <a:pt x="439582" y="482727"/>
                </a:lnTo>
                <a:lnTo>
                  <a:pt x="439431" y="481414"/>
                </a:lnTo>
                <a:lnTo>
                  <a:pt x="439037" y="480464"/>
                </a:lnTo>
                <a:lnTo>
                  <a:pt x="439522" y="479623"/>
                </a:lnTo>
                <a:lnTo>
                  <a:pt x="440441" y="479075"/>
                </a:lnTo>
                <a:lnTo>
                  <a:pt x="443981" y="478864"/>
                </a:lnTo>
                <a:lnTo>
                  <a:pt x="446600" y="476405"/>
                </a:lnTo>
                <a:lnTo>
                  <a:pt x="447572" y="476542"/>
                </a:lnTo>
                <a:lnTo>
                  <a:pt x="447968" y="476393"/>
                </a:lnTo>
                <a:lnTo>
                  <a:pt x="449706" y="474961"/>
                </a:lnTo>
                <a:lnTo>
                  <a:pt x="451789" y="474382"/>
                </a:lnTo>
                <a:lnTo>
                  <a:pt x="454314" y="472494"/>
                </a:lnTo>
                <a:lnTo>
                  <a:pt x="455285" y="472343"/>
                </a:lnTo>
                <a:lnTo>
                  <a:pt x="456776" y="472583"/>
                </a:lnTo>
                <a:lnTo>
                  <a:pt x="457669" y="472385"/>
                </a:lnTo>
                <a:lnTo>
                  <a:pt x="459119" y="470752"/>
                </a:lnTo>
                <a:lnTo>
                  <a:pt x="460943" y="469800"/>
                </a:lnTo>
                <a:lnTo>
                  <a:pt x="461715" y="469862"/>
                </a:lnTo>
                <a:lnTo>
                  <a:pt x="462007" y="471714"/>
                </a:lnTo>
                <a:lnTo>
                  <a:pt x="463440" y="473591"/>
                </a:lnTo>
                <a:lnTo>
                  <a:pt x="463649" y="474380"/>
                </a:lnTo>
                <a:lnTo>
                  <a:pt x="463193" y="475340"/>
                </a:lnTo>
                <a:lnTo>
                  <a:pt x="463341" y="476418"/>
                </a:lnTo>
                <a:lnTo>
                  <a:pt x="464431" y="478578"/>
                </a:lnTo>
                <a:lnTo>
                  <a:pt x="465206" y="479040"/>
                </a:lnTo>
                <a:lnTo>
                  <a:pt x="467253" y="479745"/>
                </a:lnTo>
                <a:lnTo>
                  <a:pt x="469961" y="479478"/>
                </a:lnTo>
                <a:lnTo>
                  <a:pt x="470975" y="478925"/>
                </a:lnTo>
                <a:lnTo>
                  <a:pt x="470531" y="477656"/>
                </a:lnTo>
                <a:lnTo>
                  <a:pt x="470635" y="476901"/>
                </a:lnTo>
                <a:lnTo>
                  <a:pt x="471333" y="476775"/>
                </a:lnTo>
                <a:lnTo>
                  <a:pt x="472627" y="476995"/>
                </a:lnTo>
                <a:lnTo>
                  <a:pt x="473502" y="476262"/>
                </a:lnTo>
                <a:lnTo>
                  <a:pt x="474744" y="475914"/>
                </a:lnTo>
                <a:lnTo>
                  <a:pt x="475837" y="476407"/>
                </a:lnTo>
                <a:lnTo>
                  <a:pt x="477002" y="477789"/>
                </a:lnTo>
                <a:lnTo>
                  <a:pt x="477966" y="480700"/>
                </a:lnTo>
                <a:lnTo>
                  <a:pt x="480961" y="479472"/>
                </a:lnTo>
                <a:lnTo>
                  <a:pt x="482930" y="479860"/>
                </a:lnTo>
                <a:lnTo>
                  <a:pt x="482652" y="480913"/>
                </a:lnTo>
                <a:lnTo>
                  <a:pt x="482901" y="481682"/>
                </a:lnTo>
                <a:lnTo>
                  <a:pt x="484496" y="482224"/>
                </a:lnTo>
                <a:lnTo>
                  <a:pt x="485798" y="483395"/>
                </a:lnTo>
                <a:lnTo>
                  <a:pt x="486216" y="484061"/>
                </a:lnTo>
                <a:lnTo>
                  <a:pt x="486665" y="485722"/>
                </a:lnTo>
                <a:lnTo>
                  <a:pt x="486491" y="487983"/>
                </a:lnTo>
                <a:lnTo>
                  <a:pt x="486897" y="489989"/>
                </a:lnTo>
                <a:lnTo>
                  <a:pt x="485762" y="491987"/>
                </a:lnTo>
                <a:lnTo>
                  <a:pt x="485707" y="492674"/>
                </a:lnTo>
                <a:lnTo>
                  <a:pt x="487096" y="495219"/>
                </a:lnTo>
                <a:lnTo>
                  <a:pt x="488183" y="496144"/>
                </a:lnTo>
                <a:lnTo>
                  <a:pt x="488995" y="497251"/>
                </a:lnTo>
                <a:lnTo>
                  <a:pt x="490315" y="497575"/>
                </a:lnTo>
                <a:lnTo>
                  <a:pt x="492096" y="495814"/>
                </a:lnTo>
                <a:lnTo>
                  <a:pt x="494722" y="494771"/>
                </a:lnTo>
                <a:lnTo>
                  <a:pt x="498549" y="491277"/>
                </a:lnTo>
                <a:lnTo>
                  <a:pt x="498938" y="490232"/>
                </a:lnTo>
                <a:lnTo>
                  <a:pt x="498946" y="489353"/>
                </a:lnTo>
                <a:lnTo>
                  <a:pt x="498672" y="488990"/>
                </a:lnTo>
                <a:lnTo>
                  <a:pt x="495096" y="488675"/>
                </a:lnTo>
                <a:lnTo>
                  <a:pt x="493247" y="486779"/>
                </a:lnTo>
                <a:lnTo>
                  <a:pt x="494559" y="485357"/>
                </a:lnTo>
                <a:lnTo>
                  <a:pt x="496900" y="484297"/>
                </a:lnTo>
                <a:lnTo>
                  <a:pt x="497814" y="483446"/>
                </a:lnTo>
                <a:lnTo>
                  <a:pt x="497773" y="482616"/>
                </a:lnTo>
                <a:lnTo>
                  <a:pt x="496274" y="478992"/>
                </a:lnTo>
                <a:lnTo>
                  <a:pt x="497678" y="474990"/>
                </a:lnTo>
                <a:lnTo>
                  <a:pt x="498249" y="474747"/>
                </a:lnTo>
                <a:lnTo>
                  <a:pt x="500815" y="475058"/>
                </a:lnTo>
                <a:lnTo>
                  <a:pt x="501841" y="474720"/>
                </a:lnTo>
                <a:lnTo>
                  <a:pt x="502482" y="474163"/>
                </a:lnTo>
                <a:lnTo>
                  <a:pt x="503485" y="472693"/>
                </a:lnTo>
                <a:lnTo>
                  <a:pt x="503162" y="471380"/>
                </a:lnTo>
                <a:lnTo>
                  <a:pt x="503421" y="470488"/>
                </a:lnTo>
                <a:lnTo>
                  <a:pt x="504908" y="469161"/>
                </a:lnTo>
                <a:lnTo>
                  <a:pt x="505808" y="469038"/>
                </a:lnTo>
                <a:lnTo>
                  <a:pt x="506485" y="469854"/>
                </a:lnTo>
                <a:lnTo>
                  <a:pt x="507696" y="470092"/>
                </a:lnTo>
                <a:lnTo>
                  <a:pt x="509096" y="468142"/>
                </a:lnTo>
                <a:lnTo>
                  <a:pt x="509839" y="465960"/>
                </a:lnTo>
                <a:lnTo>
                  <a:pt x="510144" y="465653"/>
                </a:lnTo>
                <a:lnTo>
                  <a:pt x="512442" y="464958"/>
                </a:lnTo>
                <a:lnTo>
                  <a:pt x="514743" y="462618"/>
                </a:lnTo>
                <a:lnTo>
                  <a:pt x="517667" y="462311"/>
                </a:lnTo>
                <a:lnTo>
                  <a:pt x="518651" y="461947"/>
                </a:lnTo>
                <a:lnTo>
                  <a:pt x="519018" y="459257"/>
                </a:lnTo>
                <a:lnTo>
                  <a:pt x="517558" y="457291"/>
                </a:lnTo>
                <a:lnTo>
                  <a:pt x="517454" y="455851"/>
                </a:lnTo>
                <a:lnTo>
                  <a:pt x="519526" y="452642"/>
                </a:lnTo>
                <a:lnTo>
                  <a:pt x="520409" y="449630"/>
                </a:lnTo>
                <a:lnTo>
                  <a:pt x="520789" y="448998"/>
                </a:lnTo>
                <a:lnTo>
                  <a:pt x="521187" y="448753"/>
                </a:lnTo>
                <a:lnTo>
                  <a:pt x="522323" y="448717"/>
                </a:lnTo>
                <a:lnTo>
                  <a:pt x="523389" y="447193"/>
                </a:lnTo>
                <a:lnTo>
                  <a:pt x="524042" y="446645"/>
                </a:lnTo>
                <a:lnTo>
                  <a:pt x="524743" y="446717"/>
                </a:lnTo>
                <a:lnTo>
                  <a:pt x="525670" y="447428"/>
                </a:lnTo>
                <a:lnTo>
                  <a:pt x="527123" y="447625"/>
                </a:lnTo>
                <a:lnTo>
                  <a:pt x="527830" y="446751"/>
                </a:lnTo>
                <a:lnTo>
                  <a:pt x="528484" y="446620"/>
                </a:lnTo>
                <a:lnTo>
                  <a:pt x="530538" y="447065"/>
                </a:lnTo>
                <a:lnTo>
                  <a:pt x="531052" y="447737"/>
                </a:lnTo>
                <a:lnTo>
                  <a:pt x="531483" y="449194"/>
                </a:lnTo>
                <a:lnTo>
                  <a:pt x="532099" y="449519"/>
                </a:lnTo>
                <a:lnTo>
                  <a:pt x="532526" y="449452"/>
                </a:lnTo>
                <a:lnTo>
                  <a:pt x="532896" y="448858"/>
                </a:lnTo>
                <a:lnTo>
                  <a:pt x="533104" y="447374"/>
                </a:lnTo>
                <a:lnTo>
                  <a:pt x="533056" y="445097"/>
                </a:lnTo>
                <a:lnTo>
                  <a:pt x="534245" y="443934"/>
                </a:lnTo>
                <a:lnTo>
                  <a:pt x="534875" y="442492"/>
                </a:lnTo>
                <a:lnTo>
                  <a:pt x="535764" y="441856"/>
                </a:lnTo>
                <a:lnTo>
                  <a:pt x="538031" y="442528"/>
                </a:lnTo>
                <a:lnTo>
                  <a:pt x="539069" y="441788"/>
                </a:lnTo>
                <a:lnTo>
                  <a:pt x="539607" y="441672"/>
                </a:lnTo>
                <a:lnTo>
                  <a:pt x="540712" y="442441"/>
                </a:lnTo>
                <a:lnTo>
                  <a:pt x="541825" y="442642"/>
                </a:lnTo>
                <a:lnTo>
                  <a:pt x="542716" y="443374"/>
                </a:lnTo>
                <a:lnTo>
                  <a:pt x="545873" y="444845"/>
                </a:lnTo>
                <a:lnTo>
                  <a:pt x="546807" y="445527"/>
                </a:lnTo>
                <a:lnTo>
                  <a:pt x="548537" y="444259"/>
                </a:lnTo>
                <a:lnTo>
                  <a:pt x="550041" y="442573"/>
                </a:lnTo>
                <a:lnTo>
                  <a:pt x="551007" y="442210"/>
                </a:lnTo>
                <a:lnTo>
                  <a:pt x="552015" y="442365"/>
                </a:lnTo>
                <a:lnTo>
                  <a:pt x="553338" y="443135"/>
                </a:lnTo>
                <a:lnTo>
                  <a:pt x="557531" y="443932"/>
                </a:lnTo>
                <a:lnTo>
                  <a:pt x="558616" y="444382"/>
                </a:lnTo>
                <a:lnTo>
                  <a:pt x="559032" y="444355"/>
                </a:lnTo>
                <a:lnTo>
                  <a:pt x="559477" y="443913"/>
                </a:lnTo>
                <a:lnTo>
                  <a:pt x="559949" y="442658"/>
                </a:lnTo>
                <a:lnTo>
                  <a:pt x="559756" y="442227"/>
                </a:lnTo>
                <a:lnTo>
                  <a:pt x="557860" y="441372"/>
                </a:lnTo>
                <a:lnTo>
                  <a:pt x="555738" y="441363"/>
                </a:lnTo>
                <a:lnTo>
                  <a:pt x="554556" y="440043"/>
                </a:lnTo>
                <a:lnTo>
                  <a:pt x="552522" y="439015"/>
                </a:lnTo>
                <a:lnTo>
                  <a:pt x="550333" y="436395"/>
                </a:lnTo>
                <a:lnTo>
                  <a:pt x="550466" y="435484"/>
                </a:lnTo>
                <a:lnTo>
                  <a:pt x="551682" y="434442"/>
                </a:lnTo>
                <a:lnTo>
                  <a:pt x="552104" y="432655"/>
                </a:lnTo>
                <a:lnTo>
                  <a:pt x="554382" y="430457"/>
                </a:lnTo>
                <a:lnTo>
                  <a:pt x="554640" y="429821"/>
                </a:lnTo>
                <a:lnTo>
                  <a:pt x="555496" y="429576"/>
                </a:lnTo>
                <a:lnTo>
                  <a:pt x="555978" y="429970"/>
                </a:lnTo>
                <a:lnTo>
                  <a:pt x="555970" y="430687"/>
                </a:lnTo>
                <a:lnTo>
                  <a:pt x="555127" y="431540"/>
                </a:lnTo>
                <a:lnTo>
                  <a:pt x="555356" y="432228"/>
                </a:lnTo>
                <a:lnTo>
                  <a:pt x="555942" y="432363"/>
                </a:lnTo>
                <a:lnTo>
                  <a:pt x="557175" y="431609"/>
                </a:lnTo>
                <a:lnTo>
                  <a:pt x="557286" y="429875"/>
                </a:lnTo>
                <a:lnTo>
                  <a:pt x="556516" y="427926"/>
                </a:lnTo>
                <a:lnTo>
                  <a:pt x="556574" y="426294"/>
                </a:lnTo>
                <a:lnTo>
                  <a:pt x="556641" y="425830"/>
                </a:lnTo>
                <a:lnTo>
                  <a:pt x="557725" y="424326"/>
                </a:lnTo>
                <a:lnTo>
                  <a:pt x="557888" y="423364"/>
                </a:lnTo>
                <a:lnTo>
                  <a:pt x="557538" y="421961"/>
                </a:lnTo>
                <a:lnTo>
                  <a:pt x="556742" y="420573"/>
                </a:lnTo>
                <a:lnTo>
                  <a:pt x="555029" y="419587"/>
                </a:lnTo>
                <a:lnTo>
                  <a:pt x="553221" y="417156"/>
                </a:lnTo>
                <a:lnTo>
                  <a:pt x="551921" y="416009"/>
                </a:lnTo>
                <a:lnTo>
                  <a:pt x="550352" y="415107"/>
                </a:lnTo>
                <a:lnTo>
                  <a:pt x="549519" y="413898"/>
                </a:lnTo>
                <a:lnTo>
                  <a:pt x="548883" y="410694"/>
                </a:lnTo>
                <a:lnTo>
                  <a:pt x="548093" y="409894"/>
                </a:lnTo>
                <a:lnTo>
                  <a:pt x="547687" y="408646"/>
                </a:lnTo>
                <a:lnTo>
                  <a:pt x="547112" y="407832"/>
                </a:lnTo>
                <a:lnTo>
                  <a:pt x="547119" y="407166"/>
                </a:lnTo>
                <a:lnTo>
                  <a:pt x="547934" y="404799"/>
                </a:lnTo>
                <a:lnTo>
                  <a:pt x="548446" y="404270"/>
                </a:lnTo>
                <a:lnTo>
                  <a:pt x="550143" y="404264"/>
                </a:lnTo>
                <a:lnTo>
                  <a:pt x="552774" y="405600"/>
                </a:lnTo>
                <a:lnTo>
                  <a:pt x="554782" y="405021"/>
                </a:lnTo>
                <a:lnTo>
                  <a:pt x="555259" y="404120"/>
                </a:lnTo>
                <a:lnTo>
                  <a:pt x="555552" y="402322"/>
                </a:lnTo>
                <a:lnTo>
                  <a:pt x="556364" y="401332"/>
                </a:lnTo>
                <a:lnTo>
                  <a:pt x="556917" y="401184"/>
                </a:lnTo>
                <a:lnTo>
                  <a:pt x="558491" y="401675"/>
                </a:lnTo>
                <a:lnTo>
                  <a:pt x="559741" y="400786"/>
                </a:lnTo>
                <a:lnTo>
                  <a:pt x="560803" y="399460"/>
                </a:lnTo>
                <a:lnTo>
                  <a:pt x="561993" y="397045"/>
                </a:lnTo>
                <a:lnTo>
                  <a:pt x="562313" y="395791"/>
                </a:lnTo>
                <a:lnTo>
                  <a:pt x="562976" y="395023"/>
                </a:lnTo>
                <a:lnTo>
                  <a:pt x="564401" y="394942"/>
                </a:lnTo>
                <a:lnTo>
                  <a:pt x="565884" y="396312"/>
                </a:lnTo>
                <a:lnTo>
                  <a:pt x="568661" y="396995"/>
                </a:lnTo>
                <a:lnTo>
                  <a:pt x="570820" y="397919"/>
                </a:lnTo>
                <a:lnTo>
                  <a:pt x="571315" y="397193"/>
                </a:lnTo>
                <a:lnTo>
                  <a:pt x="571518" y="395895"/>
                </a:lnTo>
                <a:lnTo>
                  <a:pt x="572382" y="393327"/>
                </a:lnTo>
                <a:lnTo>
                  <a:pt x="572152" y="391829"/>
                </a:lnTo>
                <a:lnTo>
                  <a:pt x="571837" y="391289"/>
                </a:lnTo>
                <a:lnTo>
                  <a:pt x="570969" y="390750"/>
                </a:lnTo>
                <a:lnTo>
                  <a:pt x="570681" y="390153"/>
                </a:lnTo>
                <a:lnTo>
                  <a:pt x="570751" y="389085"/>
                </a:lnTo>
                <a:lnTo>
                  <a:pt x="572356" y="386661"/>
                </a:lnTo>
                <a:lnTo>
                  <a:pt x="575404" y="384999"/>
                </a:lnTo>
                <a:lnTo>
                  <a:pt x="576311" y="381198"/>
                </a:lnTo>
                <a:lnTo>
                  <a:pt x="578728" y="381253"/>
                </a:lnTo>
                <a:lnTo>
                  <a:pt x="580168" y="380789"/>
                </a:lnTo>
                <a:lnTo>
                  <a:pt x="582045" y="379769"/>
                </a:lnTo>
                <a:lnTo>
                  <a:pt x="583462" y="379936"/>
                </a:lnTo>
                <a:lnTo>
                  <a:pt x="584041" y="380234"/>
                </a:lnTo>
                <a:lnTo>
                  <a:pt x="584536" y="380950"/>
                </a:lnTo>
                <a:lnTo>
                  <a:pt x="584528" y="382463"/>
                </a:lnTo>
                <a:lnTo>
                  <a:pt x="584859" y="383183"/>
                </a:lnTo>
                <a:lnTo>
                  <a:pt x="585605" y="383674"/>
                </a:lnTo>
                <a:lnTo>
                  <a:pt x="586258" y="383757"/>
                </a:lnTo>
                <a:lnTo>
                  <a:pt x="587401" y="383128"/>
                </a:lnTo>
                <a:lnTo>
                  <a:pt x="588001" y="382281"/>
                </a:lnTo>
                <a:lnTo>
                  <a:pt x="588900" y="378986"/>
                </a:lnTo>
                <a:lnTo>
                  <a:pt x="589603" y="377387"/>
                </a:lnTo>
                <a:lnTo>
                  <a:pt x="590263" y="376750"/>
                </a:lnTo>
                <a:lnTo>
                  <a:pt x="593982" y="375382"/>
                </a:lnTo>
                <a:lnTo>
                  <a:pt x="595207" y="375435"/>
                </a:lnTo>
                <a:lnTo>
                  <a:pt x="596020" y="374941"/>
                </a:lnTo>
                <a:lnTo>
                  <a:pt x="596968" y="373446"/>
                </a:lnTo>
                <a:lnTo>
                  <a:pt x="597730" y="372750"/>
                </a:lnTo>
                <a:lnTo>
                  <a:pt x="599678" y="372455"/>
                </a:lnTo>
                <a:lnTo>
                  <a:pt x="601052" y="371988"/>
                </a:lnTo>
                <a:lnTo>
                  <a:pt x="603309" y="370285"/>
                </a:lnTo>
                <a:lnTo>
                  <a:pt x="603993" y="370263"/>
                </a:lnTo>
                <a:lnTo>
                  <a:pt x="604268" y="370657"/>
                </a:lnTo>
                <a:lnTo>
                  <a:pt x="603886" y="372750"/>
                </a:lnTo>
                <a:lnTo>
                  <a:pt x="604162" y="373411"/>
                </a:lnTo>
                <a:lnTo>
                  <a:pt x="605141" y="373735"/>
                </a:lnTo>
                <a:lnTo>
                  <a:pt x="606929" y="373159"/>
                </a:lnTo>
                <a:lnTo>
                  <a:pt x="608658" y="372030"/>
                </a:lnTo>
                <a:lnTo>
                  <a:pt x="609544" y="371744"/>
                </a:lnTo>
                <a:lnTo>
                  <a:pt x="610983" y="368856"/>
                </a:lnTo>
                <a:lnTo>
                  <a:pt x="611781" y="368368"/>
                </a:lnTo>
                <a:lnTo>
                  <a:pt x="612461" y="368506"/>
                </a:lnTo>
                <a:lnTo>
                  <a:pt x="613315" y="369188"/>
                </a:lnTo>
                <a:lnTo>
                  <a:pt x="613371" y="370202"/>
                </a:lnTo>
                <a:lnTo>
                  <a:pt x="614159" y="370990"/>
                </a:lnTo>
                <a:lnTo>
                  <a:pt x="614519" y="371161"/>
                </a:lnTo>
                <a:lnTo>
                  <a:pt x="616426" y="371076"/>
                </a:lnTo>
                <a:lnTo>
                  <a:pt x="618044" y="372635"/>
                </a:lnTo>
                <a:lnTo>
                  <a:pt x="618314" y="373923"/>
                </a:lnTo>
                <a:lnTo>
                  <a:pt x="618189" y="375343"/>
                </a:lnTo>
                <a:lnTo>
                  <a:pt x="619283" y="377162"/>
                </a:lnTo>
                <a:lnTo>
                  <a:pt x="619728" y="377333"/>
                </a:lnTo>
                <a:lnTo>
                  <a:pt x="620191" y="376631"/>
                </a:lnTo>
                <a:lnTo>
                  <a:pt x="620501" y="374753"/>
                </a:lnTo>
                <a:lnTo>
                  <a:pt x="620315" y="372510"/>
                </a:lnTo>
                <a:lnTo>
                  <a:pt x="620538" y="370410"/>
                </a:lnTo>
                <a:lnTo>
                  <a:pt x="619994" y="366481"/>
                </a:lnTo>
                <a:lnTo>
                  <a:pt x="621081" y="363460"/>
                </a:lnTo>
                <a:lnTo>
                  <a:pt x="623039" y="360996"/>
                </a:lnTo>
                <a:lnTo>
                  <a:pt x="624523" y="361524"/>
                </a:lnTo>
                <a:lnTo>
                  <a:pt x="624586" y="362129"/>
                </a:lnTo>
                <a:lnTo>
                  <a:pt x="623946" y="364322"/>
                </a:lnTo>
                <a:lnTo>
                  <a:pt x="625195" y="365677"/>
                </a:lnTo>
                <a:lnTo>
                  <a:pt x="627848" y="367647"/>
                </a:lnTo>
                <a:lnTo>
                  <a:pt x="629560" y="368366"/>
                </a:lnTo>
                <a:lnTo>
                  <a:pt x="630420" y="369115"/>
                </a:lnTo>
                <a:lnTo>
                  <a:pt x="632174" y="369881"/>
                </a:lnTo>
                <a:lnTo>
                  <a:pt x="633407" y="370987"/>
                </a:lnTo>
                <a:lnTo>
                  <a:pt x="635447" y="371658"/>
                </a:lnTo>
                <a:lnTo>
                  <a:pt x="637138" y="372069"/>
                </a:lnTo>
                <a:lnTo>
                  <a:pt x="638668" y="371867"/>
                </a:lnTo>
                <a:lnTo>
                  <a:pt x="640684" y="372006"/>
                </a:lnTo>
                <a:lnTo>
                  <a:pt x="641967" y="371631"/>
                </a:lnTo>
                <a:lnTo>
                  <a:pt x="643877" y="372281"/>
                </a:lnTo>
                <a:lnTo>
                  <a:pt x="645075" y="371099"/>
                </a:lnTo>
                <a:lnTo>
                  <a:pt x="646688" y="370520"/>
                </a:lnTo>
                <a:lnTo>
                  <a:pt x="647706" y="370410"/>
                </a:lnTo>
                <a:lnTo>
                  <a:pt x="648281" y="370583"/>
                </a:lnTo>
                <a:lnTo>
                  <a:pt x="649540" y="371630"/>
                </a:lnTo>
                <a:lnTo>
                  <a:pt x="652030" y="373025"/>
                </a:lnTo>
                <a:lnTo>
                  <a:pt x="653522" y="372279"/>
                </a:lnTo>
                <a:lnTo>
                  <a:pt x="654735" y="370510"/>
                </a:lnTo>
                <a:lnTo>
                  <a:pt x="655160" y="370240"/>
                </a:lnTo>
                <a:lnTo>
                  <a:pt x="655945" y="370083"/>
                </a:lnTo>
                <a:lnTo>
                  <a:pt x="656844" y="370405"/>
                </a:lnTo>
                <a:lnTo>
                  <a:pt x="657538" y="370829"/>
                </a:lnTo>
                <a:lnTo>
                  <a:pt x="657752" y="371319"/>
                </a:lnTo>
                <a:lnTo>
                  <a:pt x="657552" y="372965"/>
                </a:lnTo>
                <a:lnTo>
                  <a:pt x="657721" y="374516"/>
                </a:lnTo>
                <a:lnTo>
                  <a:pt x="657448" y="375703"/>
                </a:lnTo>
                <a:lnTo>
                  <a:pt x="656511" y="376629"/>
                </a:lnTo>
                <a:lnTo>
                  <a:pt x="656323" y="377406"/>
                </a:lnTo>
                <a:lnTo>
                  <a:pt x="658596" y="378915"/>
                </a:lnTo>
                <a:lnTo>
                  <a:pt x="660492" y="379446"/>
                </a:lnTo>
                <a:lnTo>
                  <a:pt x="661151" y="379372"/>
                </a:lnTo>
                <a:lnTo>
                  <a:pt x="661781" y="378794"/>
                </a:lnTo>
                <a:lnTo>
                  <a:pt x="661687" y="376561"/>
                </a:lnTo>
                <a:lnTo>
                  <a:pt x="662680" y="373960"/>
                </a:lnTo>
                <a:lnTo>
                  <a:pt x="664431" y="372864"/>
                </a:lnTo>
                <a:lnTo>
                  <a:pt x="665187" y="371019"/>
                </a:lnTo>
                <a:lnTo>
                  <a:pt x="666257" y="369650"/>
                </a:lnTo>
                <a:lnTo>
                  <a:pt x="667041" y="368981"/>
                </a:lnTo>
                <a:lnTo>
                  <a:pt x="668213" y="368715"/>
                </a:lnTo>
                <a:lnTo>
                  <a:pt x="669258" y="368039"/>
                </a:lnTo>
                <a:lnTo>
                  <a:pt x="670522" y="365382"/>
                </a:lnTo>
                <a:lnTo>
                  <a:pt x="671659" y="364859"/>
                </a:lnTo>
                <a:lnTo>
                  <a:pt x="672244" y="364154"/>
                </a:lnTo>
                <a:lnTo>
                  <a:pt x="673373" y="363501"/>
                </a:lnTo>
                <a:lnTo>
                  <a:pt x="673792" y="361831"/>
                </a:lnTo>
                <a:lnTo>
                  <a:pt x="674857" y="360890"/>
                </a:lnTo>
                <a:lnTo>
                  <a:pt x="675061" y="360509"/>
                </a:lnTo>
                <a:lnTo>
                  <a:pt x="675014" y="359797"/>
                </a:lnTo>
                <a:lnTo>
                  <a:pt x="675798" y="359381"/>
                </a:lnTo>
                <a:lnTo>
                  <a:pt x="677166" y="359301"/>
                </a:lnTo>
                <a:lnTo>
                  <a:pt x="679673" y="359617"/>
                </a:lnTo>
                <a:lnTo>
                  <a:pt x="680714" y="360723"/>
                </a:lnTo>
                <a:lnTo>
                  <a:pt x="680580" y="361939"/>
                </a:lnTo>
                <a:lnTo>
                  <a:pt x="680744" y="362507"/>
                </a:lnTo>
                <a:lnTo>
                  <a:pt x="682799" y="364240"/>
                </a:lnTo>
                <a:lnTo>
                  <a:pt x="683586" y="364557"/>
                </a:lnTo>
                <a:lnTo>
                  <a:pt x="684178" y="365654"/>
                </a:lnTo>
                <a:lnTo>
                  <a:pt x="684639" y="365788"/>
                </a:lnTo>
                <a:lnTo>
                  <a:pt x="684542" y="366409"/>
                </a:lnTo>
                <a:lnTo>
                  <a:pt x="684950" y="367810"/>
                </a:lnTo>
                <a:lnTo>
                  <a:pt x="685766" y="367931"/>
                </a:lnTo>
                <a:lnTo>
                  <a:pt x="686387" y="367301"/>
                </a:lnTo>
                <a:lnTo>
                  <a:pt x="686886" y="367237"/>
                </a:lnTo>
                <a:lnTo>
                  <a:pt x="687556" y="367825"/>
                </a:lnTo>
                <a:lnTo>
                  <a:pt x="687844" y="369418"/>
                </a:lnTo>
                <a:lnTo>
                  <a:pt x="688850" y="369807"/>
                </a:lnTo>
                <a:lnTo>
                  <a:pt x="689114" y="370813"/>
                </a:lnTo>
                <a:lnTo>
                  <a:pt x="690136" y="371414"/>
                </a:lnTo>
                <a:lnTo>
                  <a:pt x="691110" y="371420"/>
                </a:lnTo>
                <a:lnTo>
                  <a:pt x="692507" y="370422"/>
                </a:lnTo>
                <a:lnTo>
                  <a:pt x="694931" y="367312"/>
                </a:lnTo>
                <a:lnTo>
                  <a:pt x="695528" y="367471"/>
                </a:lnTo>
                <a:lnTo>
                  <a:pt x="697160" y="365938"/>
                </a:lnTo>
                <a:lnTo>
                  <a:pt x="699495" y="365395"/>
                </a:lnTo>
                <a:lnTo>
                  <a:pt x="700192" y="364880"/>
                </a:lnTo>
                <a:lnTo>
                  <a:pt x="700988" y="361673"/>
                </a:lnTo>
                <a:lnTo>
                  <a:pt x="701988" y="359438"/>
                </a:lnTo>
                <a:lnTo>
                  <a:pt x="702506" y="359010"/>
                </a:lnTo>
                <a:lnTo>
                  <a:pt x="703770" y="358787"/>
                </a:lnTo>
                <a:lnTo>
                  <a:pt x="705454" y="357678"/>
                </a:lnTo>
                <a:lnTo>
                  <a:pt x="705464" y="355695"/>
                </a:lnTo>
                <a:lnTo>
                  <a:pt x="706595" y="353264"/>
                </a:lnTo>
                <a:lnTo>
                  <a:pt x="706202" y="352257"/>
                </a:lnTo>
                <a:lnTo>
                  <a:pt x="704888" y="350739"/>
                </a:lnTo>
                <a:lnTo>
                  <a:pt x="704858" y="350279"/>
                </a:lnTo>
                <a:lnTo>
                  <a:pt x="705432" y="349299"/>
                </a:lnTo>
                <a:lnTo>
                  <a:pt x="706909" y="348709"/>
                </a:lnTo>
                <a:lnTo>
                  <a:pt x="708350" y="349220"/>
                </a:lnTo>
                <a:lnTo>
                  <a:pt x="709535" y="349309"/>
                </a:lnTo>
                <a:lnTo>
                  <a:pt x="711303" y="347767"/>
                </a:lnTo>
                <a:lnTo>
                  <a:pt x="712101" y="347469"/>
                </a:lnTo>
                <a:lnTo>
                  <a:pt x="714047" y="348792"/>
                </a:lnTo>
                <a:lnTo>
                  <a:pt x="715013" y="348430"/>
                </a:lnTo>
                <a:lnTo>
                  <a:pt x="715931" y="347646"/>
                </a:lnTo>
                <a:lnTo>
                  <a:pt x="716056" y="346804"/>
                </a:lnTo>
                <a:lnTo>
                  <a:pt x="714300" y="344521"/>
                </a:lnTo>
                <a:lnTo>
                  <a:pt x="714322" y="343353"/>
                </a:lnTo>
                <a:lnTo>
                  <a:pt x="715729" y="342998"/>
                </a:lnTo>
                <a:lnTo>
                  <a:pt x="717335" y="341999"/>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2610174" y="3435204"/>
            <a:ext cx="1285639" cy="1312563"/>
          </a:xfrm>
          <a:custGeom>
            <a:avLst/>
            <a:gdLst/>
            <a:ahLst/>
            <a:cxnLst/>
            <a:rect l="l" t="t" r="r" b="b"/>
            <a:pathLst>
              <a:path w="1285639" h="1312563">
                <a:moveTo>
                  <a:pt x="1274552" y="934272"/>
                </a:moveTo>
                <a:lnTo>
                  <a:pt x="1272701" y="931804"/>
                </a:lnTo>
                <a:lnTo>
                  <a:pt x="1268254" y="928208"/>
                </a:lnTo>
                <a:lnTo>
                  <a:pt x="1267990" y="927811"/>
                </a:lnTo>
                <a:lnTo>
                  <a:pt x="1268076" y="927084"/>
                </a:lnTo>
                <a:lnTo>
                  <a:pt x="1267810" y="926711"/>
                </a:lnTo>
                <a:lnTo>
                  <a:pt x="1266105" y="925795"/>
                </a:lnTo>
                <a:lnTo>
                  <a:pt x="1265209" y="925941"/>
                </a:lnTo>
                <a:lnTo>
                  <a:pt x="1261818" y="923657"/>
                </a:lnTo>
                <a:lnTo>
                  <a:pt x="1260266" y="923471"/>
                </a:lnTo>
                <a:lnTo>
                  <a:pt x="1259371" y="924356"/>
                </a:lnTo>
                <a:lnTo>
                  <a:pt x="1258414" y="924456"/>
                </a:lnTo>
                <a:lnTo>
                  <a:pt x="1256981" y="923471"/>
                </a:lnTo>
                <a:lnTo>
                  <a:pt x="1256096" y="923360"/>
                </a:lnTo>
                <a:lnTo>
                  <a:pt x="1255353" y="923892"/>
                </a:lnTo>
                <a:lnTo>
                  <a:pt x="1255014" y="925270"/>
                </a:lnTo>
                <a:lnTo>
                  <a:pt x="1254690" y="925715"/>
                </a:lnTo>
                <a:lnTo>
                  <a:pt x="1252962" y="926451"/>
                </a:lnTo>
                <a:lnTo>
                  <a:pt x="1252127" y="926354"/>
                </a:lnTo>
                <a:lnTo>
                  <a:pt x="1249149" y="923500"/>
                </a:lnTo>
                <a:lnTo>
                  <a:pt x="1248502" y="921090"/>
                </a:lnTo>
                <a:lnTo>
                  <a:pt x="1247351" y="920219"/>
                </a:lnTo>
                <a:lnTo>
                  <a:pt x="1246131" y="918145"/>
                </a:lnTo>
                <a:lnTo>
                  <a:pt x="1245171" y="917020"/>
                </a:lnTo>
                <a:lnTo>
                  <a:pt x="1243600" y="916137"/>
                </a:lnTo>
                <a:lnTo>
                  <a:pt x="1243067" y="914684"/>
                </a:lnTo>
                <a:lnTo>
                  <a:pt x="1242493" y="913931"/>
                </a:lnTo>
                <a:lnTo>
                  <a:pt x="1241938" y="913853"/>
                </a:lnTo>
                <a:lnTo>
                  <a:pt x="1241076" y="914515"/>
                </a:lnTo>
                <a:lnTo>
                  <a:pt x="1238952" y="914725"/>
                </a:lnTo>
                <a:lnTo>
                  <a:pt x="1237978" y="914544"/>
                </a:lnTo>
                <a:lnTo>
                  <a:pt x="1236124" y="913624"/>
                </a:lnTo>
                <a:lnTo>
                  <a:pt x="1235327" y="911300"/>
                </a:lnTo>
                <a:lnTo>
                  <a:pt x="1233032" y="909615"/>
                </a:lnTo>
                <a:lnTo>
                  <a:pt x="1232062" y="908166"/>
                </a:lnTo>
                <a:lnTo>
                  <a:pt x="1231043" y="907282"/>
                </a:lnTo>
                <a:lnTo>
                  <a:pt x="1231105" y="906304"/>
                </a:lnTo>
                <a:lnTo>
                  <a:pt x="1232239" y="905725"/>
                </a:lnTo>
                <a:lnTo>
                  <a:pt x="1231768" y="904609"/>
                </a:lnTo>
                <a:lnTo>
                  <a:pt x="1230242" y="903030"/>
                </a:lnTo>
                <a:lnTo>
                  <a:pt x="1229316" y="901626"/>
                </a:lnTo>
                <a:lnTo>
                  <a:pt x="1227326" y="900966"/>
                </a:lnTo>
                <a:lnTo>
                  <a:pt x="1225655" y="899180"/>
                </a:lnTo>
                <a:lnTo>
                  <a:pt x="1225339" y="898275"/>
                </a:lnTo>
                <a:lnTo>
                  <a:pt x="1224095" y="896286"/>
                </a:lnTo>
                <a:lnTo>
                  <a:pt x="1223284" y="893359"/>
                </a:lnTo>
                <a:lnTo>
                  <a:pt x="1221164" y="892342"/>
                </a:lnTo>
                <a:lnTo>
                  <a:pt x="1219885" y="891124"/>
                </a:lnTo>
                <a:lnTo>
                  <a:pt x="1218825" y="890708"/>
                </a:lnTo>
                <a:lnTo>
                  <a:pt x="1217029" y="890731"/>
                </a:lnTo>
                <a:lnTo>
                  <a:pt x="1215839" y="891741"/>
                </a:lnTo>
                <a:lnTo>
                  <a:pt x="1215227" y="891538"/>
                </a:lnTo>
                <a:lnTo>
                  <a:pt x="1214859" y="888744"/>
                </a:lnTo>
                <a:lnTo>
                  <a:pt x="1215839" y="887405"/>
                </a:lnTo>
                <a:lnTo>
                  <a:pt x="1216452" y="885211"/>
                </a:lnTo>
                <a:lnTo>
                  <a:pt x="1216529" y="884141"/>
                </a:lnTo>
                <a:lnTo>
                  <a:pt x="1214797" y="879293"/>
                </a:lnTo>
                <a:lnTo>
                  <a:pt x="1214110" y="878896"/>
                </a:lnTo>
                <a:lnTo>
                  <a:pt x="1213241" y="878855"/>
                </a:lnTo>
                <a:lnTo>
                  <a:pt x="1212416" y="879204"/>
                </a:lnTo>
                <a:lnTo>
                  <a:pt x="1211088" y="880224"/>
                </a:lnTo>
                <a:lnTo>
                  <a:pt x="1210362" y="880434"/>
                </a:lnTo>
                <a:lnTo>
                  <a:pt x="1208072" y="879851"/>
                </a:lnTo>
                <a:lnTo>
                  <a:pt x="1207240" y="878910"/>
                </a:lnTo>
                <a:lnTo>
                  <a:pt x="1206668" y="877160"/>
                </a:lnTo>
                <a:lnTo>
                  <a:pt x="1204872" y="876213"/>
                </a:lnTo>
                <a:lnTo>
                  <a:pt x="1202562" y="873670"/>
                </a:lnTo>
                <a:lnTo>
                  <a:pt x="1202602" y="872843"/>
                </a:lnTo>
                <a:lnTo>
                  <a:pt x="1203809" y="871558"/>
                </a:lnTo>
                <a:lnTo>
                  <a:pt x="1203881" y="870357"/>
                </a:lnTo>
                <a:lnTo>
                  <a:pt x="1203669" y="869538"/>
                </a:lnTo>
                <a:lnTo>
                  <a:pt x="1203310" y="869341"/>
                </a:lnTo>
                <a:lnTo>
                  <a:pt x="1202531" y="869399"/>
                </a:lnTo>
                <a:lnTo>
                  <a:pt x="1202057" y="868799"/>
                </a:lnTo>
                <a:lnTo>
                  <a:pt x="1200862" y="868145"/>
                </a:lnTo>
                <a:lnTo>
                  <a:pt x="1200341" y="866425"/>
                </a:lnTo>
                <a:lnTo>
                  <a:pt x="1199635" y="865424"/>
                </a:lnTo>
                <a:lnTo>
                  <a:pt x="1198957" y="865430"/>
                </a:lnTo>
                <a:lnTo>
                  <a:pt x="1197570" y="866851"/>
                </a:lnTo>
                <a:lnTo>
                  <a:pt x="1196567" y="866748"/>
                </a:lnTo>
                <a:lnTo>
                  <a:pt x="1196116" y="866366"/>
                </a:lnTo>
                <a:lnTo>
                  <a:pt x="1195522" y="864712"/>
                </a:lnTo>
                <a:lnTo>
                  <a:pt x="1195471" y="862744"/>
                </a:lnTo>
                <a:lnTo>
                  <a:pt x="1193591" y="860973"/>
                </a:lnTo>
                <a:lnTo>
                  <a:pt x="1193432" y="858659"/>
                </a:lnTo>
                <a:lnTo>
                  <a:pt x="1192169" y="854727"/>
                </a:lnTo>
                <a:lnTo>
                  <a:pt x="1191629" y="854115"/>
                </a:lnTo>
                <a:lnTo>
                  <a:pt x="1188420" y="852925"/>
                </a:lnTo>
                <a:lnTo>
                  <a:pt x="1187494" y="852007"/>
                </a:lnTo>
                <a:lnTo>
                  <a:pt x="1187327" y="851568"/>
                </a:lnTo>
                <a:lnTo>
                  <a:pt x="1187646" y="848371"/>
                </a:lnTo>
                <a:lnTo>
                  <a:pt x="1186864" y="847901"/>
                </a:lnTo>
                <a:lnTo>
                  <a:pt x="1185916" y="846759"/>
                </a:lnTo>
                <a:lnTo>
                  <a:pt x="1184766" y="846253"/>
                </a:lnTo>
                <a:lnTo>
                  <a:pt x="1184267" y="843956"/>
                </a:lnTo>
                <a:lnTo>
                  <a:pt x="1182777" y="842742"/>
                </a:lnTo>
                <a:lnTo>
                  <a:pt x="1182002" y="841318"/>
                </a:lnTo>
                <a:lnTo>
                  <a:pt x="1181775" y="840398"/>
                </a:lnTo>
                <a:lnTo>
                  <a:pt x="1182123" y="838483"/>
                </a:lnTo>
                <a:lnTo>
                  <a:pt x="1182343" y="838062"/>
                </a:lnTo>
                <a:lnTo>
                  <a:pt x="1183351" y="837271"/>
                </a:lnTo>
                <a:lnTo>
                  <a:pt x="1183466" y="836734"/>
                </a:lnTo>
                <a:lnTo>
                  <a:pt x="1182866" y="834922"/>
                </a:lnTo>
                <a:lnTo>
                  <a:pt x="1181520" y="832857"/>
                </a:lnTo>
                <a:lnTo>
                  <a:pt x="1180806" y="832481"/>
                </a:lnTo>
                <a:lnTo>
                  <a:pt x="1178693" y="832007"/>
                </a:lnTo>
                <a:lnTo>
                  <a:pt x="1176315" y="831838"/>
                </a:lnTo>
                <a:lnTo>
                  <a:pt x="1175403" y="831299"/>
                </a:lnTo>
                <a:lnTo>
                  <a:pt x="1171688" y="831701"/>
                </a:lnTo>
                <a:lnTo>
                  <a:pt x="1170106" y="831130"/>
                </a:lnTo>
                <a:lnTo>
                  <a:pt x="1168875" y="830324"/>
                </a:lnTo>
                <a:lnTo>
                  <a:pt x="1167757" y="830152"/>
                </a:lnTo>
                <a:lnTo>
                  <a:pt x="1164797" y="828992"/>
                </a:lnTo>
                <a:lnTo>
                  <a:pt x="1164360" y="828327"/>
                </a:lnTo>
                <a:lnTo>
                  <a:pt x="1164121" y="826669"/>
                </a:lnTo>
                <a:lnTo>
                  <a:pt x="1163198" y="823621"/>
                </a:lnTo>
                <a:lnTo>
                  <a:pt x="1163934" y="818300"/>
                </a:lnTo>
                <a:lnTo>
                  <a:pt x="1163547" y="817144"/>
                </a:lnTo>
                <a:lnTo>
                  <a:pt x="1162740" y="816703"/>
                </a:lnTo>
                <a:lnTo>
                  <a:pt x="1161818" y="816637"/>
                </a:lnTo>
                <a:lnTo>
                  <a:pt x="1161410" y="817074"/>
                </a:lnTo>
                <a:lnTo>
                  <a:pt x="1161361" y="817927"/>
                </a:lnTo>
                <a:lnTo>
                  <a:pt x="1160764" y="818633"/>
                </a:lnTo>
                <a:lnTo>
                  <a:pt x="1155529" y="818601"/>
                </a:lnTo>
                <a:lnTo>
                  <a:pt x="1153849" y="817553"/>
                </a:lnTo>
                <a:lnTo>
                  <a:pt x="1152203" y="816157"/>
                </a:lnTo>
                <a:lnTo>
                  <a:pt x="1149421" y="813177"/>
                </a:lnTo>
                <a:lnTo>
                  <a:pt x="1148153" y="810736"/>
                </a:lnTo>
                <a:lnTo>
                  <a:pt x="1147547" y="808583"/>
                </a:lnTo>
                <a:lnTo>
                  <a:pt x="1147031" y="807886"/>
                </a:lnTo>
                <a:lnTo>
                  <a:pt x="1145991" y="807465"/>
                </a:lnTo>
                <a:lnTo>
                  <a:pt x="1143812" y="807928"/>
                </a:lnTo>
                <a:lnTo>
                  <a:pt x="1141894" y="807314"/>
                </a:lnTo>
                <a:lnTo>
                  <a:pt x="1140814" y="806502"/>
                </a:lnTo>
                <a:lnTo>
                  <a:pt x="1140694" y="805979"/>
                </a:lnTo>
                <a:lnTo>
                  <a:pt x="1140929" y="804508"/>
                </a:lnTo>
                <a:lnTo>
                  <a:pt x="1140138" y="803218"/>
                </a:lnTo>
                <a:lnTo>
                  <a:pt x="1138668" y="802717"/>
                </a:lnTo>
                <a:lnTo>
                  <a:pt x="1134712" y="802343"/>
                </a:lnTo>
                <a:lnTo>
                  <a:pt x="1133939" y="802403"/>
                </a:lnTo>
                <a:lnTo>
                  <a:pt x="1133047" y="803045"/>
                </a:lnTo>
                <a:lnTo>
                  <a:pt x="1131883" y="802980"/>
                </a:lnTo>
                <a:lnTo>
                  <a:pt x="1131357" y="801551"/>
                </a:lnTo>
                <a:lnTo>
                  <a:pt x="1129885" y="800789"/>
                </a:lnTo>
                <a:lnTo>
                  <a:pt x="1127909" y="798895"/>
                </a:lnTo>
                <a:lnTo>
                  <a:pt x="1126753" y="796423"/>
                </a:lnTo>
                <a:lnTo>
                  <a:pt x="1124763" y="793163"/>
                </a:lnTo>
                <a:lnTo>
                  <a:pt x="1123107" y="788832"/>
                </a:lnTo>
                <a:lnTo>
                  <a:pt x="1121949" y="787792"/>
                </a:lnTo>
                <a:lnTo>
                  <a:pt x="1120095" y="786598"/>
                </a:lnTo>
                <a:lnTo>
                  <a:pt x="1119300" y="784997"/>
                </a:lnTo>
                <a:lnTo>
                  <a:pt x="1119972" y="778353"/>
                </a:lnTo>
                <a:lnTo>
                  <a:pt x="1119797" y="777844"/>
                </a:lnTo>
                <a:lnTo>
                  <a:pt x="1119009" y="777393"/>
                </a:lnTo>
                <a:lnTo>
                  <a:pt x="1163845" y="684805"/>
                </a:lnTo>
                <a:lnTo>
                  <a:pt x="1198274" y="615674"/>
                </a:lnTo>
                <a:lnTo>
                  <a:pt x="1187780" y="612212"/>
                </a:lnTo>
                <a:lnTo>
                  <a:pt x="1193597" y="594574"/>
                </a:lnTo>
                <a:lnTo>
                  <a:pt x="1190638" y="592416"/>
                </a:lnTo>
                <a:lnTo>
                  <a:pt x="1195582" y="585917"/>
                </a:lnTo>
                <a:lnTo>
                  <a:pt x="1196352" y="586216"/>
                </a:lnTo>
                <a:lnTo>
                  <a:pt x="1203752" y="563741"/>
                </a:lnTo>
                <a:lnTo>
                  <a:pt x="1197038" y="561330"/>
                </a:lnTo>
                <a:lnTo>
                  <a:pt x="1194259" y="554900"/>
                </a:lnTo>
                <a:lnTo>
                  <a:pt x="1199219" y="555643"/>
                </a:lnTo>
                <a:lnTo>
                  <a:pt x="1202290" y="551181"/>
                </a:lnTo>
                <a:lnTo>
                  <a:pt x="1207682" y="551839"/>
                </a:lnTo>
                <a:lnTo>
                  <a:pt x="1216967" y="523401"/>
                </a:lnTo>
                <a:lnTo>
                  <a:pt x="1215825" y="524017"/>
                </a:lnTo>
                <a:lnTo>
                  <a:pt x="1214354" y="523902"/>
                </a:lnTo>
                <a:lnTo>
                  <a:pt x="1212846" y="524715"/>
                </a:lnTo>
                <a:lnTo>
                  <a:pt x="1210791" y="524332"/>
                </a:lnTo>
                <a:lnTo>
                  <a:pt x="1209155" y="524553"/>
                </a:lnTo>
                <a:lnTo>
                  <a:pt x="1208584" y="525193"/>
                </a:lnTo>
                <a:lnTo>
                  <a:pt x="1208183" y="526434"/>
                </a:lnTo>
                <a:lnTo>
                  <a:pt x="1207151" y="528156"/>
                </a:lnTo>
                <a:lnTo>
                  <a:pt x="1205865" y="529704"/>
                </a:lnTo>
                <a:lnTo>
                  <a:pt x="1188838" y="500322"/>
                </a:lnTo>
                <a:lnTo>
                  <a:pt x="1191098" y="499108"/>
                </a:lnTo>
                <a:lnTo>
                  <a:pt x="1191971" y="499508"/>
                </a:lnTo>
                <a:lnTo>
                  <a:pt x="1192788" y="499390"/>
                </a:lnTo>
                <a:lnTo>
                  <a:pt x="1192825" y="498568"/>
                </a:lnTo>
                <a:lnTo>
                  <a:pt x="1193131" y="498747"/>
                </a:lnTo>
                <a:lnTo>
                  <a:pt x="1192725" y="498363"/>
                </a:lnTo>
                <a:lnTo>
                  <a:pt x="1192745" y="497900"/>
                </a:lnTo>
                <a:lnTo>
                  <a:pt x="1193391" y="496658"/>
                </a:lnTo>
                <a:lnTo>
                  <a:pt x="1191301" y="497105"/>
                </a:lnTo>
                <a:lnTo>
                  <a:pt x="1220306" y="463312"/>
                </a:lnTo>
                <a:lnTo>
                  <a:pt x="1218441" y="462225"/>
                </a:lnTo>
                <a:lnTo>
                  <a:pt x="1213432" y="460215"/>
                </a:lnTo>
                <a:lnTo>
                  <a:pt x="1209637" y="460475"/>
                </a:lnTo>
                <a:lnTo>
                  <a:pt x="1197094" y="462291"/>
                </a:lnTo>
                <a:lnTo>
                  <a:pt x="1192623" y="462436"/>
                </a:lnTo>
                <a:lnTo>
                  <a:pt x="1184981" y="463381"/>
                </a:lnTo>
                <a:lnTo>
                  <a:pt x="1184338" y="462805"/>
                </a:lnTo>
                <a:lnTo>
                  <a:pt x="1184391" y="461969"/>
                </a:lnTo>
                <a:lnTo>
                  <a:pt x="1183690" y="460987"/>
                </a:lnTo>
                <a:lnTo>
                  <a:pt x="1184100" y="460191"/>
                </a:lnTo>
                <a:lnTo>
                  <a:pt x="1183955" y="459339"/>
                </a:lnTo>
                <a:lnTo>
                  <a:pt x="1184177" y="458813"/>
                </a:lnTo>
                <a:lnTo>
                  <a:pt x="1184159" y="457192"/>
                </a:lnTo>
                <a:lnTo>
                  <a:pt x="1184535" y="456044"/>
                </a:lnTo>
                <a:lnTo>
                  <a:pt x="1183982" y="454410"/>
                </a:lnTo>
                <a:lnTo>
                  <a:pt x="1182957" y="453948"/>
                </a:lnTo>
                <a:lnTo>
                  <a:pt x="1182341" y="452304"/>
                </a:lnTo>
                <a:lnTo>
                  <a:pt x="1182137" y="449948"/>
                </a:lnTo>
                <a:lnTo>
                  <a:pt x="1182404" y="448741"/>
                </a:lnTo>
                <a:lnTo>
                  <a:pt x="1182656" y="448489"/>
                </a:lnTo>
                <a:lnTo>
                  <a:pt x="1182669" y="447743"/>
                </a:lnTo>
                <a:lnTo>
                  <a:pt x="1178717" y="448515"/>
                </a:lnTo>
                <a:lnTo>
                  <a:pt x="1179450" y="452323"/>
                </a:lnTo>
                <a:lnTo>
                  <a:pt x="1169447" y="454192"/>
                </a:lnTo>
                <a:lnTo>
                  <a:pt x="1169367" y="455618"/>
                </a:lnTo>
                <a:lnTo>
                  <a:pt x="1167405" y="457671"/>
                </a:lnTo>
                <a:lnTo>
                  <a:pt x="1167479" y="458019"/>
                </a:lnTo>
                <a:lnTo>
                  <a:pt x="1168302" y="458834"/>
                </a:lnTo>
                <a:lnTo>
                  <a:pt x="1168512" y="459519"/>
                </a:lnTo>
                <a:lnTo>
                  <a:pt x="1168138" y="459845"/>
                </a:lnTo>
                <a:lnTo>
                  <a:pt x="1167326" y="459763"/>
                </a:lnTo>
                <a:lnTo>
                  <a:pt x="1166874" y="459962"/>
                </a:lnTo>
                <a:lnTo>
                  <a:pt x="1166608" y="460665"/>
                </a:lnTo>
                <a:lnTo>
                  <a:pt x="1166954" y="461925"/>
                </a:lnTo>
                <a:lnTo>
                  <a:pt x="1167807" y="463547"/>
                </a:lnTo>
                <a:lnTo>
                  <a:pt x="1169835" y="465940"/>
                </a:lnTo>
                <a:lnTo>
                  <a:pt x="1169570" y="468738"/>
                </a:lnTo>
                <a:lnTo>
                  <a:pt x="1167666" y="469311"/>
                </a:lnTo>
                <a:lnTo>
                  <a:pt x="1166210" y="472893"/>
                </a:lnTo>
                <a:lnTo>
                  <a:pt x="1166964" y="474236"/>
                </a:lnTo>
                <a:lnTo>
                  <a:pt x="1166579" y="476310"/>
                </a:lnTo>
                <a:lnTo>
                  <a:pt x="1166014" y="476863"/>
                </a:lnTo>
                <a:lnTo>
                  <a:pt x="1164965" y="476623"/>
                </a:lnTo>
                <a:lnTo>
                  <a:pt x="1164505" y="477603"/>
                </a:lnTo>
                <a:lnTo>
                  <a:pt x="1170286" y="483642"/>
                </a:lnTo>
                <a:lnTo>
                  <a:pt x="1169065" y="484346"/>
                </a:lnTo>
                <a:lnTo>
                  <a:pt x="1168669" y="484954"/>
                </a:lnTo>
                <a:lnTo>
                  <a:pt x="1168708" y="485377"/>
                </a:lnTo>
                <a:lnTo>
                  <a:pt x="1169645" y="485943"/>
                </a:lnTo>
                <a:lnTo>
                  <a:pt x="1169910" y="486741"/>
                </a:lnTo>
                <a:lnTo>
                  <a:pt x="1169107" y="487189"/>
                </a:lnTo>
                <a:lnTo>
                  <a:pt x="1168983" y="487531"/>
                </a:lnTo>
                <a:lnTo>
                  <a:pt x="1168772" y="487193"/>
                </a:lnTo>
                <a:lnTo>
                  <a:pt x="1167692" y="486975"/>
                </a:lnTo>
                <a:lnTo>
                  <a:pt x="1167276" y="487200"/>
                </a:lnTo>
                <a:lnTo>
                  <a:pt x="1166288" y="487091"/>
                </a:lnTo>
                <a:lnTo>
                  <a:pt x="1166057" y="487391"/>
                </a:lnTo>
                <a:lnTo>
                  <a:pt x="1165371" y="487598"/>
                </a:lnTo>
                <a:lnTo>
                  <a:pt x="1164401" y="487532"/>
                </a:lnTo>
                <a:lnTo>
                  <a:pt x="1164126" y="487969"/>
                </a:lnTo>
                <a:lnTo>
                  <a:pt x="1164112" y="489264"/>
                </a:lnTo>
                <a:lnTo>
                  <a:pt x="1163493" y="490261"/>
                </a:lnTo>
                <a:lnTo>
                  <a:pt x="1163467" y="491406"/>
                </a:lnTo>
                <a:lnTo>
                  <a:pt x="1163098" y="492201"/>
                </a:lnTo>
                <a:lnTo>
                  <a:pt x="1162489" y="493127"/>
                </a:lnTo>
                <a:lnTo>
                  <a:pt x="1161944" y="493142"/>
                </a:lnTo>
                <a:lnTo>
                  <a:pt x="1160682" y="493742"/>
                </a:lnTo>
                <a:lnTo>
                  <a:pt x="1160627" y="494974"/>
                </a:lnTo>
                <a:lnTo>
                  <a:pt x="1160321" y="495595"/>
                </a:lnTo>
                <a:lnTo>
                  <a:pt x="1158758" y="495912"/>
                </a:lnTo>
                <a:lnTo>
                  <a:pt x="1157932" y="495367"/>
                </a:lnTo>
                <a:lnTo>
                  <a:pt x="1157692" y="494747"/>
                </a:lnTo>
                <a:lnTo>
                  <a:pt x="1157045" y="494855"/>
                </a:lnTo>
                <a:lnTo>
                  <a:pt x="1156886" y="495264"/>
                </a:lnTo>
                <a:lnTo>
                  <a:pt x="1157043" y="495307"/>
                </a:lnTo>
                <a:lnTo>
                  <a:pt x="1157006" y="496478"/>
                </a:lnTo>
                <a:lnTo>
                  <a:pt x="1157663" y="496722"/>
                </a:lnTo>
                <a:lnTo>
                  <a:pt x="1158493" y="497611"/>
                </a:lnTo>
                <a:lnTo>
                  <a:pt x="1158636" y="498541"/>
                </a:lnTo>
                <a:lnTo>
                  <a:pt x="1159183" y="499446"/>
                </a:lnTo>
                <a:lnTo>
                  <a:pt x="1159676" y="499730"/>
                </a:lnTo>
                <a:lnTo>
                  <a:pt x="1160116" y="500807"/>
                </a:lnTo>
                <a:lnTo>
                  <a:pt x="1159790" y="501231"/>
                </a:lnTo>
                <a:lnTo>
                  <a:pt x="1159858" y="501854"/>
                </a:lnTo>
                <a:lnTo>
                  <a:pt x="1158813" y="503354"/>
                </a:lnTo>
                <a:lnTo>
                  <a:pt x="1159147" y="504944"/>
                </a:lnTo>
                <a:lnTo>
                  <a:pt x="1159760" y="505260"/>
                </a:lnTo>
                <a:lnTo>
                  <a:pt x="1159633" y="505927"/>
                </a:lnTo>
                <a:lnTo>
                  <a:pt x="1159101" y="506692"/>
                </a:lnTo>
                <a:lnTo>
                  <a:pt x="1159219" y="507025"/>
                </a:lnTo>
                <a:lnTo>
                  <a:pt x="1158940" y="507167"/>
                </a:lnTo>
                <a:lnTo>
                  <a:pt x="1159261" y="507429"/>
                </a:lnTo>
                <a:lnTo>
                  <a:pt x="1158952" y="507790"/>
                </a:lnTo>
                <a:lnTo>
                  <a:pt x="1159512" y="509690"/>
                </a:lnTo>
                <a:lnTo>
                  <a:pt x="1159861" y="509735"/>
                </a:lnTo>
                <a:lnTo>
                  <a:pt x="1160145" y="510292"/>
                </a:lnTo>
                <a:lnTo>
                  <a:pt x="1159853" y="510739"/>
                </a:lnTo>
                <a:lnTo>
                  <a:pt x="1159995" y="511131"/>
                </a:lnTo>
                <a:lnTo>
                  <a:pt x="1159497" y="511078"/>
                </a:lnTo>
                <a:lnTo>
                  <a:pt x="1159263" y="511473"/>
                </a:lnTo>
                <a:lnTo>
                  <a:pt x="1158930" y="511392"/>
                </a:lnTo>
                <a:lnTo>
                  <a:pt x="1158307" y="512243"/>
                </a:lnTo>
                <a:lnTo>
                  <a:pt x="1158376" y="512488"/>
                </a:lnTo>
                <a:lnTo>
                  <a:pt x="1157105" y="513076"/>
                </a:lnTo>
                <a:lnTo>
                  <a:pt x="1157168" y="513610"/>
                </a:lnTo>
                <a:lnTo>
                  <a:pt x="1157948" y="514476"/>
                </a:lnTo>
                <a:lnTo>
                  <a:pt x="1157983" y="514791"/>
                </a:lnTo>
                <a:lnTo>
                  <a:pt x="1157204" y="515577"/>
                </a:lnTo>
                <a:lnTo>
                  <a:pt x="1157077" y="515403"/>
                </a:lnTo>
                <a:lnTo>
                  <a:pt x="1156375" y="515879"/>
                </a:lnTo>
                <a:lnTo>
                  <a:pt x="1155091" y="515792"/>
                </a:lnTo>
                <a:lnTo>
                  <a:pt x="1154762" y="516220"/>
                </a:lnTo>
                <a:lnTo>
                  <a:pt x="1154316" y="515660"/>
                </a:lnTo>
                <a:lnTo>
                  <a:pt x="1152894" y="516421"/>
                </a:lnTo>
                <a:lnTo>
                  <a:pt x="1151128" y="516760"/>
                </a:lnTo>
                <a:lnTo>
                  <a:pt x="1150133" y="517399"/>
                </a:lnTo>
                <a:lnTo>
                  <a:pt x="1149882" y="518318"/>
                </a:lnTo>
                <a:lnTo>
                  <a:pt x="1150647" y="520319"/>
                </a:lnTo>
                <a:lnTo>
                  <a:pt x="1150713" y="522428"/>
                </a:lnTo>
                <a:lnTo>
                  <a:pt x="1150166" y="523175"/>
                </a:lnTo>
                <a:lnTo>
                  <a:pt x="1149123" y="523770"/>
                </a:lnTo>
                <a:lnTo>
                  <a:pt x="1146551" y="525959"/>
                </a:lnTo>
                <a:lnTo>
                  <a:pt x="1136722" y="516870"/>
                </a:lnTo>
                <a:lnTo>
                  <a:pt x="1133737" y="516227"/>
                </a:lnTo>
                <a:lnTo>
                  <a:pt x="1135761" y="513152"/>
                </a:lnTo>
                <a:lnTo>
                  <a:pt x="1137130" y="510576"/>
                </a:lnTo>
                <a:lnTo>
                  <a:pt x="1137014" y="507981"/>
                </a:lnTo>
                <a:lnTo>
                  <a:pt x="1128857" y="498741"/>
                </a:lnTo>
                <a:lnTo>
                  <a:pt x="1126366" y="501669"/>
                </a:lnTo>
                <a:lnTo>
                  <a:pt x="1121792" y="496688"/>
                </a:lnTo>
                <a:lnTo>
                  <a:pt x="1128888" y="485786"/>
                </a:lnTo>
                <a:lnTo>
                  <a:pt x="1131392" y="485438"/>
                </a:lnTo>
                <a:lnTo>
                  <a:pt x="1135027" y="476122"/>
                </a:lnTo>
                <a:lnTo>
                  <a:pt x="1128784" y="472653"/>
                </a:lnTo>
                <a:lnTo>
                  <a:pt x="1134244" y="463302"/>
                </a:lnTo>
                <a:lnTo>
                  <a:pt x="1128317" y="459797"/>
                </a:lnTo>
                <a:lnTo>
                  <a:pt x="1086171" y="469007"/>
                </a:lnTo>
                <a:lnTo>
                  <a:pt x="1083648" y="463525"/>
                </a:lnTo>
                <a:lnTo>
                  <a:pt x="1085343" y="454930"/>
                </a:lnTo>
                <a:lnTo>
                  <a:pt x="1087280" y="450152"/>
                </a:lnTo>
                <a:lnTo>
                  <a:pt x="1077537" y="447088"/>
                </a:lnTo>
                <a:lnTo>
                  <a:pt x="1077341" y="439987"/>
                </a:lnTo>
                <a:lnTo>
                  <a:pt x="1078221" y="431831"/>
                </a:lnTo>
                <a:lnTo>
                  <a:pt x="1077773" y="424574"/>
                </a:lnTo>
                <a:lnTo>
                  <a:pt x="1078539" y="419214"/>
                </a:lnTo>
                <a:lnTo>
                  <a:pt x="1082675" y="407004"/>
                </a:lnTo>
                <a:lnTo>
                  <a:pt x="1080686" y="407347"/>
                </a:lnTo>
                <a:lnTo>
                  <a:pt x="1079465" y="406951"/>
                </a:lnTo>
                <a:lnTo>
                  <a:pt x="1072433" y="402204"/>
                </a:lnTo>
                <a:lnTo>
                  <a:pt x="1063511" y="395418"/>
                </a:lnTo>
                <a:lnTo>
                  <a:pt x="1063125" y="395631"/>
                </a:lnTo>
                <a:lnTo>
                  <a:pt x="1061843" y="394602"/>
                </a:lnTo>
                <a:lnTo>
                  <a:pt x="1055404" y="390789"/>
                </a:lnTo>
                <a:lnTo>
                  <a:pt x="1055658" y="388037"/>
                </a:lnTo>
                <a:lnTo>
                  <a:pt x="1057357" y="386354"/>
                </a:lnTo>
                <a:lnTo>
                  <a:pt x="1058148" y="384592"/>
                </a:lnTo>
                <a:lnTo>
                  <a:pt x="1066480" y="365649"/>
                </a:lnTo>
                <a:lnTo>
                  <a:pt x="1066838" y="362910"/>
                </a:lnTo>
                <a:lnTo>
                  <a:pt x="1075678" y="358786"/>
                </a:lnTo>
                <a:lnTo>
                  <a:pt x="1074034" y="350035"/>
                </a:lnTo>
                <a:lnTo>
                  <a:pt x="1070430" y="341033"/>
                </a:lnTo>
                <a:lnTo>
                  <a:pt x="1066013" y="333134"/>
                </a:lnTo>
                <a:lnTo>
                  <a:pt x="1064926" y="333795"/>
                </a:lnTo>
                <a:lnTo>
                  <a:pt x="1058297" y="327295"/>
                </a:lnTo>
                <a:lnTo>
                  <a:pt x="1051462" y="327120"/>
                </a:lnTo>
                <a:lnTo>
                  <a:pt x="1049121" y="332493"/>
                </a:lnTo>
                <a:lnTo>
                  <a:pt x="1035766" y="324600"/>
                </a:lnTo>
                <a:lnTo>
                  <a:pt x="1030627" y="322712"/>
                </a:lnTo>
                <a:lnTo>
                  <a:pt x="1019277" y="319258"/>
                </a:lnTo>
                <a:lnTo>
                  <a:pt x="1014768" y="316465"/>
                </a:lnTo>
                <a:lnTo>
                  <a:pt x="1008060" y="314054"/>
                </a:lnTo>
                <a:lnTo>
                  <a:pt x="1001121" y="310961"/>
                </a:lnTo>
                <a:lnTo>
                  <a:pt x="996231" y="308437"/>
                </a:lnTo>
                <a:lnTo>
                  <a:pt x="1004846" y="295319"/>
                </a:lnTo>
                <a:lnTo>
                  <a:pt x="1010118" y="288676"/>
                </a:lnTo>
                <a:lnTo>
                  <a:pt x="992600" y="274902"/>
                </a:lnTo>
                <a:lnTo>
                  <a:pt x="964126" y="267696"/>
                </a:lnTo>
                <a:lnTo>
                  <a:pt x="966258" y="244216"/>
                </a:lnTo>
                <a:lnTo>
                  <a:pt x="957454" y="233300"/>
                </a:lnTo>
                <a:lnTo>
                  <a:pt x="963626" y="222523"/>
                </a:lnTo>
                <a:lnTo>
                  <a:pt x="970280" y="212414"/>
                </a:lnTo>
                <a:lnTo>
                  <a:pt x="961682" y="207957"/>
                </a:lnTo>
                <a:lnTo>
                  <a:pt x="956443" y="208294"/>
                </a:lnTo>
                <a:lnTo>
                  <a:pt x="958754" y="198142"/>
                </a:lnTo>
                <a:lnTo>
                  <a:pt x="969622" y="200919"/>
                </a:lnTo>
                <a:lnTo>
                  <a:pt x="976465" y="203960"/>
                </a:lnTo>
                <a:lnTo>
                  <a:pt x="981263" y="190539"/>
                </a:lnTo>
                <a:lnTo>
                  <a:pt x="971544" y="188446"/>
                </a:lnTo>
                <a:lnTo>
                  <a:pt x="937579" y="187004"/>
                </a:lnTo>
                <a:lnTo>
                  <a:pt x="937795" y="189646"/>
                </a:lnTo>
                <a:lnTo>
                  <a:pt x="937827" y="196813"/>
                </a:lnTo>
                <a:lnTo>
                  <a:pt x="934501" y="205761"/>
                </a:lnTo>
                <a:lnTo>
                  <a:pt x="923199" y="204387"/>
                </a:lnTo>
                <a:lnTo>
                  <a:pt x="922424" y="214456"/>
                </a:lnTo>
                <a:lnTo>
                  <a:pt x="911663" y="213478"/>
                </a:lnTo>
                <a:lnTo>
                  <a:pt x="910628" y="224375"/>
                </a:lnTo>
                <a:lnTo>
                  <a:pt x="908012" y="232234"/>
                </a:lnTo>
                <a:lnTo>
                  <a:pt x="903484" y="250532"/>
                </a:lnTo>
                <a:lnTo>
                  <a:pt x="902559" y="253341"/>
                </a:lnTo>
                <a:lnTo>
                  <a:pt x="897044" y="263103"/>
                </a:lnTo>
                <a:lnTo>
                  <a:pt x="888540" y="258518"/>
                </a:lnTo>
                <a:lnTo>
                  <a:pt x="883316" y="256358"/>
                </a:lnTo>
                <a:lnTo>
                  <a:pt x="881998" y="209562"/>
                </a:lnTo>
                <a:lnTo>
                  <a:pt x="871516" y="210111"/>
                </a:lnTo>
                <a:lnTo>
                  <a:pt x="871727" y="209899"/>
                </a:lnTo>
                <a:lnTo>
                  <a:pt x="871143" y="210258"/>
                </a:lnTo>
                <a:lnTo>
                  <a:pt x="869662" y="210372"/>
                </a:lnTo>
                <a:lnTo>
                  <a:pt x="868305" y="211051"/>
                </a:lnTo>
                <a:lnTo>
                  <a:pt x="867823" y="212092"/>
                </a:lnTo>
                <a:lnTo>
                  <a:pt x="868030" y="213489"/>
                </a:lnTo>
                <a:lnTo>
                  <a:pt x="867832" y="214435"/>
                </a:lnTo>
                <a:lnTo>
                  <a:pt x="867074" y="214882"/>
                </a:lnTo>
                <a:lnTo>
                  <a:pt x="866035" y="214286"/>
                </a:lnTo>
                <a:lnTo>
                  <a:pt x="865286" y="213231"/>
                </a:lnTo>
                <a:lnTo>
                  <a:pt x="864444" y="213044"/>
                </a:lnTo>
                <a:lnTo>
                  <a:pt x="863918" y="213410"/>
                </a:lnTo>
                <a:lnTo>
                  <a:pt x="863651" y="214171"/>
                </a:lnTo>
                <a:lnTo>
                  <a:pt x="864159" y="215947"/>
                </a:lnTo>
                <a:lnTo>
                  <a:pt x="863951" y="221297"/>
                </a:lnTo>
                <a:lnTo>
                  <a:pt x="863489" y="222098"/>
                </a:lnTo>
                <a:lnTo>
                  <a:pt x="861898" y="223631"/>
                </a:lnTo>
                <a:lnTo>
                  <a:pt x="861167" y="225992"/>
                </a:lnTo>
                <a:lnTo>
                  <a:pt x="860385" y="226708"/>
                </a:lnTo>
                <a:lnTo>
                  <a:pt x="858332" y="227121"/>
                </a:lnTo>
                <a:lnTo>
                  <a:pt x="856919" y="227013"/>
                </a:lnTo>
                <a:lnTo>
                  <a:pt x="854481" y="225226"/>
                </a:lnTo>
                <a:lnTo>
                  <a:pt x="852005" y="224465"/>
                </a:lnTo>
                <a:lnTo>
                  <a:pt x="849632" y="222996"/>
                </a:lnTo>
                <a:lnTo>
                  <a:pt x="848953" y="222771"/>
                </a:lnTo>
                <a:lnTo>
                  <a:pt x="848590" y="222913"/>
                </a:lnTo>
                <a:lnTo>
                  <a:pt x="847779" y="223764"/>
                </a:lnTo>
                <a:lnTo>
                  <a:pt x="847035" y="226414"/>
                </a:lnTo>
                <a:lnTo>
                  <a:pt x="846090" y="227339"/>
                </a:lnTo>
                <a:lnTo>
                  <a:pt x="844547" y="227570"/>
                </a:lnTo>
                <a:lnTo>
                  <a:pt x="843144" y="227257"/>
                </a:lnTo>
                <a:lnTo>
                  <a:pt x="841985" y="226649"/>
                </a:lnTo>
                <a:lnTo>
                  <a:pt x="841143" y="226840"/>
                </a:lnTo>
                <a:lnTo>
                  <a:pt x="840444" y="229028"/>
                </a:lnTo>
                <a:lnTo>
                  <a:pt x="839745" y="229590"/>
                </a:lnTo>
                <a:lnTo>
                  <a:pt x="838602" y="230037"/>
                </a:lnTo>
                <a:lnTo>
                  <a:pt x="838107" y="230691"/>
                </a:lnTo>
                <a:lnTo>
                  <a:pt x="838206" y="231758"/>
                </a:lnTo>
                <a:lnTo>
                  <a:pt x="839179" y="233294"/>
                </a:lnTo>
                <a:lnTo>
                  <a:pt x="839182" y="233909"/>
                </a:lnTo>
                <a:lnTo>
                  <a:pt x="838723" y="234662"/>
                </a:lnTo>
                <a:lnTo>
                  <a:pt x="836353" y="236648"/>
                </a:lnTo>
                <a:lnTo>
                  <a:pt x="835489" y="236850"/>
                </a:lnTo>
                <a:lnTo>
                  <a:pt x="833708" y="236546"/>
                </a:lnTo>
                <a:lnTo>
                  <a:pt x="833009" y="236811"/>
                </a:lnTo>
                <a:lnTo>
                  <a:pt x="832901" y="237517"/>
                </a:lnTo>
                <a:lnTo>
                  <a:pt x="833524" y="239347"/>
                </a:lnTo>
                <a:lnTo>
                  <a:pt x="833660" y="241446"/>
                </a:lnTo>
                <a:lnTo>
                  <a:pt x="833609" y="242174"/>
                </a:lnTo>
                <a:lnTo>
                  <a:pt x="833067" y="243203"/>
                </a:lnTo>
                <a:lnTo>
                  <a:pt x="832479" y="243539"/>
                </a:lnTo>
                <a:lnTo>
                  <a:pt x="831462" y="243523"/>
                </a:lnTo>
                <a:lnTo>
                  <a:pt x="829621" y="242416"/>
                </a:lnTo>
                <a:lnTo>
                  <a:pt x="827697" y="242747"/>
                </a:lnTo>
                <a:lnTo>
                  <a:pt x="826892" y="243186"/>
                </a:lnTo>
                <a:lnTo>
                  <a:pt x="825813" y="245820"/>
                </a:lnTo>
                <a:lnTo>
                  <a:pt x="824984" y="246292"/>
                </a:lnTo>
                <a:lnTo>
                  <a:pt x="824234" y="246323"/>
                </a:lnTo>
                <a:lnTo>
                  <a:pt x="822362" y="245655"/>
                </a:lnTo>
                <a:lnTo>
                  <a:pt x="821849" y="245673"/>
                </a:lnTo>
                <a:lnTo>
                  <a:pt x="819388" y="246548"/>
                </a:lnTo>
                <a:lnTo>
                  <a:pt x="816351" y="246885"/>
                </a:lnTo>
                <a:lnTo>
                  <a:pt x="815645" y="247361"/>
                </a:lnTo>
                <a:lnTo>
                  <a:pt x="814994" y="248655"/>
                </a:lnTo>
                <a:lnTo>
                  <a:pt x="815160" y="250684"/>
                </a:lnTo>
                <a:lnTo>
                  <a:pt x="813208" y="251816"/>
                </a:lnTo>
                <a:lnTo>
                  <a:pt x="811623" y="253238"/>
                </a:lnTo>
                <a:lnTo>
                  <a:pt x="808856" y="254551"/>
                </a:lnTo>
                <a:lnTo>
                  <a:pt x="808256" y="255515"/>
                </a:lnTo>
                <a:lnTo>
                  <a:pt x="808414" y="256441"/>
                </a:lnTo>
                <a:lnTo>
                  <a:pt x="809493" y="257792"/>
                </a:lnTo>
                <a:lnTo>
                  <a:pt x="809792" y="258761"/>
                </a:lnTo>
                <a:lnTo>
                  <a:pt x="809716" y="259481"/>
                </a:lnTo>
                <a:lnTo>
                  <a:pt x="809146" y="260337"/>
                </a:lnTo>
                <a:lnTo>
                  <a:pt x="807321" y="261317"/>
                </a:lnTo>
                <a:lnTo>
                  <a:pt x="807041" y="261839"/>
                </a:lnTo>
                <a:lnTo>
                  <a:pt x="807030" y="263426"/>
                </a:lnTo>
                <a:lnTo>
                  <a:pt x="807658" y="265232"/>
                </a:lnTo>
                <a:lnTo>
                  <a:pt x="807215" y="266660"/>
                </a:lnTo>
                <a:lnTo>
                  <a:pt x="806848" y="267099"/>
                </a:lnTo>
                <a:lnTo>
                  <a:pt x="805077" y="267973"/>
                </a:lnTo>
                <a:lnTo>
                  <a:pt x="804047" y="268980"/>
                </a:lnTo>
                <a:lnTo>
                  <a:pt x="803797" y="269728"/>
                </a:lnTo>
                <a:lnTo>
                  <a:pt x="803935" y="270289"/>
                </a:lnTo>
                <a:lnTo>
                  <a:pt x="804866" y="271612"/>
                </a:lnTo>
                <a:lnTo>
                  <a:pt x="804894" y="272279"/>
                </a:lnTo>
                <a:lnTo>
                  <a:pt x="804587" y="272993"/>
                </a:lnTo>
                <a:lnTo>
                  <a:pt x="803929" y="273607"/>
                </a:lnTo>
                <a:lnTo>
                  <a:pt x="801544" y="274728"/>
                </a:lnTo>
                <a:lnTo>
                  <a:pt x="800532" y="275499"/>
                </a:lnTo>
                <a:lnTo>
                  <a:pt x="800240" y="275908"/>
                </a:lnTo>
                <a:lnTo>
                  <a:pt x="800068" y="276903"/>
                </a:lnTo>
                <a:lnTo>
                  <a:pt x="800342" y="278239"/>
                </a:lnTo>
                <a:lnTo>
                  <a:pt x="800208" y="278925"/>
                </a:lnTo>
                <a:lnTo>
                  <a:pt x="799291" y="279350"/>
                </a:lnTo>
                <a:lnTo>
                  <a:pt x="797538" y="279179"/>
                </a:lnTo>
                <a:lnTo>
                  <a:pt x="796745" y="279622"/>
                </a:lnTo>
                <a:lnTo>
                  <a:pt x="796094" y="280399"/>
                </a:lnTo>
                <a:lnTo>
                  <a:pt x="795759" y="282371"/>
                </a:lnTo>
                <a:lnTo>
                  <a:pt x="795331" y="283145"/>
                </a:lnTo>
                <a:lnTo>
                  <a:pt x="794751" y="283545"/>
                </a:lnTo>
                <a:lnTo>
                  <a:pt x="793452" y="283870"/>
                </a:lnTo>
                <a:lnTo>
                  <a:pt x="792545" y="284572"/>
                </a:lnTo>
                <a:lnTo>
                  <a:pt x="792207" y="285158"/>
                </a:lnTo>
                <a:lnTo>
                  <a:pt x="791197" y="289291"/>
                </a:lnTo>
                <a:lnTo>
                  <a:pt x="788679" y="293362"/>
                </a:lnTo>
                <a:lnTo>
                  <a:pt x="787787" y="293642"/>
                </a:lnTo>
                <a:lnTo>
                  <a:pt x="785661" y="293489"/>
                </a:lnTo>
                <a:lnTo>
                  <a:pt x="783784" y="293926"/>
                </a:lnTo>
                <a:lnTo>
                  <a:pt x="782851" y="294433"/>
                </a:lnTo>
                <a:lnTo>
                  <a:pt x="781448" y="295797"/>
                </a:lnTo>
                <a:lnTo>
                  <a:pt x="779062" y="296220"/>
                </a:lnTo>
                <a:lnTo>
                  <a:pt x="774938" y="299027"/>
                </a:lnTo>
                <a:lnTo>
                  <a:pt x="773977" y="299466"/>
                </a:lnTo>
                <a:lnTo>
                  <a:pt x="773075" y="299451"/>
                </a:lnTo>
                <a:lnTo>
                  <a:pt x="772083" y="298948"/>
                </a:lnTo>
                <a:lnTo>
                  <a:pt x="770735" y="298672"/>
                </a:lnTo>
                <a:lnTo>
                  <a:pt x="767409" y="299589"/>
                </a:lnTo>
                <a:lnTo>
                  <a:pt x="765945" y="299431"/>
                </a:lnTo>
                <a:lnTo>
                  <a:pt x="764470" y="299736"/>
                </a:lnTo>
                <a:lnTo>
                  <a:pt x="762292" y="299520"/>
                </a:lnTo>
                <a:lnTo>
                  <a:pt x="759007" y="298753"/>
                </a:lnTo>
                <a:lnTo>
                  <a:pt x="758036" y="298877"/>
                </a:lnTo>
                <a:lnTo>
                  <a:pt x="756797" y="298113"/>
                </a:lnTo>
                <a:lnTo>
                  <a:pt x="755905" y="298114"/>
                </a:lnTo>
                <a:lnTo>
                  <a:pt x="753664" y="299862"/>
                </a:lnTo>
                <a:lnTo>
                  <a:pt x="751790" y="300266"/>
                </a:lnTo>
                <a:lnTo>
                  <a:pt x="750654" y="300831"/>
                </a:lnTo>
                <a:lnTo>
                  <a:pt x="748465" y="302974"/>
                </a:lnTo>
                <a:lnTo>
                  <a:pt x="748082" y="304034"/>
                </a:lnTo>
                <a:lnTo>
                  <a:pt x="748315" y="305449"/>
                </a:lnTo>
                <a:lnTo>
                  <a:pt x="750239" y="307302"/>
                </a:lnTo>
                <a:lnTo>
                  <a:pt x="750771" y="308255"/>
                </a:lnTo>
                <a:lnTo>
                  <a:pt x="750469" y="312779"/>
                </a:lnTo>
                <a:lnTo>
                  <a:pt x="751745" y="316051"/>
                </a:lnTo>
                <a:lnTo>
                  <a:pt x="751532" y="316911"/>
                </a:lnTo>
                <a:lnTo>
                  <a:pt x="750406" y="318449"/>
                </a:lnTo>
                <a:lnTo>
                  <a:pt x="750083" y="321153"/>
                </a:lnTo>
                <a:lnTo>
                  <a:pt x="748756" y="321263"/>
                </a:lnTo>
                <a:lnTo>
                  <a:pt x="747637" y="322775"/>
                </a:lnTo>
                <a:lnTo>
                  <a:pt x="743785" y="325524"/>
                </a:lnTo>
                <a:lnTo>
                  <a:pt x="739037" y="330207"/>
                </a:lnTo>
                <a:lnTo>
                  <a:pt x="738280" y="330661"/>
                </a:lnTo>
                <a:lnTo>
                  <a:pt x="737691" y="330833"/>
                </a:lnTo>
                <a:lnTo>
                  <a:pt x="736294" y="329941"/>
                </a:lnTo>
                <a:lnTo>
                  <a:pt x="735299" y="329726"/>
                </a:lnTo>
                <a:lnTo>
                  <a:pt x="734853" y="329921"/>
                </a:lnTo>
                <a:lnTo>
                  <a:pt x="734165" y="330905"/>
                </a:lnTo>
                <a:lnTo>
                  <a:pt x="733204" y="331481"/>
                </a:lnTo>
                <a:lnTo>
                  <a:pt x="730449" y="331350"/>
                </a:lnTo>
                <a:lnTo>
                  <a:pt x="728044" y="331900"/>
                </a:lnTo>
                <a:lnTo>
                  <a:pt x="726765" y="331012"/>
                </a:lnTo>
                <a:lnTo>
                  <a:pt x="724548" y="328502"/>
                </a:lnTo>
                <a:lnTo>
                  <a:pt x="723264" y="327894"/>
                </a:lnTo>
                <a:lnTo>
                  <a:pt x="720564" y="327738"/>
                </a:lnTo>
                <a:lnTo>
                  <a:pt x="718564" y="329409"/>
                </a:lnTo>
                <a:lnTo>
                  <a:pt x="717863" y="329294"/>
                </a:lnTo>
                <a:lnTo>
                  <a:pt x="716744" y="328493"/>
                </a:lnTo>
                <a:lnTo>
                  <a:pt x="715577" y="328352"/>
                </a:lnTo>
                <a:lnTo>
                  <a:pt x="714518" y="330448"/>
                </a:lnTo>
                <a:lnTo>
                  <a:pt x="713934" y="331194"/>
                </a:lnTo>
                <a:lnTo>
                  <a:pt x="713394" y="331406"/>
                </a:lnTo>
                <a:lnTo>
                  <a:pt x="709453" y="329705"/>
                </a:lnTo>
                <a:lnTo>
                  <a:pt x="707560" y="328229"/>
                </a:lnTo>
                <a:lnTo>
                  <a:pt x="704172" y="328193"/>
                </a:lnTo>
                <a:lnTo>
                  <a:pt x="703291" y="327793"/>
                </a:lnTo>
                <a:lnTo>
                  <a:pt x="702316" y="326644"/>
                </a:lnTo>
                <a:lnTo>
                  <a:pt x="700984" y="326071"/>
                </a:lnTo>
                <a:lnTo>
                  <a:pt x="695900" y="325361"/>
                </a:lnTo>
                <a:lnTo>
                  <a:pt x="693672" y="325788"/>
                </a:lnTo>
                <a:lnTo>
                  <a:pt x="691770" y="326811"/>
                </a:lnTo>
                <a:lnTo>
                  <a:pt x="689124" y="326660"/>
                </a:lnTo>
                <a:lnTo>
                  <a:pt x="687133" y="326078"/>
                </a:lnTo>
                <a:lnTo>
                  <a:pt x="685487" y="326137"/>
                </a:lnTo>
                <a:lnTo>
                  <a:pt x="684844" y="326633"/>
                </a:lnTo>
                <a:lnTo>
                  <a:pt x="683307" y="328698"/>
                </a:lnTo>
                <a:lnTo>
                  <a:pt x="681812" y="329687"/>
                </a:lnTo>
                <a:lnTo>
                  <a:pt x="680736" y="330073"/>
                </a:lnTo>
                <a:lnTo>
                  <a:pt x="679194" y="330037"/>
                </a:lnTo>
                <a:lnTo>
                  <a:pt x="677173" y="328497"/>
                </a:lnTo>
                <a:lnTo>
                  <a:pt x="676287" y="328257"/>
                </a:lnTo>
                <a:lnTo>
                  <a:pt x="675042" y="328478"/>
                </a:lnTo>
                <a:lnTo>
                  <a:pt x="673461" y="329612"/>
                </a:lnTo>
                <a:lnTo>
                  <a:pt x="672944" y="329726"/>
                </a:lnTo>
                <a:lnTo>
                  <a:pt x="670724" y="329351"/>
                </a:lnTo>
                <a:lnTo>
                  <a:pt x="669543" y="329410"/>
                </a:lnTo>
                <a:lnTo>
                  <a:pt x="665474" y="330935"/>
                </a:lnTo>
                <a:lnTo>
                  <a:pt x="663175" y="333223"/>
                </a:lnTo>
                <a:lnTo>
                  <a:pt x="662059" y="333584"/>
                </a:lnTo>
                <a:lnTo>
                  <a:pt x="660001" y="333400"/>
                </a:lnTo>
                <a:lnTo>
                  <a:pt x="657035" y="334509"/>
                </a:lnTo>
                <a:lnTo>
                  <a:pt x="655614" y="333817"/>
                </a:lnTo>
                <a:lnTo>
                  <a:pt x="654304" y="332275"/>
                </a:lnTo>
                <a:lnTo>
                  <a:pt x="653481" y="331973"/>
                </a:lnTo>
                <a:lnTo>
                  <a:pt x="651648" y="331845"/>
                </a:lnTo>
                <a:lnTo>
                  <a:pt x="648980" y="330631"/>
                </a:lnTo>
                <a:lnTo>
                  <a:pt x="647862" y="330641"/>
                </a:lnTo>
                <a:lnTo>
                  <a:pt x="646272" y="331198"/>
                </a:lnTo>
                <a:lnTo>
                  <a:pt x="643571" y="330465"/>
                </a:lnTo>
                <a:lnTo>
                  <a:pt x="641321" y="330685"/>
                </a:lnTo>
                <a:lnTo>
                  <a:pt x="639167" y="330560"/>
                </a:lnTo>
                <a:lnTo>
                  <a:pt x="638538" y="330197"/>
                </a:lnTo>
                <a:lnTo>
                  <a:pt x="635490" y="327196"/>
                </a:lnTo>
                <a:lnTo>
                  <a:pt x="634260" y="325021"/>
                </a:lnTo>
                <a:lnTo>
                  <a:pt x="633373" y="324355"/>
                </a:lnTo>
                <a:lnTo>
                  <a:pt x="631964" y="324326"/>
                </a:lnTo>
                <a:lnTo>
                  <a:pt x="630788" y="325166"/>
                </a:lnTo>
                <a:lnTo>
                  <a:pt x="629767" y="325511"/>
                </a:lnTo>
                <a:lnTo>
                  <a:pt x="628461" y="325084"/>
                </a:lnTo>
                <a:lnTo>
                  <a:pt x="624384" y="323033"/>
                </a:lnTo>
                <a:lnTo>
                  <a:pt x="622705" y="322852"/>
                </a:lnTo>
                <a:lnTo>
                  <a:pt x="620850" y="323053"/>
                </a:lnTo>
                <a:lnTo>
                  <a:pt x="618876" y="324149"/>
                </a:lnTo>
                <a:lnTo>
                  <a:pt x="616060" y="326176"/>
                </a:lnTo>
                <a:lnTo>
                  <a:pt x="615040" y="326632"/>
                </a:lnTo>
                <a:lnTo>
                  <a:pt x="612806" y="326564"/>
                </a:lnTo>
                <a:lnTo>
                  <a:pt x="611631" y="326822"/>
                </a:lnTo>
                <a:lnTo>
                  <a:pt x="611226" y="327431"/>
                </a:lnTo>
                <a:lnTo>
                  <a:pt x="611439" y="329804"/>
                </a:lnTo>
                <a:lnTo>
                  <a:pt x="611092" y="330438"/>
                </a:lnTo>
                <a:lnTo>
                  <a:pt x="610622" y="330732"/>
                </a:lnTo>
                <a:lnTo>
                  <a:pt x="607901" y="330300"/>
                </a:lnTo>
                <a:lnTo>
                  <a:pt x="606809" y="330554"/>
                </a:lnTo>
                <a:lnTo>
                  <a:pt x="604908" y="333510"/>
                </a:lnTo>
                <a:lnTo>
                  <a:pt x="603577" y="334602"/>
                </a:lnTo>
                <a:lnTo>
                  <a:pt x="602642" y="334775"/>
                </a:lnTo>
                <a:lnTo>
                  <a:pt x="600222" y="334602"/>
                </a:lnTo>
                <a:lnTo>
                  <a:pt x="598544" y="334734"/>
                </a:lnTo>
                <a:lnTo>
                  <a:pt x="596598" y="335391"/>
                </a:lnTo>
                <a:lnTo>
                  <a:pt x="595648" y="336262"/>
                </a:lnTo>
                <a:lnTo>
                  <a:pt x="595206" y="337900"/>
                </a:lnTo>
                <a:lnTo>
                  <a:pt x="594182" y="340201"/>
                </a:lnTo>
                <a:lnTo>
                  <a:pt x="592487" y="341491"/>
                </a:lnTo>
                <a:lnTo>
                  <a:pt x="592697" y="340594"/>
                </a:lnTo>
                <a:lnTo>
                  <a:pt x="591589" y="337390"/>
                </a:lnTo>
                <a:lnTo>
                  <a:pt x="591529" y="335428"/>
                </a:lnTo>
                <a:lnTo>
                  <a:pt x="590957" y="334068"/>
                </a:lnTo>
                <a:lnTo>
                  <a:pt x="591555" y="332521"/>
                </a:lnTo>
                <a:lnTo>
                  <a:pt x="592202" y="331942"/>
                </a:lnTo>
                <a:lnTo>
                  <a:pt x="591821" y="330753"/>
                </a:lnTo>
                <a:lnTo>
                  <a:pt x="587880" y="329888"/>
                </a:lnTo>
                <a:lnTo>
                  <a:pt x="586393" y="329034"/>
                </a:lnTo>
                <a:lnTo>
                  <a:pt x="585969" y="328062"/>
                </a:lnTo>
                <a:lnTo>
                  <a:pt x="587034" y="325885"/>
                </a:lnTo>
                <a:lnTo>
                  <a:pt x="586214" y="324676"/>
                </a:lnTo>
                <a:lnTo>
                  <a:pt x="585004" y="323499"/>
                </a:lnTo>
                <a:lnTo>
                  <a:pt x="583112" y="322746"/>
                </a:lnTo>
                <a:lnTo>
                  <a:pt x="582892" y="322351"/>
                </a:lnTo>
                <a:lnTo>
                  <a:pt x="584674" y="320354"/>
                </a:lnTo>
                <a:lnTo>
                  <a:pt x="585017" y="319176"/>
                </a:lnTo>
                <a:lnTo>
                  <a:pt x="584869" y="318546"/>
                </a:lnTo>
                <a:lnTo>
                  <a:pt x="583219" y="316292"/>
                </a:lnTo>
                <a:lnTo>
                  <a:pt x="584132" y="313992"/>
                </a:lnTo>
                <a:lnTo>
                  <a:pt x="584118" y="312991"/>
                </a:lnTo>
                <a:lnTo>
                  <a:pt x="584388" y="312453"/>
                </a:lnTo>
                <a:lnTo>
                  <a:pt x="583140" y="311548"/>
                </a:lnTo>
                <a:lnTo>
                  <a:pt x="582373" y="310557"/>
                </a:lnTo>
                <a:lnTo>
                  <a:pt x="582076" y="309291"/>
                </a:lnTo>
                <a:lnTo>
                  <a:pt x="581705" y="308762"/>
                </a:lnTo>
                <a:lnTo>
                  <a:pt x="581327" y="306308"/>
                </a:lnTo>
                <a:lnTo>
                  <a:pt x="581650" y="304728"/>
                </a:lnTo>
                <a:lnTo>
                  <a:pt x="583981" y="303387"/>
                </a:lnTo>
                <a:lnTo>
                  <a:pt x="584239" y="302745"/>
                </a:lnTo>
                <a:lnTo>
                  <a:pt x="583258" y="299156"/>
                </a:lnTo>
                <a:lnTo>
                  <a:pt x="583333" y="296748"/>
                </a:lnTo>
                <a:lnTo>
                  <a:pt x="583809" y="295041"/>
                </a:lnTo>
                <a:lnTo>
                  <a:pt x="583478" y="292850"/>
                </a:lnTo>
                <a:lnTo>
                  <a:pt x="583540" y="290937"/>
                </a:lnTo>
                <a:lnTo>
                  <a:pt x="583190" y="289456"/>
                </a:lnTo>
                <a:lnTo>
                  <a:pt x="581401" y="287244"/>
                </a:lnTo>
                <a:lnTo>
                  <a:pt x="580642" y="286726"/>
                </a:lnTo>
                <a:lnTo>
                  <a:pt x="580143" y="285903"/>
                </a:lnTo>
                <a:lnTo>
                  <a:pt x="579893" y="284793"/>
                </a:lnTo>
                <a:lnTo>
                  <a:pt x="580061" y="281991"/>
                </a:lnTo>
                <a:lnTo>
                  <a:pt x="579191" y="279726"/>
                </a:lnTo>
                <a:lnTo>
                  <a:pt x="579199" y="278643"/>
                </a:lnTo>
                <a:lnTo>
                  <a:pt x="580136" y="276127"/>
                </a:lnTo>
                <a:lnTo>
                  <a:pt x="580068" y="274316"/>
                </a:lnTo>
                <a:lnTo>
                  <a:pt x="580708" y="271029"/>
                </a:lnTo>
                <a:lnTo>
                  <a:pt x="580718" y="267186"/>
                </a:lnTo>
                <a:lnTo>
                  <a:pt x="581876" y="265722"/>
                </a:lnTo>
                <a:lnTo>
                  <a:pt x="584838" y="265685"/>
                </a:lnTo>
                <a:lnTo>
                  <a:pt x="585357" y="265326"/>
                </a:lnTo>
                <a:lnTo>
                  <a:pt x="586873" y="262496"/>
                </a:lnTo>
                <a:lnTo>
                  <a:pt x="589123" y="259593"/>
                </a:lnTo>
                <a:lnTo>
                  <a:pt x="589421" y="259429"/>
                </a:lnTo>
                <a:lnTo>
                  <a:pt x="590671" y="259756"/>
                </a:lnTo>
                <a:lnTo>
                  <a:pt x="591525" y="259495"/>
                </a:lnTo>
                <a:lnTo>
                  <a:pt x="592089" y="258282"/>
                </a:lnTo>
                <a:lnTo>
                  <a:pt x="592211" y="257141"/>
                </a:lnTo>
                <a:lnTo>
                  <a:pt x="591959" y="254880"/>
                </a:lnTo>
                <a:lnTo>
                  <a:pt x="592406" y="253961"/>
                </a:lnTo>
                <a:lnTo>
                  <a:pt x="594052" y="251904"/>
                </a:lnTo>
                <a:lnTo>
                  <a:pt x="595087" y="249114"/>
                </a:lnTo>
                <a:lnTo>
                  <a:pt x="597564" y="247488"/>
                </a:lnTo>
                <a:lnTo>
                  <a:pt x="598521" y="246460"/>
                </a:lnTo>
                <a:lnTo>
                  <a:pt x="600209" y="243039"/>
                </a:lnTo>
                <a:lnTo>
                  <a:pt x="600619" y="241371"/>
                </a:lnTo>
                <a:lnTo>
                  <a:pt x="601240" y="240948"/>
                </a:lnTo>
                <a:lnTo>
                  <a:pt x="602531" y="240616"/>
                </a:lnTo>
                <a:lnTo>
                  <a:pt x="605057" y="238797"/>
                </a:lnTo>
                <a:lnTo>
                  <a:pt x="605346" y="236782"/>
                </a:lnTo>
                <a:lnTo>
                  <a:pt x="607100" y="234527"/>
                </a:lnTo>
                <a:lnTo>
                  <a:pt x="607390" y="232021"/>
                </a:lnTo>
                <a:lnTo>
                  <a:pt x="608543" y="229644"/>
                </a:lnTo>
                <a:lnTo>
                  <a:pt x="608327" y="226028"/>
                </a:lnTo>
                <a:lnTo>
                  <a:pt x="608888" y="224397"/>
                </a:lnTo>
                <a:lnTo>
                  <a:pt x="609366" y="223448"/>
                </a:lnTo>
                <a:lnTo>
                  <a:pt x="609954" y="222861"/>
                </a:lnTo>
                <a:lnTo>
                  <a:pt x="611341" y="222193"/>
                </a:lnTo>
                <a:lnTo>
                  <a:pt x="612363" y="221064"/>
                </a:lnTo>
                <a:lnTo>
                  <a:pt x="613754" y="218952"/>
                </a:lnTo>
                <a:lnTo>
                  <a:pt x="614076" y="217668"/>
                </a:lnTo>
                <a:lnTo>
                  <a:pt x="615068" y="216257"/>
                </a:lnTo>
                <a:lnTo>
                  <a:pt x="614920" y="215536"/>
                </a:lnTo>
                <a:lnTo>
                  <a:pt x="614223" y="214855"/>
                </a:lnTo>
                <a:lnTo>
                  <a:pt x="613436" y="214616"/>
                </a:lnTo>
                <a:lnTo>
                  <a:pt x="612185" y="215179"/>
                </a:lnTo>
                <a:lnTo>
                  <a:pt x="611764" y="214911"/>
                </a:lnTo>
                <a:lnTo>
                  <a:pt x="611371" y="214058"/>
                </a:lnTo>
                <a:lnTo>
                  <a:pt x="609993" y="213206"/>
                </a:lnTo>
                <a:lnTo>
                  <a:pt x="608814" y="212035"/>
                </a:lnTo>
                <a:lnTo>
                  <a:pt x="608767" y="211333"/>
                </a:lnTo>
                <a:lnTo>
                  <a:pt x="610656" y="210214"/>
                </a:lnTo>
                <a:lnTo>
                  <a:pt x="611359" y="209399"/>
                </a:lnTo>
                <a:lnTo>
                  <a:pt x="611749" y="207933"/>
                </a:lnTo>
                <a:lnTo>
                  <a:pt x="611375" y="207325"/>
                </a:lnTo>
                <a:lnTo>
                  <a:pt x="609609" y="206731"/>
                </a:lnTo>
                <a:lnTo>
                  <a:pt x="608304" y="204501"/>
                </a:lnTo>
                <a:lnTo>
                  <a:pt x="608638" y="203798"/>
                </a:lnTo>
                <a:lnTo>
                  <a:pt x="610318" y="202583"/>
                </a:lnTo>
                <a:lnTo>
                  <a:pt x="610763" y="201692"/>
                </a:lnTo>
                <a:lnTo>
                  <a:pt x="610742" y="200829"/>
                </a:lnTo>
                <a:lnTo>
                  <a:pt x="610088" y="198689"/>
                </a:lnTo>
                <a:lnTo>
                  <a:pt x="609550" y="198034"/>
                </a:lnTo>
                <a:lnTo>
                  <a:pt x="607789" y="196714"/>
                </a:lnTo>
                <a:lnTo>
                  <a:pt x="607614" y="196042"/>
                </a:lnTo>
                <a:lnTo>
                  <a:pt x="609458" y="193189"/>
                </a:lnTo>
                <a:lnTo>
                  <a:pt x="609756" y="192226"/>
                </a:lnTo>
                <a:lnTo>
                  <a:pt x="609804" y="190562"/>
                </a:lnTo>
                <a:lnTo>
                  <a:pt x="611044" y="188833"/>
                </a:lnTo>
                <a:lnTo>
                  <a:pt x="611055" y="187935"/>
                </a:lnTo>
                <a:lnTo>
                  <a:pt x="610605" y="187095"/>
                </a:lnTo>
                <a:lnTo>
                  <a:pt x="606601" y="183889"/>
                </a:lnTo>
                <a:lnTo>
                  <a:pt x="605802" y="183118"/>
                </a:lnTo>
                <a:lnTo>
                  <a:pt x="605464" y="182431"/>
                </a:lnTo>
                <a:lnTo>
                  <a:pt x="605258" y="180624"/>
                </a:lnTo>
                <a:lnTo>
                  <a:pt x="604685" y="179006"/>
                </a:lnTo>
                <a:lnTo>
                  <a:pt x="606303" y="177974"/>
                </a:lnTo>
                <a:lnTo>
                  <a:pt x="606693" y="177459"/>
                </a:lnTo>
                <a:lnTo>
                  <a:pt x="606755" y="174158"/>
                </a:lnTo>
                <a:lnTo>
                  <a:pt x="606163" y="173345"/>
                </a:lnTo>
                <a:lnTo>
                  <a:pt x="605429" y="172957"/>
                </a:lnTo>
                <a:lnTo>
                  <a:pt x="602882" y="172782"/>
                </a:lnTo>
                <a:lnTo>
                  <a:pt x="602276" y="171892"/>
                </a:lnTo>
                <a:lnTo>
                  <a:pt x="602066" y="170909"/>
                </a:lnTo>
                <a:lnTo>
                  <a:pt x="603161" y="168473"/>
                </a:lnTo>
                <a:lnTo>
                  <a:pt x="602591" y="166260"/>
                </a:lnTo>
                <a:lnTo>
                  <a:pt x="603160" y="164359"/>
                </a:lnTo>
                <a:lnTo>
                  <a:pt x="602871" y="163533"/>
                </a:lnTo>
                <a:lnTo>
                  <a:pt x="602080" y="163165"/>
                </a:lnTo>
                <a:lnTo>
                  <a:pt x="600643" y="163867"/>
                </a:lnTo>
                <a:lnTo>
                  <a:pt x="599746" y="164654"/>
                </a:lnTo>
                <a:lnTo>
                  <a:pt x="599124" y="165572"/>
                </a:lnTo>
                <a:lnTo>
                  <a:pt x="598737" y="166710"/>
                </a:lnTo>
                <a:lnTo>
                  <a:pt x="597908" y="167375"/>
                </a:lnTo>
                <a:lnTo>
                  <a:pt x="596961" y="167527"/>
                </a:lnTo>
                <a:lnTo>
                  <a:pt x="595831" y="166858"/>
                </a:lnTo>
                <a:lnTo>
                  <a:pt x="595773" y="165728"/>
                </a:lnTo>
                <a:lnTo>
                  <a:pt x="596502" y="163935"/>
                </a:lnTo>
                <a:lnTo>
                  <a:pt x="597234" y="163035"/>
                </a:lnTo>
                <a:lnTo>
                  <a:pt x="599033" y="161673"/>
                </a:lnTo>
                <a:lnTo>
                  <a:pt x="599368" y="161037"/>
                </a:lnTo>
                <a:lnTo>
                  <a:pt x="599177" y="159978"/>
                </a:lnTo>
                <a:lnTo>
                  <a:pt x="598751" y="159379"/>
                </a:lnTo>
                <a:lnTo>
                  <a:pt x="597780" y="158736"/>
                </a:lnTo>
                <a:lnTo>
                  <a:pt x="596987" y="158608"/>
                </a:lnTo>
                <a:lnTo>
                  <a:pt x="595345" y="158994"/>
                </a:lnTo>
                <a:lnTo>
                  <a:pt x="594526" y="158682"/>
                </a:lnTo>
                <a:lnTo>
                  <a:pt x="594230" y="158175"/>
                </a:lnTo>
                <a:lnTo>
                  <a:pt x="594287" y="154873"/>
                </a:lnTo>
                <a:lnTo>
                  <a:pt x="593072" y="151537"/>
                </a:lnTo>
                <a:lnTo>
                  <a:pt x="592328" y="150222"/>
                </a:lnTo>
                <a:lnTo>
                  <a:pt x="590780" y="148465"/>
                </a:lnTo>
                <a:lnTo>
                  <a:pt x="587056" y="146464"/>
                </a:lnTo>
                <a:lnTo>
                  <a:pt x="586359" y="145813"/>
                </a:lnTo>
                <a:lnTo>
                  <a:pt x="585815" y="142834"/>
                </a:lnTo>
                <a:lnTo>
                  <a:pt x="586126" y="141822"/>
                </a:lnTo>
                <a:lnTo>
                  <a:pt x="587568" y="139589"/>
                </a:lnTo>
                <a:lnTo>
                  <a:pt x="587783" y="138552"/>
                </a:lnTo>
                <a:lnTo>
                  <a:pt x="587590" y="136948"/>
                </a:lnTo>
                <a:lnTo>
                  <a:pt x="586766" y="136372"/>
                </a:lnTo>
                <a:lnTo>
                  <a:pt x="585341" y="136094"/>
                </a:lnTo>
                <a:lnTo>
                  <a:pt x="583834" y="137541"/>
                </a:lnTo>
                <a:lnTo>
                  <a:pt x="583102" y="137777"/>
                </a:lnTo>
                <a:lnTo>
                  <a:pt x="582338" y="137406"/>
                </a:lnTo>
                <a:lnTo>
                  <a:pt x="582113" y="136606"/>
                </a:lnTo>
                <a:lnTo>
                  <a:pt x="582366" y="135611"/>
                </a:lnTo>
                <a:lnTo>
                  <a:pt x="583129" y="134375"/>
                </a:lnTo>
                <a:lnTo>
                  <a:pt x="583576" y="132719"/>
                </a:lnTo>
                <a:lnTo>
                  <a:pt x="584182" y="131978"/>
                </a:lnTo>
                <a:lnTo>
                  <a:pt x="586668" y="132013"/>
                </a:lnTo>
                <a:lnTo>
                  <a:pt x="587860" y="131730"/>
                </a:lnTo>
                <a:lnTo>
                  <a:pt x="588555" y="131243"/>
                </a:lnTo>
                <a:lnTo>
                  <a:pt x="588928" y="130421"/>
                </a:lnTo>
                <a:lnTo>
                  <a:pt x="588712" y="129536"/>
                </a:lnTo>
                <a:lnTo>
                  <a:pt x="587296" y="127916"/>
                </a:lnTo>
                <a:lnTo>
                  <a:pt x="585679" y="125374"/>
                </a:lnTo>
                <a:lnTo>
                  <a:pt x="584630" y="123241"/>
                </a:lnTo>
                <a:lnTo>
                  <a:pt x="581356" y="120427"/>
                </a:lnTo>
                <a:lnTo>
                  <a:pt x="579153" y="120203"/>
                </a:lnTo>
                <a:lnTo>
                  <a:pt x="578583" y="119412"/>
                </a:lnTo>
                <a:lnTo>
                  <a:pt x="578481" y="117443"/>
                </a:lnTo>
                <a:lnTo>
                  <a:pt x="580101" y="116012"/>
                </a:lnTo>
                <a:lnTo>
                  <a:pt x="580553" y="115013"/>
                </a:lnTo>
                <a:lnTo>
                  <a:pt x="579161" y="111950"/>
                </a:lnTo>
                <a:lnTo>
                  <a:pt x="579400" y="111103"/>
                </a:lnTo>
                <a:lnTo>
                  <a:pt x="580111" y="110577"/>
                </a:lnTo>
                <a:lnTo>
                  <a:pt x="583092" y="110767"/>
                </a:lnTo>
                <a:lnTo>
                  <a:pt x="583966" y="110359"/>
                </a:lnTo>
                <a:lnTo>
                  <a:pt x="584697" y="109361"/>
                </a:lnTo>
                <a:lnTo>
                  <a:pt x="584881" y="107700"/>
                </a:lnTo>
                <a:lnTo>
                  <a:pt x="584381" y="106893"/>
                </a:lnTo>
                <a:lnTo>
                  <a:pt x="583742" y="106557"/>
                </a:lnTo>
                <a:lnTo>
                  <a:pt x="582710" y="106603"/>
                </a:lnTo>
                <a:lnTo>
                  <a:pt x="581872" y="107178"/>
                </a:lnTo>
                <a:lnTo>
                  <a:pt x="581121" y="108807"/>
                </a:lnTo>
                <a:lnTo>
                  <a:pt x="580505" y="109331"/>
                </a:lnTo>
                <a:lnTo>
                  <a:pt x="579534" y="109653"/>
                </a:lnTo>
                <a:lnTo>
                  <a:pt x="577354" y="109277"/>
                </a:lnTo>
                <a:lnTo>
                  <a:pt x="576327" y="106646"/>
                </a:lnTo>
                <a:lnTo>
                  <a:pt x="576921" y="105850"/>
                </a:lnTo>
                <a:lnTo>
                  <a:pt x="578306" y="105021"/>
                </a:lnTo>
                <a:lnTo>
                  <a:pt x="578851" y="104363"/>
                </a:lnTo>
                <a:lnTo>
                  <a:pt x="578435" y="103375"/>
                </a:lnTo>
                <a:lnTo>
                  <a:pt x="577618" y="102799"/>
                </a:lnTo>
                <a:lnTo>
                  <a:pt x="575126" y="104166"/>
                </a:lnTo>
                <a:lnTo>
                  <a:pt x="574101" y="103825"/>
                </a:lnTo>
                <a:lnTo>
                  <a:pt x="573648" y="102910"/>
                </a:lnTo>
                <a:lnTo>
                  <a:pt x="574608" y="100087"/>
                </a:lnTo>
                <a:lnTo>
                  <a:pt x="574469" y="99195"/>
                </a:lnTo>
                <a:lnTo>
                  <a:pt x="574021" y="98563"/>
                </a:lnTo>
                <a:lnTo>
                  <a:pt x="573280" y="97942"/>
                </a:lnTo>
                <a:lnTo>
                  <a:pt x="572571" y="97847"/>
                </a:lnTo>
                <a:lnTo>
                  <a:pt x="570558" y="98938"/>
                </a:lnTo>
                <a:lnTo>
                  <a:pt x="568831" y="98720"/>
                </a:lnTo>
                <a:lnTo>
                  <a:pt x="568153" y="97884"/>
                </a:lnTo>
                <a:lnTo>
                  <a:pt x="567890" y="97054"/>
                </a:lnTo>
                <a:lnTo>
                  <a:pt x="566554" y="95005"/>
                </a:lnTo>
                <a:lnTo>
                  <a:pt x="565671" y="92573"/>
                </a:lnTo>
                <a:lnTo>
                  <a:pt x="564707" y="90783"/>
                </a:lnTo>
                <a:lnTo>
                  <a:pt x="565067" y="89377"/>
                </a:lnTo>
                <a:lnTo>
                  <a:pt x="565933" y="88171"/>
                </a:lnTo>
                <a:lnTo>
                  <a:pt x="566015" y="87456"/>
                </a:lnTo>
                <a:lnTo>
                  <a:pt x="565737" y="86858"/>
                </a:lnTo>
                <a:lnTo>
                  <a:pt x="564843" y="86506"/>
                </a:lnTo>
                <a:lnTo>
                  <a:pt x="564208" y="86647"/>
                </a:lnTo>
                <a:lnTo>
                  <a:pt x="563564" y="87282"/>
                </a:lnTo>
                <a:lnTo>
                  <a:pt x="562066" y="87627"/>
                </a:lnTo>
                <a:lnTo>
                  <a:pt x="561358" y="87421"/>
                </a:lnTo>
                <a:lnTo>
                  <a:pt x="560891" y="86439"/>
                </a:lnTo>
                <a:lnTo>
                  <a:pt x="560886" y="85536"/>
                </a:lnTo>
                <a:lnTo>
                  <a:pt x="561347" y="84713"/>
                </a:lnTo>
                <a:lnTo>
                  <a:pt x="562555" y="84347"/>
                </a:lnTo>
                <a:lnTo>
                  <a:pt x="563332" y="83403"/>
                </a:lnTo>
                <a:lnTo>
                  <a:pt x="564992" y="82406"/>
                </a:lnTo>
                <a:lnTo>
                  <a:pt x="565439" y="81345"/>
                </a:lnTo>
                <a:lnTo>
                  <a:pt x="562845" y="81662"/>
                </a:lnTo>
                <a:lnTo>
                  <a:pt x="562169" y="81138"/>
                </a:lnTo>
                <a:lnTo>
                  <a:pt x="562111" y="80134"/>
                </a:lnTo>
                <a:lnTo>
                  <a:pt x="561461" y="79632"/>
                </a:lnTo>
                <a:lnTo>
                  <a:pt x="559562" y="79775"/>
                </a:lnTo>
                <a:lnTo>
                  <a:pt x="558620" y="79278"/>
                </a:lnTo>
                <a:lnTo>
                  <a:pt x="556735" y="76244"/>
                </a:lnTo>
                <a:lnTo>
                  <a:pt x="557455" y="75196"/>
                </a:lnTo>
                <a:lnTo>
                  <a:pt x="558325" y="72225"/>
                </a:lnTo>
                <a:lnTo>
                  <a:pt x="557827" y="71625"/>
                </a:lnTo>
                <a:lnTo>
                  <a:pt x="556833" y="71340"/>
                </a:lnTo>
                <a:lnTo>
                  <a:pt x="554954" y="71808"/>
                </a:lnTo>
                <a:lnTo>
                  <a:pt x="554260" y="72321"/>
                </a:lnTo>
                <a:lnTo>
                  <a:pt x="553440" y="71555"/>
                </a:lnTo>
                <a:lnTo>
                  <a:pt x="552842" y="69673"/>
                </a:lnTo>
                <a:lnTo>
                  <a:pt x="550519" y="67710"/>
                </a:lnTo>
                <a:lnTo>
                  <a:pt x="550173" y="66949"/>
                </a:lnTo>
                <a:lnTo>
                  <a:pt x="550624" y="66053"/>
                </a:lnTo>
                <a:lnTo>
                  <a:pt x="552732" y="65191"/>
                </a:lnTo>
                <a:lnTo>
                  <a:pt x="553500" y="63942"/>
                </a:lnTo>
                <a:lnTo>
                  <a:pt x="553764" y="61640"/>
                </a:lnTo>
                <a:lnTo>
                  <a:pt x="553645" y="60854"/>
                </a:lnTo>
                <a:lnTo>
                  <a:pt x="553119" y="60138"/>
                </a:lnTo>
                <a:lnTo>
                  <a:pt x="552247" y="59771"/>
                </a:lnTo>
                <a:lnTo>
                  <a:pt x="550116" y="61160"/>
                </a:lnTo>
                <a:lnTo>
                  <a:pt x="548821" y="61128"/>
                </a:lnTo>
                <a:lnTo>
                  <a:pt x="548062" y="60589"/>
                </a:lnTo>
                <a:lnTo>
                  <a:pt x="547521" y="59573"/>
                </a:lnTo>
                <a:lnTo>
                  <a:pt x="547555" y="58986"/>
                </a:lnTo>
                <a:lnTo>
                  <a:pt x="548103" y="58461"/>
                </a:lnTo>
                <a:lnTo>
                  <a:pt x="548056" y="57619"/>
                </a:lnTo>
                <a:lnTo>
                  <a:pt x="547252" y="57156"/>
                </a:lnTo>
                <a:lnTo>
                  <a:pt x="546935" y="56424"/>
                </a:lnTo>
                <a:lnTo>
                  <a:pt x="547141" y="55730"/>
                </a:lnTo>
                <a:lnTo>
                  <a:pt x="547708" y="55225"/>
                </a:lnTo>
                <a:lnTo>
                  <a:pt x="547653" y="54495"/>
                </a:lnTo>
                <a:lnTo>
                  <a:pt x="546223" y="52646"/>
                </a:lnTo>
                <a:lnTo>
                  <a:pt x="545493" y="52788"/>
                </a:lnTo>
                <a:lnTo>
                  <a:pt x="544882" y="52495"/>
                </a:lnTo>
                <a:lnTo>
                  <a:pt x="544770" y="51766"/>
                </a:lnTo>
                <a:lnTo>
                  <a:pt x="545559" y="50177"/>
                </a:lnTo>
                <a:lnTo>
                  <a:pt x="545084" y="49184"/>
                </a:lnTo>
                <a:lnTo>
                  <a:pt x="542092" y="48294"/>
                </a:lnTo>
                <a:lnTo>
                  <a:pt x="541238" y="47070"/>
                </a:lnTo>
                <a:lnTo>
                  <a:pt x="540464" y="46686"/>
                </a:lnTo>
                <a:lnTo>
                  <a:pt x="540043" y="45942"/>
                </a:lnTo>
                <a:lnTo>
                  <a:pt x="540981" y="44011"/>
                </a:lnTo>
                <a:lnTo>
                  <a:pt x="541090" y="42191"/>
                </a:lnTo>
                <a:lnTo>
                  <a:pt x="540705" y="41489"/>
                </a:lnTo>
                <a:lnTo>
                  <a:pt x="538446" y="40499"/>
                </a:lnTo>
                <a:lnTo>
                  <a:pt x="536627" y="40013"/>
                </a:lnTo>
                <a:lnTo>
                  <a:pt x="535478" y="37640"/>
                </a:lnTo>
                <a:lnTo>
                  <a:pt x="532443" y="37147"/>
                </a:lnTo>
                <a:lnTo>
                  <a:pt x="532051" y="35816"/>
                </a:lnTo>
                <a:lnTo>
                  <a:pt x="531510" y="34855"/>
                </a:lnTo>
                <a:lnTo>
                  <a:pt x="530750" y="34135"/>
                </a:lnTo>
                <a:lnTo>
                  <a:pt x="527633" y="33223"/>
                </a:lnTo>
                <a:lnTo>
                  <a:pt x="526056" y="31491"/>
                </a:lnTo>
                <a:lnTo>
                  <a:pt x="526306" y="29947"/>
                </a:lnTo>
                <a:lnTo>
                  <a:pt x="526046" y="28962"/>
                </a:lnTo>
                <a:lnTo>
                  <a:pt x="525711" y="28581"/>
                </a:lnTo>
                <a:lnTo>
                  <a:pt x="524445" y="28443"/>
                </a:lnTo>
                <a:lnTo>
                  <a:pt x="523981" y="27987"/>
                </a:lnTo>
                <a:lnTo>
                  <a:pt x="523634" y="26502"/>
                </a:lnTo>
                <a:lnTo>
                  <a:pt x="522963" y="25107"/>
                </a:lnTo>
                <a:lnTo>
                  <a:pt x="521932" y="24231"/>
                </a:lnTo>
                <a:lnTo>
                  <a:pt x="521226" y="24183"/>
                </a:lnTo>
                <a:lnTo>
                  <a:pt x="520362" y="23426"/>
                </a:lnTo>
                <a:lnTo>
                  <a:pt x="518042" y="22749"/>
                </a:lnTo>
                <a:lnTo>
                  <a:pt x="516439" y="23782"/>
                </a:lnTo>
                <a:lnTo>
                  <a:pt x="515697" y="23269"/>
                </a:lnTo>
                <a:lnTo>
                  <a:pt x="515171" y="21872"/>
                </a:lnTo>
                <a:lnTo>
                  <a:pt x="513636" y="20086"/>
                </a:lnTo>
                <a:lnTo>
                  <a:pt x="512754" y="20209"/>
                </a:lnTo>
                <a:lnTo>
                  <a:pt x="512347" y="21324"/>
                </a:lnTo>
                <a:lnTo>
                  <a:pt x="511637" y="22396"/>
                </a:lnTo>
                <a:lnTo>
                  <a:pt x="510511" y="22646"/>
                </a:lnTo>
                <a:lnTo>
                  <a:pt x="507269" y="19053"/>
                </a:lnTo>
                <a:lnTo>
                  <a:pt x="506915" y="18222"/>
                </a:lnTo>
                <a:lnTo>
                  <a:pt x="505745" y="17601"/>
                </a:lnTo>
                <a:lnTo>
                  <a:pt x="502860" y="17893"/>
                </a:lnTo>
                <a:lnTo>
                  <a:pt x="501535" y="18578"/>
                </a:lnTo>
                <a:lnTo>
                  <a:pt x="500617" y="17831"/>
                </a:lnTo>
                <a:lnTo>
                  <a:pt x="499648" y="15024"/>
                </a:lnTo>
                <a:lnTo>
                  <a:pt x="498173" y="14592"/>
                </a:lnTo>
                <a:lnTo>
                  <a:pt x="496447" y="13452"/>
                </a:lnTo>
                <a:lnTo>
                  <a:pt x="496236" y="12331"/>
                </a:lnTo>
                <a:lnTo>
                  <a:pt x="496692" y="11536"/>
                </a:lnTo>
                <a:lnTo>
                  <a:pt x="496732" y="10354"/>
                </a:lnTo>
                <a:lnTo>
                  <a:pt x="496085" y="9923"/>
                </a:lnTo>
                <a:lnTo>
                  <a:pt x="494037" y="10119"/>
                </a:lnTo>
                <a:lnTo>
                  <a:pt x="493272" y="9767"/>
                </a:lnTo>
                <a:lnTo>
                  <a:pt x="492971" y="7456"/>
                </a:lnTo>
                <a:lnTo>
                  <a:pt x="488982" y="6830"/>
                </a:lnTo>
                <a:lnTo>
                  <a:pt x="487616" y="3451"/>
                </a:lnTo>
                <a:lnTo>
                  <a:pt x="484371" y="1323"/>
                </a:lnTo>
                <a:lnTo>
                  <a:pt x="483015" y="0"/>
                </a:lnTo>
                <a:lnTo>
                  <a:pt x="485376" y="76475"/>
                </a:lnTo>
                <a:lnTo>
                  <a:pt x="487590" y="149083"/>
                </a:lnTo>
                <a:lnTo>
                  <a:pt x="489823" y="221358"/>
                </a:lnTo>
                <a:lnTo>
                  <a:pt x="492025" y="294495"/>
                </a:lnTo>
                <a:lnTo>
                  <a:pt x="494460" y="366041"/>
                </a:lnTo>
                <a:lnTo>
                  <a:pt x="496887" y="443360"/>
                </a:lnTo>
                <a:lnTo>
                  <a:pt x="499357" y="517501"/>
                </a:lnTo>
                <a:lnTo>
                  <a:pt x="501502" y="588875"/>
                </a:lnTo>
                <a:lnTo>
                  <a:pt x="500080" y="588561"/>
                </a:lnTo>
                <a:lnTo>
                  <a:pt x="497686" y="588680"/>
                </a:lnTo>
                <a:lnTo>
                  <a:pt x="494218" y="590514"/>
                </a:lnTo>
                <a:lnTo>
                  <a:pt x="492281" y="590962"/>
                </a:lnTo>
                <a:lnTo>
                  <a:pt x="489551" y="592093"/>
                </a:lnTo>
                <a:lnTo>
                  <a:pt x="488115" y="592082"/>
                </a:lnTo>
                <a:lnTo>
                  <a:pt x="486877" y="591570"/>
                </a:lnTo>
                <a:lnTo>
                  <a:pt x="485924" y="591474"/>
                </a:lnTo>
                <a:lnTo>
                  <a:pt x="484236" y="591835"/>
                </a:lnTo>
                <a:lnTo>
                  <a:pt x="483788" y="592138"/>
                </a:lnTo>
                <a:lnTo>
                  <a:pt x="482505" y="594150"/>
                </a:lnTo>
                <a:lnTo>
                  <a:pt x="480964" y="594230"/>
                </a:lnTo>
                <a:lnTo>
                  <a:pt x="480147" y="594690"/>
                </a:lnTo>
                <a:lnTo>
                  <a:pt x="479125" y="596552"/>
                </a:lnTo>
                <a:lnTo>
                  <a:pt x="479320" y="598088"/>
                </a:lnTo>
                <a:lnTo>
                  <a:pt x="478468" y="599208"/>
                </a:lnTo>
                <a:lnTo>
                  <a:pt x="477122" y="601724"/>
                </a:lnTo>
                <a:lnTo>
                  <a:pt x="475536" y="602682"/>
                </a:lnTo>
                <a:lnTo>
                  <a:pt x="473587" y="602495"/>
                </a:lnTo>
                <a:lnTo>
                  <a:pt x="472069" y="601712"/>
                </a:lnTo>
                <a:lnTo>
                  <a:pt x="470709" y="601722"/>
                </a:lnTo>
                <a:lnTo>
                  <a:pt x="469322" y="600460"/>
                </a:lnTo>
                <a:lnTo>
                  <a:pt x="467899" y="599803"/>
                </a:lnTo>
                <a:lnTo>
                  <a:pt x="464817" y="599411"/>
                </a:lnTo>
                <a:lnTo>
                  <a:pt x="463611" y="599802"/>
                </a:lnTo>
                <a:lnTo>
                  <a:pt x="462025" y="601102"/>
                </a:lnTo>
                <a:lnTo>
                  <a:pt x="460947" y="602935"/>
                </a:lnTo>
                <a:lnTo>
                  <a:pt x="459055" y="604737"/>
                </a:lnTo>
                <a:lnTo>
                  <a:pt x="455754" y="605547"/>
                </a:lnTo>
                <a:lnTo>
                  <a:pt x="455444" y="606759"/>
                </a:lnTo>
                <a:lnTo>
                  <a:pt x="455097" y="607048"/>
                </a:lnTo>
                <a:lnTo>
                  <a:pt x="454543" y="607004"/>
                </a:lnTo>
                <a:lnTo>
                  <a:pt x="453764" y="606130"/>
                </a:lnTo>
                <a:lnTo>
                  <a:pt x="451688" y="605393"/>
                </a:lnTo>
                <a:lnTo>
                  <a:pt x="449969" y="604237"/>
                </a:lnTo>
                <a:lnTo>
                  <a:pt x="448859" y="604019"/>
                </a:lnTo>
                <a:lnTo>
                  <a:pt x="447426" y="604363"/>
                </a:lnTo>
                <a:lnTo>
                  <a:pt x="446239" y="605313"/>
                </a:lnTo>
                <a:lnTo>
                  <a:pt x="444877" y="605765"/>
                </a:lnTo>
                <a:lnTo>
                  <a:pt x="443318" y="607171"/>
                </a:lnTo>
                <a:lnTo>
                  <a:pt x="442406" y="607191"/>
                </a:lnTo>
                <a:lnTo>
                  <a:pt x="441518" y="606742"/>
                </a:lnTo>
                <a:lnTo>
                  <a:pt x="440525" y="607009"/>
                </a:lnTo>
                <a:lnTo>
                  <a:pt x="437817" y="609727"/>
                </a:lnTo>
                <a:lnTo>
                  <a:pt x="437760" y="610348"/>
                </a:lnTo>
                <a:lnTo>
                  <a:pt x="438114" y="611335"/>
                </a:lnTo>
                <a:lnTo>
                  <a:pt x="437593" y="614634"/>
                </a:lnTo>
                <a:lnTo>
                  <a:pt x="436656" y="616721"/>
                </a:lnTo>
                <a:lnTo>
                  <a:pt x="434800" y="617337"/>
                </a:lnTo>
                <a:lnTo>
                  <a:pt x="432568" y="618584"/>
                </a:lnTo>
                <a:lnTo>
                  <a:pt x="432174" y="619115"/>
                </a:lnTo>
                <a:lnTo>
                  <a:pt x="431770" y="620278"/>
                </a:lnTo>
                <a:lnTo>
                  <a:pt x="432081" y="623681"/>
                </a:lnTo>
                <a:lnTo>
                  <a:pt x="431357" y="624869"/>
                </a:lnTo>
                <a:lnTo>
                  <a:pt x="431178" y="625822"/>
                </a:lnTo>
                <a:lnTo>
                  <a:pt x="431232" y="628643"/>
                </a:lnTo>
                <a:lnTo>
                  <a:pt x="430890" y="629931"/>
                </a:lnTo>
                <a:lnTo>
                  <a:pt x="430888" y="631822"/>
                </a:lnTo>
                <a:lnTo>
                  <a:pt x="429304" y="633163"/>
                </a:lnTo>
                <a:lnTo>
                  <a:pt x="427553" y="636207"/>
                </a:lnTo>
                <a:lnTo>
                  <a:pt x="424295" y="638270"/>
                </a:lnTo>
                <a:lnTo>
                  <a:pt x="422580" y="638675"/>
                </a:lnTo>
                <a:lnTo>
                  <a:pt x="420562" y="640395"/>
                </a:lnTo>
                <a:lnTo>
                  <a:pt x="418792" y="641477"/>
                </a:lnTo>
                <a:lnTo>
                  <a:pt x="416439" y="641069"/>
                </a:lnTo>
                <a:lnTo>
                  <a:pt x="415422" y="641707"/>
                </a:lnTo>
                <a:lnTo>
                  <a:pt x="414732" y="641699"/>
                </a:lnTo>
                <a:lnTo>
                  <a:pt x="411360" y="642744"/>
                </a:lnTo>
                <a:lnTo>
                  <a:pt x="408887" y="641723"/>
                </a:lnTo>
                <a:lnTo>
                  <a:pt x="408034" y="641673"/>
                </a:lnTo>
                <a:lnTo>
                  <a:pt x="406761" y="642012"/>
                </a:lnTo>
                <a:lnTo>
                  <a:pt x="404548" y="641202"/>
                </a:lnTo>
                <a:lnTo>
                  <a:pt x="403508" y="641370"/>
                </a:lnTo>
                <a:lnTo>
                  <a:pt x="399737" y="643132"/>
                </a:lnTo>
                <a:lnTo>
                  <a:pt x="398292" y="645922"/>
                </a:lnTo>
                <a:lnTo>
                  <a:pt x="397910" y="648221"/>
                </a:lnTo>
                <a:lnTo>
                  <a:pt x="396801" y="650591"/>
                </a:lnTo>
                <a:lnTo>
                  <a:pt x="396039" y="653390"/>
                </a:lnTo>
                <a:lnTo>
                  <a:pt x="395992" y="654603"/>
                </a:lnTo>
                <a:lnTo>
                  <a:pt x="396489" y="656931"/>
                </a:lnTo>
                <a:lnTo>
                  <a:pt x="396910" y="657817"/>
                </a:lnTo>
                <a:lnTo>
                  <a:pt x="397601" y="658454"/>
                </a:lnTo>
                <a:lnTo>
                  <a:pt x="397764" y="659603"/>
                </a:lnTo>
                <a:lnTo>
                  <a:pt x="398699" y="661706"/>
                </a:lnTo>
                <a:lnTo>
                  <a:pt x="400347" y="663847"/>
                </a:lnTo>
                <a:lnTo>
                  <a:pt x="400852" y="664008"/>
                </a:lnTo>
                <a:lnTo>
                  <a:pt x="402377" y="663867"/>
                </a:lnTo>
                <a:lnTo>
                  <a:pt x="403625" y="664615"/>
                </a:lnTo>
                <a:lnTo>
                  <a:pt x="404551" y="665985"/>
                </a:lnTo>
                <a:lnTo>
                  <a:pt x="404509" y="667394"/>
                </a:lnTo>
                <a:lnTo>
                  <a:pt x="403923" y="668550"/>
                </a:lnTo>
                <a:lnTo>
                  <a:pt x="402760" y="669847"/>
                </a:lnTo>
                <a:lnTo>
                  <a:pt x="398760" y="668822"/>
                </a:lnTo>
                <a:lnTo>
                  <a:pt x="397374" y="668981"/>
                </a:lnTo>
                <a:lnTo>
                  <a:pt x="396392" y="669890"/>
                </a:lnTo>
                <a:lnTo>
                  <a:pt x="395520" y="670353"/>
                </a:lnTo>
                <a:lnTo>
                  <a:pt x="394893" y="671334"/>
                </a:lnTo>
                <a:lnTo>
                  <a:pt x="394534" y="672446"/>
                </a:lnTo>
                <a:lnTo>
                  <a:pt x="390826" y="676387"/>
                </a:lnTo>
                <a:lnTo>
                  <a:pt x="387416" y="678139"/>
                </a:lnTo>
                <a:lnTo>
                  <a:pt x="386208" y="678378"/>
                </a:lnTo>
                <a:lnTo>
                  <a:pt x="385044" y="679008"/>
                </a:lnTo>
                <a:lnTo>
                  <a:pt x="383765" y="679267"/>
                </a:lnTo>
                <a:lnTo>
                  <a:pt x="382285" y="678932"/>
                </a:lnTo>
                <a:lnTo>
                  <a:pt x="381413" y="679446"/>
                </a:lnTo>
                <a:lnTo>
                  <a:pt x="380963" y="680013"/>
                </a:lnTo>
                <a:lnTo>
                  <a:pt x="379987" y="680421"/>
                </a:lnTo>
                <a:lnTo>
                  <a:pt x="376986" y="679946"/>
                </a:lnTo>
                <a:lnTo>
                  <a:pt x="374982" y="679126"/>
                </a:lnTo>
                <a:lnTo>
                  <a:pt x="373340" y="678843"/>
                </a:lnTo>
                <a:lnTo>
                  <a:pt x="372617" y="677693"/>
                </a:lnTo>
                <a:lnTo>
                  <a:pt x="371418" y="676877"/>
                </a:lnTo>
                <a:lnTo>
                  <a:pt x="370954" y="676143"/>
                </a:lnTo>
                <a:lnTo>
                  <a:pt x="368866" y="674729"/>
                </a:lnTo>
                <a:lnTo>
                  <a:pt x="366960" y="674364"/>
                </a:lnTo>
                <a:lnTo>
                  <a:pt x="365056" y="674856"/>
                </a:lnTo>
                <a:lnTo>
                  <a:pt x="364206" y="674571"/>
                </a:lnTo>
                <a:lnTo>
                  <a:pt x="363712" y="673754"/>
                </a:lnTo>
                <a:lnTo>
                  <a:pt x="363341" y="671525"/>
                </a:lnTo>
                <a:lnTo>
                  <a:pt x="362307" y="669608"/>
                </a:lnTo>
                <a:lnTo>
                  <a:pt x="362179" y="668680"/>
                </a:lnTo>
                <a:lnTo>
                  <a:pt x="361654" y="667894"/>
                </a:lnTo>
                <a:lnTo>
                  <a:pt x="360898" y="667570"/>
                </a:lnTo>
                <a:lnTo>
                  <a:pt x="360083" y="666430"/>
                </a:lnTo>
                <a:lnTo>
                  <a:pt x="358600" y="665336"/>
                </a:lnTo>
                <a:lnTo>
                  <a:pt x="357004" y="665237"/>
                </a:lnTo>
                <a:lnTo>
                  <a:pt x="353335" y="663409"/>
                </a:lnTo>
                <a:lnTo>
                  <a:pt x="352016" y="663158"/>
                </a:lnTo>
                <a:lnTo>
                  <a:pt x="348972" y="663311"/>
                </a:lnTo>
                <a:lnTo>
                  <a:pt x="347829" y="662799"/>
                </a:lnTo>
                <a:lnTo>
                  <a:pt x="346181" y="662687"/>
                </a:lnTo>
                <a:lnTo>
                  <a:pt x="344331" y="662138"/>
                </a:lnTo>
                <a:lnTo>
                  <a:pt x="343904" y="662314"/>
                </a:lnTo>
                <a:lnTo>
                  <a:pt x="341899" y="661803"/>
                </a:lnTo>
                <a:lnTo>
                  <a:pt x="340443" y="662627"/>
                </a:lnTo>
                <a:lnTo>
                  <a:pt x="339114" y="662548"/>
                </a:lnTo>
                <a:lnTo>
                  <a:pt x="338439" y="662043"/>
                </a:lnTo>
                <a:lnTo>
                  <a:pt x="337331" y="661791"/>
                </a:lnTo>
                <a:lnTo>
                  <a:pt x="336788" y="661868"/>
                </a:lnTo>
                <a:lnTo>
                  <a:pt x="336013" y="662418"/>
                </a:lnTo>
                <a:lnTo>
                  <a:pt x="333264" y="662001"/>
                </a:lnTo>
                <a:lnTo>
                  <a:pt x="332876" y="661645"/>
                </a:lnTo>
                <a:lnTo>
                  <a:pt x="332225" y="661628"/>
                </a:lnTo>
                <a:lnTo>
                  <a:pt x="331123" y="662264"/>
                </a:lnTo>
                <a:lnTo>
                  <a:pt x="329946" y="661551"/>
                </a:lnTo>
                <a:lnTo>
                  <a:pt x="328974" y="661782"/>
                </a:lnTo>
                <a:lnTo>
                  <a:pt x="326905" y="660769"/>
                </a:lnTo>
                <a:lnTo>
                  <a:pt x="324081" y="660497"/>
                </a:lnTo>
                <a:lnTo>
                  <a:pt x="322166" y="660995"/>
                </a:lnTo>
                <a:lnTo>
                  <a:pt x="321421" y="661553"/>
                </a:lnTo>
                <a:lnTo>
                  <a:pt x="321165" y="661442"/>
                </a:lnTo>
                <a:lnTo>
                  <a:pt x="321080" y="661760"/>
                </a:lnTo>
                <a:lnTo>
                  <a:pt x="318325" y="662441"/>
                </a:lnTo>
                <a:lnTo>
                  <a:pt x="315827" y="662412"/>
                </a:lnTo>
                <a:lnTo>
                  <a:pt x="314337" y="662937"/>
                </a:lnTo>
                <a:lnTo>
                  <a:pt x="311827" y="662371"/>
                </a:lnTo>
                <a:lnTo>
                  <a:pt x="309709" y="662633"/>
                </a:lnTo>
                <a:lnTo>
                  <a:pt x="309220" y="662857"/>
                </a:lnTo>
                <a:lnTo>
                  <a:pt x="308459" y="663761"/>
                </a:lnTo>
                <a:lnTo>
                  <a:pt x="306509" y="664933"/>
                </a:lnTo>
                <a:lnTo>
                  <a:pt x="304380" y="665556"/>
                </a:lnTo>
                <a:lnTo>
                  <a:pt x="301308" y="665564"/>
                </a:lnTo>
                <a:lnTo>
                  <a:pt x="300636" y="666009"/>
                </a:lnTo>
                <a:lnTo>
                  <a:pt x="297170" y="667201"/>
                </a:lnTo>
                <a:lnTo>
                  <a:pt x="296372" y="667654"/>
                </a:lnTo>
                <a:lnTo>
                  <a:pt x="295545" y="669086"/>
                </a:lnTo>
                <a:lnTo>
                  <a:pt x="293696" y="671125"/>
                </a:lnTo>
                <a:lnTo>
                  <a:pt x="292774" y="671349"/>
                </a:lnTo>
                <a:lnTo>
                  <a:pt x="290641" y="670904"/>
                </a:lnTo>
                <a:lnTo>
                  <a:pt x="289563" y="670366"/>
                </a:lnTo>
                <a:lnTo>
                  <a:pt x="287840" y="670385"/>
                </a:lnTo>
                <a:lnTo>
                  <a:pt x="286576" y="670836"/>
                </a:lnTo>
                <a:lnTo>
                  <a:pt x="285483" y="671861"/>
                </a:lnTo>
                <a:lnTo>
                  <a:pt x="284721" y="672259"/>
                </a:lnTo>
                <a:lnTo>
                  <a:pt x="281243" y="673509"/>
                </a:lnTo>
                <a:lnTo>
                  <a:pt x="280425" y="673497"/>
                </a:lnTo>
                <a:lnTo>
                  <a:pt x="278677" y="672926"/>
                </a:lnTo>
                <a:lnTo>
                  <a:pt x="277136" y="673111"/>
                </a:lnTo>
                <a:lnTo>
                  <a:pt x="273209" y="672668"/>
                </a:lnTo>
                <a:lnTo>
                  <a:pt x="272497" y="672370"/>
                </a:lnTo>
                <a:lnTo>
                  <a:pt x="271575" y="671246"/>
                </a:lnTo>
                <a:lnTo>
                  <a:pt x="270758" y="670734"/>
                </a:lnTo>
                <a:lnTo>
                  <a:pt x="268856" y="671339"/>
                </a:lnTo>
                <a:lnTo>
                  <a:pt x="267893" y="671133"/>
                </a:lnTo>
                <a:lnTo>
                  <a:pt x="263785" y="671686"/>
                </a:lnTo>
                <a:lnTo>
                  <a:pt x="258474" y="671089"/>
                </a:lnTo>
                <a:lnTo>
                  <a:pt x="257938" y="671473"/>
                </a:lnTo>
                <a:lnTo>
                  <a:pt x="257628" y="672967"/>
                </a:lnTo>
                <a:lnTo>
                  <a:pt x="257141" y="673818"/>
                </a:lnTo>
                <a:lnTo>
                  <a:pt x="256367" y="674108"/>
                </a:lnTo>
                <a:lnTo>
                  <a:pt x="253289" y="673665"/>
                </a:lnTo>
                <a:lnTo>
                  <a:pt x="252327" y="673781"/>
                </a:lnTo>
                <a:lnTo>
                  <a:pt x="249842" y="676543"/>
                </a:lnTo>
                <a:lnTo>
                  <a:pt x="248820" y="677373"/>
                </a:lnTo>
                <a:lnTo>
                  <a:pt x="248153" y="677492"/>
                </a:lnTo>
                <a:lnTo>
                  <a:pt x="247064" y="676808"/>
                </a:lnTo>
                <a:lnTo>
                  <a:pt x="246101" y="675557"/>
                </a:lnTo>
                <a:lnTo>
                  <a:pt x="244279" y="674650"/>
                </a:lnTo>
                <a:lnTo>
                  <a:pt x="242079" y="673966"/>
                </a:lnTo>
                <a:lnTo>
                  <a:pt x="240312" y="674554"/>
                </a:lnTo>
                <a:lnTo>
                  <a:pt x="239423" y="674506"/>
                </a:lnTo>
                <a:lnTo>
                  <a:pt x="237039" y="673185"/>
                </a:lnTo>
                <a:lnTo>
                  <a:pt x="235457" y="671827"/>
                </a:lnTo>
                <a:lnTo>
                  <a:pt x="232916" y="670875"/>
                </a:lnTo>
                <a:lnTo>
                  <a:pt x="232166" y="670834"/>
                </a:lnTo>
                <a:lnTo>
                  <a:pt x="229524" y="672051"/>
                </a:lnTo>
                <a:lnTo>
                  <a:pt x="228733" y="672068"/>
                </a:lnTo>
                <a:lnTo>
                  <a:pt x="227710" y="671707"/>
                </a:lnTo>
                <a:lnTo>
                  <a:pt x="225972" y="669764"/>
                </a:lnTo>
                <a:lnTo>
                  <a:pt x="224704" y="667355"/>
                </a:lnTo>
                <a:lnTo>
                  <a:pt x="224106" y="666899"/>
                </a:lnTo>
                <a:lnTo>
                  <a:pt x="223680" y="666883"/>
                </a:lnTo>
                <a:lnTo>
                  <a:pt x="222992" y="666270"/>
                </a:lnTo>
                <a:lnTo>
                  <a:pt x="222534" y="665551"/>
                </a:lnTo>
                <a:lnTo>
                  <a:pt x="222588" y="664498"/>
                </a:lnTo>
                <a:lnTo>
                  <a:pt x="221215" y="663073"/>
                </a:lnTo>
                <a:lnTo>
                  <a:pt x="220691" y="662897"/>
                </a:lnTo>
                <a:lnTo>
                  <a:pt x="219766" y="661647"/>
                </a:lnTo>
                <a:lnTo>
                  <a:pt x="218962" y="661167"/>
                </a:lnTo>
                <a:lnTo>
                  <a:pt x="218512" y="661380"/>
                </a:lnTo>
                <a:lnTo>
                  <a:pt x="218125" y="661238"/>
                </a:lnTo>
                <a:lnTo>
                  <a:pt x="216957" y="659263"/>
                </a:lnTo>
                <a:lnTo>
                  <a:pt x="215221" y="657920"/>
                </a:lnTo>
                <a:lnTo>
                  <a:pt x="214340" y="657894"/>
                </a:lnTo>
                <a:lnTo>
                  <a:pt x="212712" y="658709"/>
                </a:lnTo>
                <a:lnTo>
                  <a:pt x="211356" y="658503"/>
                </a:lnTo>
                <a:lnTo>
                  <a:pt x="210927" y="658116"/>
                </a:lnTo>
                <a:lnTo>
                  <a:pt x="210830" y="657444"/>
                </a:lnTo>
                <a:lnTo>
                  <a:pt x="209927" y="655679"/>
                </a:lnTo>
                <a:lnTo>
                  <a:pt x="209242" y="655054"/>
                </a:lnTo>
                <a:lnTo>
                  <a:pt x="208664" y="654865"/>
                </a:lnTo>
                <a:lnTo>
                  <a:pt x="207919" y="655082"/>
                </a:lnTo>
                <a:lnTo>
                  <a:pt x="207264" y="656279"/>
                </a:lnTo>
                <a:lnTo>
                  <a:pt x="205984" y="655646"/>
                </a:lnTo>
                <a:lnTo>
                  <a:pt x="203390" y="655091"/>
                </a:lnTo>
                <a:lnTo>
                  <a:pt x="196065" y="654987"/>
                </a:lnTo>
                <a:lnTo>
                  <a:pt x="194898" y="654121"/>
                </a:lnTo>
                <a:lnTo>
                  <a:pt x="192767" y="654098"/>
                </a:lnTo>
                <a:lnTo>
                  <a:pt x="189352" y="654821"/>
                </a:lnTo>
                <a:lnTo>
                  <a:pt x="187820" y="654296"/>
                </a:lnTo>
                <a:lnTo>
                  <a:pt x="186048" y="652810"/>
                </a:lnTo>
                <a:lnTo>
                  <a:pt x="184690" y="652152"/>
                </a:lnTo>
                <a:lnTo>
                  <a:pt x="183734" y="652586"/>
                </a:lnTo>
                <a:lnTo>
                  <a:pt x="182898" y="654930"/>
                </a:lnTo>
                <a:lnTo>
                  <a:pt x="182295" y="655520"/>
                </a:lnTo>
                <a:lnTo>
                  <a:pt x="181188" y="655640"/>
                </a:lnTo>
                <a:lnTo>
                  <a:pt x="179803" y="653738"/>
                </a:lnTo>
                <a:lnTo>
                  <a:pt x="179243" y="653345"/>
                </a:lnTo>
                <a:lnTo>
                  <a:pt x="178336" y="653248"/>
                </a:lnTo>
                <a:lnTo>
                  <a:pt x="177382" y="653592"/>
                </a:lnTo>
                <a:lnTo>
                  <a:pt x="176732" y="654227"/>
                </a:lnTo>
                <a:lnTo>
                  <a:pt x="175787" y="656056"/>
                </a:lnTo>
                <a:lnTo>
                  <a:pt x="174949" y="656936"/>
                </a:lnTo>
                <a:lnTo>
                  <a:pt x="173167" y="657932"/>
                </a:lnTo>
                <a:lnTo>
                  <a:pt x="170486" y="658317"/>
                </a:lnTo>
                <a:lnTo>
                  <a:pt x="167278" y="656790"/>
                </a:lnTo>
                <a:lnTo>
                  <a:pt x="166826" y="656761"/>
                </a:lnTo>
                <a:lnTo>
                  <a:pt x="166962" y="657031"/>
                </a:lnTo>
                <a:lnTo>
                  <a:pt x="166518" y="657053"/>
                </a:lnTo>
                <a:lnTo>
                  <a:pt x="165998" y="656447"/>
                </a:lnTo>
                <a:lnTo>
                  <a:pt x="164847" y="654197"/>
                </a:lnTo>
                <a:lnTo>
                  <a:pt x="165225" y="651293"/>
                </a:lnTo>
                <a:lnTo>
                  <a:pt x="165149" y="650516"/>
                </a:lnTo>
                <a:lnTo>
                  <a:pt x="164700" y="649944"/>
                </a:lnTo>
                <a:lnTo>
                  <a:pt x="164733" y="648817"/>
                </a:lnTo>
                <a:lnTo>
                  <a:pt x="162997" y="645955"/>
                </a:lnTo>
                <a:lnTo>
                  <a:pt x="161664" y="645081"/>
                </a:lnTo>
                <a:lnTo>
                  <a:pt x="160299" y="645181"/>
                </a:lnTo>
                <a:lnTo>
                  <a:pt x="158607" y="644720"/>
                </a:lnTo>
                <a:lnTo>
                  <a:pt x="156796" y="645323"/>
                </a:lnTo>
                <a:lnTo>
                  <a:pt x="156556" y="645585"/>
                </a:lnTo>
                <a:lnTo>
                  <a:pt x="156505" y="646462"/>
                </a:lnTo>
                <a:lnTo>
                  <a:pt x="155007" y="647405"/>
                </a:lnTo>
                <a:lnTo>
                  <a:pt x="152413" y="647261"/>
                </a:lnTo>
                <a:lnTo>
                  <a:pt x="148528" y="646465"/>
                </a:lnTo>
                <a:lnTo>
                  <a:pt x="147762" y="646521"/>
                </a:lnTo>
                <a:lnTo>
                  <a:pt x="146590" y="647045"/>
                </a:lnTo>
                <a:lnTo>
                  <a:pt x="145183" y="648577"/>
                </a:lnTo>
                <a:lnTo>
                  <a:pt x="143699" y="648187"/>
                </a:lnTo>
                <a:lnTo>
                  <a:pt x="142604" y="649163"/>
                </a:lnTo>
                <a:lnTo>
                  <a:pt x="140849" y="650047"/>
                </a:lnTo>
                <a:lnTo>
                  <a:pt x="139365" y="651534"/>
                </a:lnTo>
                <a:lnTo>
                  <a:pt x="138288" y="651844"/>
                </a:lnTo>
                <a:lnTo>
                  <a:pt x="137679" y="651626"/>
                </a:lnTo>
                <a:lnTo>
                  <a:pt x="137194" y="650964"/>
                </a:lnTo>
                <a:lnTo>
                  <a:pt x="136519" y="650535"/>
                </a:lnTo>
                <a:lnTo>
                  <a:pt x="137317" y="647522"/>
                </a:lnTo>
                <a:lnTo>
                  <a:pt x="136633" y="643541"/>
                </a:lnTo>
                <a:lnTo>
                  <a:pt x="136840" y="642937"/>
                </a:lnTo>
                <a:lnTo>
                  <a:pt x="138255" y="641062"/>
                </a:lnTo>
                <a:lnTo>
                  <a:pt x="138436" y="640074"/>
                </a:lnTo>
                <a:lnTo>
                  <a:pt x="137953" y="637464"/>
                </a:lnTo>
                <a:lnTo>
                  <a:pt x="138503" y="635733"/>
                </a:lnTo>
                <a:lnTo>
                  <a:pt x="138590" y="634277"/>
                </a:lnTo>
                <a:lnTo>
                  <a:pt x="138331" y="633379"/>
                </a:lnTo>
                <a:lnTo>
                  <a:pt x="137521" y="632032"/>
                </a:lnTo>
                <a:lnTo>
                  <a:pt x="138439" y="629256"/>
                </a:lnTo>
                <a:lnTo>
                  <a:pt x="138307" y="627817"/>
                </a:lnTo>
                <a:lnTo>
                  <a:pt x="137970" y="627133"/>
                </a:lnTo>
                <a:lnTo>
                  <a:pt x="137166" y="626490"/>
                </a:lnTo>
                <a:lnTo>
                  <a:pt x="135520" y="626086"/>
                </a:lnTo>
                <a:lnTo>
                  <a:pt x="133509" y="626636"/>
                </a:lnTo>
                <a:lnTo>
                  <a:pt x="132241" y="627647"/>
                </a:lnTo>
                <a:lnTo>
                  <a:pt x="131587" y="627662"/>
                </a:lnTo>
                <a:lnTo>
                  <a:pt x="130960" y="627353"/>
                </a:lnTo>
                <a:lnTo>
                  <a:pt x="130338" y="626268"/>
                </a:lnTo>
                <a:lnTo>
                  <a:pt x="130269" y="622179"/>
                </a:lnTo>
                <a:lnTo>
                  <a:pt x="130116" y="622474"/>
                </a:lnTo>
                <a:lnTo>
                  <a:pt x="129320" y="619732"/>
                </a:lnTo>
                <a:lnTo>
                  <a:pt x="128607" y="618659"/>
                </a:lnTo>
                <a:lnTo>
                  <a:pt x="128493" y="617988"/>
                </a:lnTo>
                <a:lnTo>
                  <a:pt x="127396" y="617060"/>
                </a:lnTo>
                <a:lnTo>
                  <a:pt x="125533" y="616582"/>
                </a:lnTo>
                <a:lnTo>
                  <a:pt x="124714" y="615923"/>
                </a:lnTo>
                <a:lnTo>
                  <a:pt x="123462" y="612688"/>
                </a:lnTo>
                <a:lnTo>
                  <a:pt x="123701" y="610883"/>
                </a:lnTo>
                <a:lnTo>
                  <a:pt x="124171" y="609481"/>
                </a:lnTo>
                <a:lnTo>
                  <a:pt x="124094" y="608978"/>
                </a:lnTo>
                <a:lnTo>
                  <a:pt x="125164" y="607662"/>
                </a:lnTo>
                <a:lnTo>
                  <a:pt x="125349" y="606698"/>
                </a:lnTo>
                <a:lnTo>
                  <a:pt x="126270" y="606296"/>
                </a:lnTo>
                <a:lnTo>
                  <a:pt x="130454" y="606094"/>
                </a:lnTo>
                <a:lnTo>
                  <a:pt x="131984" y="604561"/>
                </a:lnTo>
                <a:lnTo>
                  <a:pt x="133703" y="599893"/>
                </a:lnTo>
                <a:lnTo>
                  <a:pt x="134093" y="596121"/>
                </a:lnTo>
                <a:lnTo>
                  <a:pt x="133477" y="595283"/>
                </a:lnTo>
                <a:lnTo>
                  <a:pt x="132554" y="592773"/>
                </a:lnTo>
                <a:lnTo>
                  <a:pt x="130978" y="590705"/>
                </a:lnTo>
                <a:lnTo>
                  <a:pt x="129087" y="589033"/>
                </a:lnTo>
                <a:lnTo>
                  <a:pt x="128172" y="587583"/>
                </a:lnTo>
                <a:lnTo>
                  <a:pt x="128387" y="585842"/>
                </a:lnTo>
                <a:lnTo>
                  <a:pt x="129010" y="584272"/>
                </a:lnTo>
                <a:lnTo>
                  <a:pt x="128845" y="583380"/>
                </a:lnTo>
                <a:lnTo>
                  <a:pt x="127091" y="580708"/>
                </a:lnTo>
                <a:lnTo>
                  <a:pt x="125831" y="580120"/>
                </a:lnTo>
                <a:lnTo>
                  <a:pt x="125190" y="578620"/>
                </a:lnTo>
                <a:lnTo>
                  <a:pt x="124656" y="576505"/>
                </a:lnTo>
                <a:lnTo>
                  <a:pt x="122888" y="574218"/>
                </a:lnTo>
                <a:lnTo>
                  <a:pt x="122190" y="573822"/>
                </a:lnTo>
                <a:lnTo>
                  <a:pt x="121855" y="572970"/>
                </a:lnTo>
                <a:lnTo>
                  <a:pt x="121294" y="572521"/>
                </a:lnTo>
                <a:lnTo>
                  <a:pt x="117637" y="572458"/>
                </a:lnTo>
                <a:lnTo>
                  <a:pt x="117000" y="572831"/>
                </a:lnTo>
                <a:lnTo>
                  <a:pt x="114258" y="575801"/>
                </a:lnTo>
                <a:lnTo>
                  <a:pt x="113622" y="576091"/>
                </a:lnTo>
                <a:lnTo>
                  <a:pt x="112967" y="576065"/>
                </a:lnTo>
                <a:lnTo>
                  <a:pt x="111201" y="575204"/>
                </a:lnTo>
                <a:lnTo>
                  <a:pt x="110335" y="575052"/>
                </a:lnTo>
                <a:lnTo>
                  <a:pt x="109634" y="575282"/>
                </a:lnTo>
                <a:lnTo>
                  <a:pt x="108226" y="576777"/>
                </a:lnTo>
                <a:lnTo>
                  <a:pt x="106967" y="577318"/>
                </a:lnTo>
                <a:lnTo>
                  <a:pt x="105827" y="577318"/>
                </a:lnTo>
                <a:lnTo>
                  <a:pt x="104624" y="576966"/>
                </a:lnTo>
                <a:lnTo>
                  <a:pt x="101710" y="573877"/>
                </a:lnTo>
                <a:lnTo>
                  <a:pt x="100555" y="572102"/>
                </a:lnTo>
                <a:lnTo>
                  <a:pt x="99666" y="570079"/>
                </a:lnTo>
                <a:lnTo>
                  <a:pt x="99773" y="568209"/>
                </a:lnTo>
                <a:lnTo>
                  <a:pt x="99589" y="566764"/>
                </a:lnTo>
                <a:lnTo>
                  <a:pt x="100733" y="561669"/>
                </a:lnTo>
                <a:lnTo>
                  <a:pt x="100989" y="558114"/>
                </a:lnTo>
                <a:lnTo>
                  <a:pt x="100657" y="557289"/>
                </a:lnTo>
                <a:lnTo>
                  <a:pt x="100590" y="555671"/>
                </a:lnTo>
                <a:lnTo>
                  <a:pt x="100164" y="554696"/>
                </a:lnTo>
                <a:lnTo>
                  <a:pt x="99266" y="553757"/>
                </a:lnTo>
                <a:lnTo>
                  <a:pt x="98273" y="553281"/>
                </a:lnTo>
                <a:lnTo>
                  <a:pt x="96455" y="553618"/>
                </a:lnTo>
                <a:lnTo>
                  <a:pt x="95519" y="553269"/>
                </a:lnTo>
                <a:lnTo>
                  <a:pt x="93300" y="553041"/>
                </a:lnTo>
                <a:lnTo>
                  <a:pt x="92390" y="552673"/>
                </a:lnTo>
                <a:lnTo>
                  <a:pt x="91346" y="551515"/>
                </a:lnTo>
                <a:lnTo>
                  <a:pt x="90346" y="548623"/>
                </a:lnTo>
                <a:lnTo>
                  <a:pt x="85789" y="544597"/>
                </a:lnTo>
                <a:lnTo>
                  <a:pt x="84840" y="544241"/>
                </a:lnTo>
                <a:lnTo>
                  <a:pt x="83921" y="543461"/>
                </a:lnTo>
                <a:lnTo>
                  <a:pt x="83462" y="543438"/>
                </a:lnTo>
                <a:lnTo>
                  <a:pt x="82548" y="543784"/>
                </a:lnTo>
                <a:lnTo>
                  <a:pt x="81786" y="545112"/>
                </a:lnTo>
                <a:lnTo>
                  <a:pt x="79619" y="546279"/>
                </a:lnTo>
                <a:lnTo>
                  <a:pt x="76044" y="546705"/>
                </a:lnTo>
                <a:lnTo>
                  <a:pt x="75417" y="547002"/>
                </a:lnTo>
                <a:lnTo>
                  <a:pt x="74821" y="547917"/>
                </a:lnTo>
                <a:lnTo>
                  <a:pt x="74233" y="549579"/>
                </a:lnTo>
                <a:lnTo>
                  <a:pt x="73708" y="550376"/>
                </a:lnTo>
                <a:lnTo>
                  <a:pt x="73004" y="550869"/>
                </a:lnTo>
                <a:lnTo>
                  <a:pt x="72166" y="550788"/>
                </a:lnTo>
                <a:lnTo>
                  <a:pt x="71247" y="550231"/>
                </a:lnTo>
                <a:lnTo>
                  <a:pt x="70715" y="549287"/>
                </a:lnTo>
                <a:lnTo>
                  <a:pt x="69804" y="548649"/>
                </a:lnTo>
                <a:lnTo>
                  <a:pt x="68656" y="548452"/>
                </a:lnTo>
                <a:lnTo>
                  <a:pt x="66864" y="550869"/>
                </a:lnTo>
                <a:lnTo>
                  <a:pt x="66102" y="551373"/>
                </a:lnTo>
                <a:lnTo>
                  <a:pt x="64949" y="551451"/>
                </a:lnTo>
                <a:lnTo>
                  <a:pt x="62377" y="550567"/>
                </a:lnTo>
                <a:lnTo>
                  <a:pt x="58982" y="550957"/>
                </a:lnTo>
                <a:lnTo>
                  <a:pt x="58118" y="551597"/>
                </a:lnTo>
                <a:lnTo>
                  <a:pt x="57897" y="552432"/>
                </a:lnTo>
                <a:lnTo>
                  <a:pt x="56461" y="553872"/>
                </a:lnTo>
                <a:lnTo>
                  <a:pt x="55911" y="555593"/>
                </a:lnTo>
                <a:lnTo>
                  <a:pt x="56426" y="557608"/>
                </a:lnTo>
                <a:lnTo>
                  <a:pt x="56974" y="558014"/>
                </a:lnTo>
                <a:lnTo>
                  <a:pt x="57279" y="558866"/>
                </a:lnTo>
                <a:lnTo>
                  <a:pt x="57441" y="561979"/>
                </a:lnTo>
                <a:lnTo>
                  <a:pt x="57263" y="563191"/>
                </a:lnTo>
                <a:lnTo>
                  <a:pt x="56787" y="563928"/>
                </a:lnTo>
                <a:lnTo>
                  <a:pt x="57040" y="565913"/>
                </a:lnTo>
                <a:lnTo>
                  <a:pt x="57537" y="567495"/>
                </a:lnTo>
                <a:lnTo>
                  <a:pt x="56777" y="568414"/>
                </a:lnTo>
                <a:lnTo>
                  <a:pt x="55178" y="569101"/>
                </a:lnTo>
                <a:lnTo>
                  <a:pt x="54089" y="567764"/>
                </a:lnTo>
                <a:lnTo>
                  <a:pt x="51425" y="566599"/>
                </a:lnTo>
                <a:lnTo>
                  <a:pt x="50576" y="566503"/>
                </a:lnTo>
                <a:lnTo>
                  <a:pt x="49429" y="566957"/>
                </a:lnTo>
                <a:lnTo>
                  <a:pt x="49012" y="567447"/>
                </a:lnTo>
                <a:lnTo>
                  <a:pt x="48863" y="568261"/>
                </a:lnTo>
                <a:lnTo>
                  <a:pt x="49437" y="569664"/>
                </a:lnTo>
                <a:lnTo>
                  <a:pt x="50448" y="570760"/>
                </a:lnTo>
                <a:lnTo>
                  <a:pt x="51507" y="571129"/>
                </a:lnTo>
                <a:lnTo>
                  <a:pt x="52518" y="571836"/>
                </a:lnTo>
                <a:lnTo>
                  <a:pt x="53433" y="573113"/>
                </a:lnTo>
                <a:lnTo>
                  <a:pt x="53372" y="573994"/>
                </a:lnTo>
                <a:lnTo>
                  <a:pt x="52269" y="574766"/>
                </a:lnTo>
                <a:lnTo>
                  <a:pt x="50138" y="575133"/>
                </a:lnTo>
                <a:lnTo>
                  <a:pt x="48287" y="575165"/>
                </a:lnTo>
                <a:lnTo>
                  <a:pt x="46960" y="574696"/>
                </a:lnTo>
                <a:lnTo>
                  <a:pt x="46453" y="575020"/>
                </a:lnTo>
                <a:lnTo>
                  <a:pt x="45941" y="576087"/>
                </a:lnTo>
                <a:lnTo>
                  <a:pt x="46032" y="576924"/>
                </a:lnTo>
                <a:lnTo>
                  <a:pt x="46563" y="577899"/>
                </a:lnTo>
                <a:lnTo>
                  <a:pt x="48448" y="578811"/>
                </a:lnTo>
                <a:lnTo>
                  <a:pt x="49414" y="579612"/>
                </a:lnTo>
                <a:lnTo>
                  <a:pt x="49697" y="581066"/>
                </a:lnTo>
                <a:lnTo>
                  <a:pt x="49689" y="582673"/>
                </a:lnTo>
                <a:lnTo>
                  <a:pt x="49463" y="583469"/>
                </a:lnTo>
                <a:lnTo>
                  <a:pt x="48887" y="584289"/>
                </a:lnTo>
                <a:lnTo>
                  <a:pt x="48191" y="584684"/>
                </a:lnTo>
                <a:lnTo>
                  <a:pt x="46348" y="584681"/>
                </a:lnTo>
                <a:lnTo>
                  <a:pt x="44998" y="584050"/>
                </a:lnTo>
                <a:lnTo>
                  <a:pt x="43235" y="582419"/>
                </a:lnTo>
                <a:lnTo>
                  <a:pt x="42507" y="582270"/>
                </a:lnTo>
                <a:lnTo>
                  <a:pt x="40240" y="582971"/>
                </a:lnTo>
                <a:lnTo>
                  <a:pt x="39526" y="584650"/>
                </a:lnTo>
                <a:lnTo>
                  <a:pt x="39333" y="587556"/>
                </a:lnTo>
                <a:lnTo>
                  <a:pt x="39880" y="589343"/>
                </a:lnTo>
                <a:lnTo>
                  <a:pt x="41565" y="591195"/>
                </a:lnTo>
                <a:lnTo>
                  <a:pt x="43582" y="592299"/>
                </a:lnTo>
                <a:lnTo>
                  <a:pt x="45092" y="596154"/>
                </a:lnTo>
                <a:lnTo>
                  <a:pt x="46885" y="597370"/>
                </a:lnTo>
                <a:lnTo>
                  <a:pt x="47804" y="598147"/>
                </a:lnTo>
                <a:lnTo>
                  <a:pt x="48031" y="598618"/>
                </a:lnTo>
                <a:lnTo>
                  <a:pt x="47269" y="599078"/>
                </a:lnTo>
                <a:lnTo>
                  <a:pt x="45396" y="601873"/>
                </a:lnTo>
                <a:lnTo>
                  <a:pt x="42788" y="604407"/>
                </a:lnTo>
                <a:lnTo>
                  <a:pt x="42617" y="606468"/>
                </a:lnTo>
                <a:lnTo>
                  <a:pt x="44025" y="610317"/>
                </a:lnTo>
                <a:lnTo>
                  <a:pt x="44264" y="611640"/>
                </a:lnTo>
                <a:lnTo>
                  <a:pt x="43293" y="613516"/>
                </a:lnTo>
                <a:lnTo>
                  <a:pt x="41786" y="614331"/>
                </a:lnTo>
                <a:lnTo>
                  <a:pt x="40745" y="615402"/>
                </a:lnTo>
                <a:lnTo>
                  <a:pt x="38738" y="620436"/>
                </a:lnTo>
                <a:lnTo>
                  <a:pt x="36725" y="621631"/>
                </a:lnTo>
                <a:lnTo>
                  <a:pt x="34266" y="621242"/>
                </a:lnTo>
                <a:lnTo>
                  <a:pt x="33578" y="620332"/>
                </a:lnTo>
                <a:lnTo>
                  <a:pt x="33430" y="618409"/>
                </a:lnTo>
                <a:lnTo>
                  <a:pt x="32942" y="617546"/>
                </a:lnTo>
                <a:lnTo>
                  <a:pt x="31852" y="616955"/>
                </a:lnTo>
                <a:lnTo>
                  <a:pt x="31033" y="616980"/>
                </a:lnTo>
                <a:lnTo>
                  <a:pt x="29805" y="617422"/>
                </a:lnTo>
                <a:lnTo>
                  <a:pt x="22809" y="622318"/>
                </a:lnTo>
                <a:lnTo>
                  <a:pt x="22342" y="623084"/>
                </a:lnTo>
                <a:lnTo>
                  <a:pt x="22011" y="625265"/>
                </a:lnTo>
                <a:lnTo>
                  <a:pt x="20437" y="627360"/>
                </a:lnTo>
                <a:lnTo>
                  <a:pt x="19094" y="628233"/>
                </a:lnTo>
                <a:lnTo>
                  <a:pt x="16728" y="628839"/>
                </a:lnTo>
                <a:lnTo>
                  <a:pt x="13102" y="630330"/>
                </a:lnTo>
                <a:lnTo>
                  <a:pt x="10467" y="631821"/>
                </a:lnTo>
                <a:lnTo>
                  <a:pt x="8769" y="632197"/>
                </a:lnTo>
                <a:lnTo>
                  <a:pt x="8254" y="632579"/>
                </a:lnTo>
                <a:lnTo>
                  <a:pt x="6541" y="632775"/>
                </a:lnTo>
                <a:lnTo>
                  <a:pt x="6272" y="633292"/>
                </a:lnTo>
                <a:lnTo>
                  <a:pt x="4675" y="633517"/>
                </a:lnTo>
                <a:lnTo>
                  <a:pt x="3585" y="633957"/>
                </a:lnTo>
                <a:lnTo>
                  <a:pt x="3325" y="634363"/>
                </a:lnTo>
                <a:lnTo>
                  <a:pt x="1838" y="635368"/>
                </a:lnTo>
                <a:lnTo>
                  <a:pt x="1578" y="636961"/>
                </a:lnTo>
                <a:lnTo>
                  <a:pt x="310" y="638510"/>
                </a:lnTo>
                <a:lnTo>
                  <a:pt x="0" y="641755"/>
                </a:lnTo>
                <a:lnTo>
                  <a:pt x="267" y="643158"/>
                </a:lnTo>
                <a:lnTo>
                  <a:pt x="159" y="644974"/>
                </a:lnTo>
                <a:lnTo>
                  <a:pt x="4452" y="647465"/>
                </a:lnTo>
                <a:lnTo>
                  <a:pt x="5569" y="648573"/>
                </a:lnTo>
                <a:lnTo>
                  <a:pt x="5868" y="648479"/>
                </a:lnTo>
                <a:lnTo>
                  <a:pt x="5991" y="648748"/>
                </a:lnTo>
                <a:lnTo>
                  <a:pt x="6377" y="648836"/>
                </a:lnTo>
                <a:lnTo>
                  <a:pt x="6826" y="649530"/>
                </a:lnTo>
                <a:lnTo>
                  <a:pt x="7882" y="649877"/>
                </a:lnTo>
                <a:lnTo>
                  <a:pt x="8220" y="650818"/>
                </a:lnTo>
                <a:lnTo>
                  <a:pt x="9093" y="650456"/>
                </a:lnTo>
                <a:lnTo>
                  <a:pt x="9138" y="650697"/>
                </a:lnTo>
                <a:lnTo>
                  <a:pt x="8704" y="651170"/>
                </a:lnTo>
                <a:lnTo>
                  <a:pt x="8860" y="651581"/>
                </a:lnTo>
                <a:lnTo>
                  <a:pt x="9608" y="652036"/>
                </a:lnTo>
                <a:lnTo>
                  <a:pt x="9622" y="652660"/>
                </a:lnTo>
                <a:lnTo>
                  <a:pt x="10054" y="653191"/>
                </a:lnTo>
                <a:lnTo>
                  <a:pt x="10398" y="653152"/>
                </a:lnTo>
                <a:lnTo>
                  <a:pt x="10716" y="653529"/>
                </a:lnTo>
                <a:lnTo>
                  <a:pt x="10994" y="653533"/>
                </a:lnTo>
                <a:lnTo>
                  <a:pt x="11009" y="653997"/>
                </a:lnTo>
                <a:lnTo>
                  <a:pt x="12041" y="654545"/>
                </a:lnTo>
                <a:lnTo>
                  <a:pt x="12221" y="655613"/>
                </a:lnTo>
                <a:lnTo>
                  <a:pt x="12541" y="655714"/>
                </a:lnTo>
                <a:lnTo>
                  <a:pt x="12669" y="656164"/>
                </a:lnTo>
                <a:lnTo>
                  <a:pt x="13610" y="656588"/>
                </a:lnTo>
                <a:lnTo>
                  <a:pt x="14178" y="656268"/>
                </a:lnTo>
                <a:lnTo>
                  <a:pt x="14999" y="656639"/>
                </a:lnTo>
                <a:lnTo>
                  <a:pt x="15487" y="657073"/>
                </a:lnTo>
                <a:lnTo>
                  <a:pt x="15426" y="657622"/>
                </a:lnTo>
                <a:lnTo>
                  <a:pt x="16139" y="657599"/>
                </a:lnTo>
                <a:lnTo>
                  <a:pt x="16642" y="658024"/>
                </a:lnTo>
                <a:lnTo>
                  <a:pt x="17054" y="658853"/>
                </a:lnTo>
                <a:lnTo>
                  <a:pt x="17871" y="659342"/>
                </a:lnTo>
                <a:lnTo>
                  <a:pt x="17724" y="659913"/>
                </a:lnTo>
                <a:lnTo>
                  <a:pt x="18263" y="661254"/>
                </a:lnTo>
                <a:lnTo>
                  <a:pt x="17981" y="661970"/>
                </a:lnTo>
                <a:lnTo>
                  <a:pt x="18238" y="661967"/>
                </a:lnTo>
                <a:lnTo>
                  <a:pt x="18261" y="662161"/>
                </a:lnTo>
                <a:lnTo>
                  <a:pt x="17977" y="662318"/>
                </a:lnTo>
                <a:lnTo>
                  <a:pt x="17791" y="663329"/>
                </a:lnTo>
                <a:lnTo>
                  <a:pt x="17086" y="664068"/>
                </a:lnTo>
                <a:lnTo>
                  <a:pt x="16962" y="664931"/>
                </a:lnTo>
                <a:lnTo>
                  <a:pt x="17312" y="665548"/>
                </a:lnTo>
                <a:lnTo>
                  <a:pt x="17547" y="665312"/>
                </a:lnTo>
                <a:lnTo>
                  <a:pt x="17854" y="665485"/>
                </a:lnTo>
                <a:lnTo>
                  <a:pt x="17535" y="665854"/>
                </a:lnTo>
                <a:lnTo>
                  <a:pt x="17988" y="666067"/>
                </a:lnTo>
                <a:lnTo>
                  <a:pt x="18293" y="665962"/>
                </a:lnTo>
                <a:lnTo>
                  <a:pt x="18671" y="666383"/>
                </a:lnTo>
                <a:lnTo>
                  <a:pt x="18617" y="667148"/>
                </a:lnTo>
                <a:lnTo>
                  <a:pt x="18941" y="667673"/>
                </a:lnTo>
                <a:lnTo>
                  <a:pt x="18748" y="668700"/>
                </a:lnTo>
                <a:lnTo>
                  <a:pt x="19165" y="669285"/>
                </a:lnTo>
                <a:lnTo>
                  <a:pt x="19030" y="670030"/>
                </a:lnTo>
                <a:lnTo>
                  <a:pt x="19632" y="669930"/>
                </a:lnTo>
                <a:lnTo>
                  <a:pt x="20374" y="670893"/>
                </a:lnTo>
                <a:lnTo>
                  <a:pt x="20396" y="671973"/>
                </a:lnTo>
                <a:lnTo>
                  <a:pt x="20705" y="672652"/>
                </a:lnTo>
                <a:lnTo>
                  <a:pt x="20261" y="673303"/>
                </a:lnTo>
                <a:lnTo>
                  <a:pt x="20498" y="673901"/>
                </a:lnTo>
                <a:lnTo>
                  <a:pt x="20456" y="674607"/>
                </a:lnTo>
                <a:lnTo>
                  <a:pt x="20910" y="675143"/>
                </a:lnTo>
                <a:lnTo>
                  <a:pt x="20901" y="675670"/>
                </a:lnTo>
                <a:lnTo>
                  <a:pt x="21389" y="675784"/>
                </a:lnTo>
                <a:lnTo>
                  <a:pt x="21438" y="676149"/>
                </a:lnTo>
                <a:lnTo>
                  <a:pt x="22795" y="676972"/>
                </a:lnTo>
                <a:lnTo>
                  <a:pt x="22650" y="677628"/>
                </a:lnTo>
                <a:lnTo>
                  <a:pt x="23422" y="679702"/>
                </a:lnTo>
                <a:lnTo>
                  <a:pt x="23396" y="680812"/>
                </a:lnTo>
                <a:lnTo>
                  <a:pt x="23648" y="681360"/>
                </a:lnTo>
                <a:lnTo>
                  <a:pt x="24060" y="681581"/>
                </a:lnTo>
                <a:lnTo>
                  <a:pt x="23835" y="681869"/>
                </a:lnTo>
                <a:lnTo>
                  <a:pt x="23862" y="682747"/>
                </a:lnTo>
                <a:lnTo>
                  <a:pt x="24477" y="683186"/>
                </a:lnTo>
                <a:lnTo>
                  <a:pt x="25216" y="682857"/>
                </a:lnTo>
                <a:lnTo>
                  <a:pt x="25872" y="683095"/>
                </a:lnTo>
                <a:lnTo>
                  <a:pt x="27922" y="684882"/>
                </a:lnTo>
                <a:lnTo>
                  <a:pt x="28856" y="684994"/>
                </a:lnTo>
                <a:lnTo>
                  <a:pt x="31977" y="686517"/>
                </a:lnTo>
                <a:lnTo>
                  <a:pt x="33289" y="687739"/>
                </a:lnTo>
                <a:lnTo>
                  <a:pt x="34867" y="688627"/>
                </a:lnTo>
                <a:lnTo>
                  <a:pt x="35535" y="689598"/>
                </a:lnTo>
                <a:lnTo>
                  <a:pt x="36556" y="690188"/>
                </a:lnTo>
                <a:lnTo>
                  <a:pt x="36908" y="691512"/>
                </a:lnTo>
                <a:lnTo>
                  <a:pt x="37305" y="691732"/>
                </a:lnTo>
                <a:lnTo>
                  <a:pt x="37746" y="692580"/>
                </a:lnTo>
                <a:lnTo>
                  <a:pt x="38015" y="693590"/>
                </a:lnTo>
                <a:lnTo>
                  <a:pt x="37864" y="694427"/>
                </a:lnTo>
                <a:lnTo>
                  <a:pt x="38680" y="695018"/>
                </a:lnTo>
                <a:lnTo>
                  <a:pt x="38877" y="696459"/>
                </a:lnTo>
                <a:lnTo>
                  <a:pt x="39793" y="696507"/>
                </a:lnTo>
                <a:lnTo>
                  <a:pt x="40479" y="698139"/>
                </a:lnTo>
                <a:lnTo>
                  <a:pt x="41048" y="698110"/>
                </a:lnTo>
                <a:lnTo>
                  <a:pt x="41607" y="698394"/>
                </a:lnTo>
                <a:lnTo>
                  <a:pt x="41829" y="699975"/>
                </a:lnTo>
                <a:lnTo>
                  <a:pt x="41734" y="700647"/>
                </a:lnTo>
                <a:lnTo>
                  <a:pt x="41431" y="701007"/>
                </a:lnTo>
                <a:lnTo>
                  <a:pt x="41425" y="702355"/>
                </a:lnTo>
                <a:lnTo>
                  <a:pt x="42414" y="702938"/>
                </a:lnTo>
                <a:lnTo>
                  <a:pt x="42672" y="703991"/>
                </a:lnTo>
                <a:lnTo>
                  <a:pt x="45102" y="706754"/>
                </a:lnTo>
                <a:lnTo>
                  <a:pt x="45227" y="707413"/>
                </a:lnTo>
                <a:lnTo>
                  <a:pt x="46003" y="708492"/>
                </a:lnTo>
                <a:lnTo>
                  <a:pt x="47034" y="708892"/>
                </a:lnTo>
                <a:lnTo>
                  <a:pt x="47476" y="709304"/>
                </a:lnTo>
                <a:lnTo>
                  <a:pt x="47971" y="709231"/>
                </a:lnTo>
                <a:lnTo>
                  <a:pt x="50617" y="710756"/>
                </a:lnTo>
                <a:lnTo>
                  <a:pt x="52983" y="713132"/>
                </a:lnTo>
                <a:lnTo>
                  <a:pt x="53468" y="713209"/>
                </a:lnTo>
                <a:lnTo>
                  <a:pt x="53616" y="713604"/>
                </a:lnTo>
                <a:lnTo>
                  <a:pt x="54241" y="713981"/>
                </a:lnTo>
                <a:lnTo>
                  <a:pt x="54408" y="714465"/>
                </a:lnTo>
                <a:lnTo>
                  <a:pt x="54732" y="714482"/>
                </a:lnTo>
                <a:lnTo>
                  <a:pt x="56289" y="716096"/>
                </a:lnTo>
                <a:lnTo>
                  <a:pt x="56590" y="716874"/>
                </a:lnTo>
                <a:lnTo>
                  <a:pt x="56071" y="717477"/>
                </a:lnTo>
                <a:lnTo>
                  <a:pt x="56271" y="718185"/>
                </a:lnTo>
                <a:lnTo>
                  <a:pt x="55913" y="718856"/>
                </a:lnTo>
                <a:lnTo>
                  <a:pt x="56396" y="719223"/>
                </a:lnTo>
                <a:lnTo>
                  <a:pt x="56177" y="719659"/>
                </a:lnTo>
                <a:lnTo>
                  <a:pt x="57035" y="720276"/>
                </a:lnTo>
                <a:lnTo>
                  <a:pt x="57451" y="721126"/>
                </a:lnTo>
                <a:lnTo>
                  <a:pt x="57523" y="722607"/>
                </a:lnTo>
                <a:lnTo>
                  <a:pt x="58828" y="725218"/>
                </a:lnTo>
                <a:lnTo>
                  <a:pt x="58931" y="725927"/>
                </a:lnTo>
                <a:lnTo>
                  <a:pt x="59670" y="726873"/>
                </a:lnTo>
                <a:lnTo>
                  <a:pt x="59017" y="727239"/>
                </a:lnTo>
                <a:lnTo>
                  <a:pt x="59173" y="728182"/>
                </a:lnTo>
                <a:lnTo>
                  <a:pt x="59802" y="728776"/>
                </a:lnTo>
                <a:lnTo>
                  <a:pt x="59779" y="729551"/>
                </a:lnTo>
                <a:lnTo>
                  <a:pt x="60394" y="729762"/>
                </a:lnTo>
                <a:lnTo>
                  <a:pt x="60804" y="730740"/>
                </a:lnTo>
                <a:lnTo>
                  <a:pt x="60717" y="731715"/>
                </a:lnTo>
                <a:lnTo>
                  <a:pt x="61150" y="733125"/>
                </a:lnTo>
                <a:lnTo>
                  <a:pt x="60916" y="733842"/>
                </a:lnTo>
                <a:lnTo>
                  <a:pt x="60336" y="734488"/>
                </a:lnTo>
                <a:lnTo>
                  <a:pt x="60361" y="734945"/>
                </a:lnTo>
                <a:lnTo>
                  <a:pt x="61249" y="736293"/>
                </a:lnTo>
                <a:lnTo>
                  <a:pt x="61564" y="736593"/>
                </a:lnTo>
                <a:lnTo>
                  <a:pt x="61859" y="736527"/>
                </a:lnTo>
                <a:lnTo>
                  <a:pt x="61721" y="737400"/>
                </a:lnTo>
                <a:lnTo>
                  <a:pt x="62833" y="738527"/>
                </a:lnTo>
                <a:lnTo>
                  <a:pt x="62989" y="738949"/>
                </a:lnTo>
                <a:lnTo>
                  <a:pt x="62847" y="739551"/>
                </a:lnTo>
                <a:lnTo>
                  <a:pt x="63546" y="739506"/>
                </a:lnTo>
                <a:lnTo>
                  <a:pt x="64808" y="740406"/>
                </a:lnTo>
                <a:lnTo>
                  <a:pt x="65334" y="743130"/>
                </a:lnTo>
                <a:lnTo>
                  <a:pt x="65047" y="743471"/>
                </a:lnTo>
                <a:lnTo>
                  <a:pt x="65657" y="743491"/>
                </a:lnTo>
                <a:lnTo>
                  <a:pt x="65877" y="744261"/>
                </a:lnTo>
                <a:lnTo>
                  <a:pt x="66455" y="744497"/>
                </a:lnTo>
                <a:lnTo>
                  <a:pt x="66933" y="745446"/>
                </a:lnTo>
                <a:lnTo>
                  <a:pt x="66622" y="747529"/>
                </a:lnTo>
                <a:lnTo>
                  <a:pt x="67022" y="748324"/>
                </a:lnTo>
                <a:lnTo>
                  <a:pt x="67750" y="748839"/>
                </a:lnTo>
                <a:lnTo>
                  <a:pt x="68198" y="749603"/>
                </a:lnTo>
                <a:lnTo>
                  <a:pt x="68851" y="749864"/>
                </a:lnTo>
                <a:lnTo>
                  <a:pt x="69498" y="750549"/>
                </a:lnTo>
                <a:lnTo>
                  <a:pt x="69696" y="751545"/>
                </a:lnTo>
                <a:lnTo>
                  <a:pt x="70416" y="752530"/>
                </a:lnTo>
                <a:lnTo>
                  <a:pt x="70955" y="752627"/>
                </a:lnTo>
                <a:lnTo>
                  <a:pt x="71446" y="753108"/>
                </a:lnTo>
                <a:lnTo>
                  <a:pt x="71432" y="753985"/>
                </a:lnTo>
                <a:lnTo>
                  <a:pt x="71900" y="754741"/>
                </a:lnTo>
                <a:lnTo>
                  <a:pt x="72751" y="755670"/>
                </a:lnTo>
                <a:lnTo>
                  <a:pt x="73258" y="755778"/>
                </a:lnTo>
                <a:lnTo>
                  <a:pt x="74159" y="756497"/>
                </a:lnTo>
                <a:lnTo>
                  <a:pt x="74286" y="757354"/>
                </a:lnTo>
                <a:lnTo>
                  <a:pt x="75426" y="757993"/>
                </a:lnTo>
                <a:lnTo>
                  <a:pt x="75591" y="758659"/>
                </a:lnTo>
                <a:lnTo>
                  <a:pt x="76465" y="759881"/>
                </a:lnTo>
                <a:lnTo>
                  <a:pt x="76429" y="761911"/>
                </a:lnTo>
                <a:lnTo>
                  <a:pt x="76837" y="762535"/>
                </a:lnTo>
                <a:lnTo>
                  <a:pt x="76972" y="764343"/>
                </a:lnTo>
                <a:lnTo>
                  <a:pt x="77437" y="764982"/>
                </a:lnTo>
                <a:lnTo>
                  <a:pt x="77445" y="765737"/>
                </a:lnTo>
                <a:lnTo>
                  <a:pt x="78175" y="765976"/>
                </a:lnTo>
                <a:lnTo>
                  <a:pt x="78695" y="766786"/>
                </a:lnTo>
                <a:lnTo>
                  <a:pt x="78775" y="767322"/>
                </a:lnTo>
                <a:lnTo>
                  <a:pt x="79339" y="767515"/>
                </a:lnTo>
                <a:lnTo>
                  <a:pt x="79876" y="768416"/>
                </a:lnTo>
                <a:lnTo>
                  <a:pt x="80559" y="768960"/>
                </a:lnTo>
                <a:lnTo>
                  <a:pt x="80591" y="769411"/>
                </a:lnTo>
                <a:lnTo>
                  <a:pt x="80915" y="769654"/>
                </a:lnTo>
                <a:lnTo>
                  <a:pt x="80785" y="769883"/>
                </a:lnTo>
                <a:lnTo>
                  <a:pt x="81243" y="770244"/>
                </a:lnTo>
                <a:lnTo>
                  <a:pt x="81033" y="770401"/>
                </a:lnTo>
                <a:lnTo>
                  <a:pt x="81122" y="772188"/>
                </a:lnTo>
                <a:lnTo>
                  <a:pt x="81460" y="772590"/>
                </a:lnTo>
                <a:lnTo>
                  <a:pt x="81488" y="773160"/>
                </a:lnTo>
                <a:lnTo>
                  <a:pt x="81782" y="773343"/>
                </a:lnTo>
                <a:lnTo>
                  <a:pt x="81976" y="774315"/>
                </a:lnTo>
                <a:lnTo>
                  <a:pt x="82606" y="774512"/>
                </a:lnTo>
                <a:lnTo>
                  <a:pt x="82393" y="774795"/>
                </a:lnTo>
                <a:lnTo>
                  <a:pt x="82654" y="775327"/>
                </a:lnTo>
                <a:lnTo>
                  <a:pt x="82519" y="776411"/>
                </a:lnTo>
                <a:lnTo>
                  <a:pt x="83042" y="777273"/>
                </a:lnTo>
                <a:lnTo>
                  <a:pt x="83072" y="777780"/>
                </a:lnTo>
                <a:lnTo>
                  <a:pt x="83744" y="778468"/>
                </a:lnTo>
                <a:lnTo>
                  <a:pt x="83569" y="778846"/>
                </a:lnTo>
                <a:lnTo>
                  <a:pt x="83851" y="780469"/>
                </a:lnTo>
                <a:lnTo>
                  <a:pt x="83672" y="780656"/>
                </a:lnTo>
                <a:lnTo>
                  <a:pt x="85089" y="781743"/>
                </a:lnTo>
                <a:lnTo>
                  <a:pt x="85244" y="782389"/>
                </a:lnTo>
                <a:lnTo>
                  <a:pt x="84984" y="782946"/>
                </a:lnTo>
                <a:lnTo>
                  <a:pt x="85480" y="783118"/>
                </a:lnTo>
                <a:lnTo>
                  <a:pt x="85982" y="783844"/>
                </a:lnTo>
                <a:lnTo>
                  <a:pt x="85709" y="784804"/>
                </a:lnTo>
                <a:lnTo>
                  <a:pt x="85939" y="786446"/>
                </a:lnTo>
                <a:lnTo>
                  <a:pt x="86640" y="787252"/>
                </a:lnTo>
                <a:lnTo>
                  <a:pt x="86836" y="788215"/>
                </a:lnTo>
                <a:lnTo>
                  <a:pt x="87241" y="788676"/>
                </a:lnTo>
                <a:lnTo>
                  <a:pt x="87417" y="790193"/>
                </a:lnTo>
                <a:lnTo>
                  <a:pt x="86688" y="790784"/>
                </a:lnTo>
                <a:lnTo>
                  <a:pt x="86741" y="791136"/>
                </a:lnTo>
                <a:lnTo>
                  <a:pt x="86303" y="791093"/>
                </a:lnTo>
                <a:lnTo>
                  <a:pt x="86303" y="791480"/>
                </a:lnTo>
                <a:lnTo>
                  <a:pt x="87482" y="793266"/>
                </a:lnTo>
                <a:lnTo>
                  <a:pt x="88873" y="794643"/>
                </a:lnTo>
                <a:lnTo>
                  <a:pt x="89801" y="796373"/>
                </a:lnTo>
                <a:lnTo>
                  <a:pt x="90870" y="797189"/>
                </a:lnTo>
                <a:lnTo>
                  <a:pt x="91723" y="798488"/>
                </a:lnTo>
                <a:lnTo>
                  <a:pt x="91960" y="799738"/>
                </a:lnTo>
                <a:lnTo>
                  <a:pt x="91594" y="800163"/>
                </a:lnTo>
                <a:lnTo>
                  <a:pt x="91991" y="800840"/>
                </a:lnTo>
                <a:lnTo>
                  <a:pt x="91854" y="801447"/>
                </a:lnTo>
                <a:lnTo>
                  <a:pt x="92318" y="802767"/>
                </a:lnTo>
                <a:lnTo>
                  <a:pt x="92384" y="803844"/>
                </a:lnTo>
                <a:lnTo>
                  <a:pt x="93150" y="805309"/>
                </a:lnTo>
                <a:lnTo>
                  <a:pt x="93876" y="807545"/>
                </a:lnTo>
                <a:lnTo>
                  <a:pt x="94761" y="808234"/>
                </a:lnTo>
                <a:lnTo>
                  <a:pt x="95449" y="810033"/>
                </a:lnTo>
                <a:lnTo>
                  <a:pt x="95734" y="811377"/>
                </a:lnTo>
                <a:lnTo>
                  <a:pt x="95447" y="811790"/>
                </a:lnTo>
                <a:lnTo>
                  <a:pt x="95283" y="813182"/>
                </a:lnTo>
                <a:lnTo>
                  <a:pt x="95471" y="813428"/>
                </a:lnTo>
                <a:lnTo>
                  <a:pt x="95893" y="813382"/>
                </a:lnTo>
                <a:lnTo>
                  <a:pt x="96192" y="813849"/>
                </a:lnTo>
                <a:lnTo>
                  <a:pt x="96084" y="815021"/>
                </a:lnTo>
                <a:lnTo>
                  <a:pt x="96410" y="815563"/>
                </a:lnTo>
                <a:lnTo>
                  <a:pt x="96480" y="816336"/>
                </a:lnTo>
                <a:lnTo>
                  <a:pt x="96105" y="817674"/>
                </a:lnTo>
                <a:lnTo>
                  <a:pt x="96236" y="818864"/>
                </a:lnTo>
                <a:lnTo>
                  <a:pt x="96501" y="818971"/>
                </a:lnTo>
                <a:lnTo>
                  <a:pt x="96724" y="819582"/>
                </a:lnTo>
                <a:lnTo>
                  <a:pt x="96587" y="820598"/>
                </a:lnTo>
                <a:lnTo>
                  <a:pt x="97163" y="821675"/>
                </a:lnTo>
                <a:lnTo>
                  <a:pt x="97243" y="822345"/>
                </a:lnTo>
                <a:lnTo>
                  <a:pt x="98084" y="823098"/>
                </a:lnTo>
                <a:lnTo>
                  <a:pt x="97938" y="823527"/>
                </a:lnTo>
                <a:lnTo>
                  <a:pt x="98878" y="824993"/>
                </a:lnTo>
                <a:lnTo>
                  <a:pt x="98827" y="825594"/>
                </a:lnTo>
                <a:lnTo>
                  <a:pt x="99371" y="826124"/>
                </a:lnTo>
                <a:lnTo>
                  <a:pt x="99119" y="827501"/>
                </a:lnTo>
                <a:lnTo>
                  <a:pt x="100026" y="828408"/>
                </a:lnTo>
                <a:lnTo>
                  <a:pt x="100160" y="829428"/>
                </a:lnTo>
                <a:lnTo>
                  <a:pt x="99942" y="829652"/>
                </a:lnTo>
                <a:lnTo>
                  <a:pt x="99281" y="829642"/>
                </a:lnTo>
                <a:lnTo>
                  <a:pt x="99298" y="829991"/>
                </a:lnTo>
                <a:lnTo>
                  <a:pt x="99608" y="830187"/>
                </a:lnTo>
                <a:lnTo>
                  <a:pt x="99738" y="830941"/>
                </a:lnTo>
                <a:lnTo>
                  <a:pt x="100013" y="830960"/>
                </a:lnTo>
                <a:lnTo>
                  <a:pt x="100141" y="831840"/>
                </a:lnTo>
                <a:lnTo>
                  <a:pt x="100439" y="832093"/>
                </a:lnTo>
                <a:lnTo>
                  <a:pt x="100674" y="832868"/>
                </a:lnTo>
                <a:lnTo>
                  <a:pt x="101508" y="833972"/>
                </a:lnTo>
                <a:lnTo>
                  <a:pt x="101849" y="835977"/>
                </a:lnTo>
                <a:lnTo>
                  <a:pt x="103119" y="836984"/>
                </a:lnTo>
                <a:lnTo>
                  <a:pt x="103515" y="838286"/>
                </a:lnTo>
                <a:lnTo>
                  <a:pt x="104109" y="838440"/>
                </a:lnTo>
                <a:lnTo>
                  <a:pt x="103816" y="839276"/>
                </a:lnTo>
                <a:lnTo>
                  <a:pt x="104047" y="840180"/>
                </a:lnTo>
                <a:lnTo>
                  <a:pt x="103681" y="841116"/>
                </a:lnTo>
                <a:lnTo>
                  <a:pt x="104485" y="841518"/>
                </a:lnTo>
                <a:lnTo>
                  <a:pt x="104496" y="842328"/>
                </a:lnTo>
                <a:lnTo>
                  <a:pt x="105273" y="843170"/>
                </a:lnTo>
                <a:lnTo>
                  <a:pt x="105141" y="843689"/>
                </a:lnTo>
                <a:lnTo>
                  <a:pt x="105527" y="845787"/>
                </a:lnTo>
                <a:lnTo>
                  <a:pt x="106201" y="845944"/>
                </a:lnTo>
                <a:lnTo>
                  <a:pt x="106064" y="846670"/>
                </a:lnTo>
                <a:lnTo>
                  <a:pt x="106633" y="847779"/>
                </a:lnTo>
                <a:lnTo>
                  <a:pt x="106445" y="848578"/>
                </a:lnTo>
                <a:lnTo>
                  <a:pt x="106746" y="848926"/>
                </a:lnTo>
                <a:lnTo>
                  <a:pt x="107543" y="849094"/>
                </a:lnTo>
                <a:lnTo>
                  <a:pt x="108009" y="849727"/>
                </a:lnTo>
                <a:lnTo>
                  <a:pt x="107939" y="850205"/>
                </a:lnTo>
                <a:lnTo>
                  <a:pt x="108920" y="850710"/>
                </a:lnTo>
                <a:lnTo>
                  <a:pt x="110077" y="852256"/>
                </a:lnTo>
                <a:lnTo>
                  <a:pt x="110465" y="853302"/>
                </a:lnTo>
                <a:lnTo>
                  <a:pt x="110808" y="853441"/>
                </a:lnTo>
                <a:lnTo>
                  <a:pt x="111061" y="854408"/>
                </a:lnTo>
                <a:lnTo>
                  <a:pt x="111657" y="854797"/>
                </a:lnTo>
                <a:lnTo>
                  <a:pt x="112619" y="856373"/>
                </a:lnTo>
                <a:lnTo>
                  <a:pt x="112881" y="857519"/>
                </a:lnTo>
                <a:lnTo>
                  <a:pt x="112596" y="857768"/>
                </a:lnTo>
                <a:lnTo>
                  <a:pt x="112520" y="858258"/>
                </a:lnTo>
                <a:lnTo>
                  <a:pt x="113114" y="859143"/>
                </a:lnTo>
                <a:lnTo>
                  <a:pt x="113342" y="859963"/>
                </a:lnTo>
                <a:lnTo>
                  <a:pt x="113153" y="860097"/>
                </a:lnTo>
                <a:lnTo>
                  <a:pt x="113167" y="860603"/>
                </a:lnTo>
                <a:lnTo>
                  <a:pt x="112857" y="860670"/>
                </a:lnTo>
                <a:lnTo>
                  <a:pt x="112920" y="860954"/>
                </a:lnTo>
                <a:lnTo>
                  <a:pt x="113593" y="861826"/>
                </a:lnTo>
                <a:lnTo>
                  <a:pt x="113648" y="862191"/>
                </a:lnTo>
                <a:lnTo>
                  <a:pt x="113395" y="862394"/>
                </a:lnTo>
                <a:lnTo>
                  <a:pt x="113727" y="862422"/>
                </a:lnTo>
                <a:lnTo>
                  <a:pt x="113802" y="862917"/>
                </a:lnTo>
                <a:lnTo>
                  <a:pt x="114105" y="862848"/>
                </a:lnTo>
                <a:lnTo>
                  <a:pt x="114070" y="864428"/>
                </a:lnTo>
                <a:lnTo>
                  <a:pt x="114859" y="865081"/>
                </a:lnTo>
                <a:lnTo>
                  <a:pt x="115308" y="866351"/>
                </a:lnTo>
                <a:lnTo>
                  <a:pt x="115948" y="866656"/>
                </a:lnTo>
                <a:lnTo>
                  <a:pt x="115821" y="867360"/>
                </a:lnTo>
                <a:lnTo>
                  <a:pt x="116218" y="868722"/>
                </a:lnTo>
                <a:lnTo>
                  <a:pt x="116567" y="869071"/>
                </a:lnTo>
                <a:lnTo>
                  <a:pt x="116351" y="869546"/>
                </a:lnTo>
                <a:lnTo>
                  <a:pt x="116520" y="870782"/>
                </a:lnTo>
                <a:lnTo>
                  <a:pt x="116768" y="871091"/>
                </a:lnTo>
                <a:lnTo>
                  <a:pt x="116605" y="871455"/>
                </a:lnTo>
                <a:lnTo>
                  <a:pt x="117146" y="872194"/>
                </a:lnTo>
                <a:lnTo>
                  <a:pt x="117122" y="872825"/>
                </a:lnTo>
                <a:lnTo>
                  <a:pt x="117383" y="872923"/>
                </a:lnTo>
                <a:lnTo>
                  <a:pt x="116987" y="873382"/>
                </a:lnTo>
                <a:lnTo>
                  <a:pt x="116943" y="873843"/>
                </a:lnTo>
                <a:lnTo>
                  <a:pt x="117349" y="874288"/>
                </a:lnTo>
                <a:lnTo>
                  <a:pt x="117388" y="875375"/>
                </a:lnTo>
                <a:lnTo>
                  <a:pt x="118192" y="875262"/>
                </a:lnTo>
                <a:lnTo>
                  <a:pt x="118128" y="875582"/>
                </a:lnTo>
                <a:lnTo>
                  <a:pt x="117913" y="875594"/>
                </a:lnTo>
                <a:lnTo>
                  <a:pt x="118433" y="875856"/>
                </a:lnTo>
                <a:lnTo>
                  <a:pt x="118342" y="876420"/>
                </a:lnTo>
                <a:lnTo>
                  <a:pt x="118590" y="876341"/>
                </a:lnTo>
                <a:lnTo>
                  <a:pt x="118100" y="876906"/>
                </a:lnTo>
                <a:lnTo>
                  <a:pt x="118630" y="878027"/>
                </a:lnTo>
                <a:lnTo>
                  <a:pt x="118638" y="878864"/>
                </a:lnTo>
                <a:lnTo>
                  <a:pt x="118886" y="879154"/>
                </a:lnTo>
                <a:lnTo>
                  <a:pt x="119177" y="879094"/>
                </a:lnTo>
                <a:lnTo>
                  <a:pt x="118986" y="880742"/>
                </a:lnTo>
                <a:lnTo>
                  <a:pt x="119141" y="880867"/>
                </a:lnTo>
                <a:lnTo>
                  <a:pt x="119674" y="880470"/>
                </a:lnTo>
                <a:lnTo>
                  <a:pt x="119993" y="881635"/>
                </a:lnTo>
                <a:lnTo>
                  <a:pt x="120335" y="881759"/>
                </a:lnTo>
                <a:lnTo>
                  <a:pt x="120811" y="882845"/>
                </a:lnTo>
                <a:lnTo>
                  <a:pt x="121102" y="882853"/>
                </a:lnTo>
                <a:lnTo>
                  <a:pt x="121621" y="883634"/>
                </a:lnTo>
                <a:lnTo>
                  <a:pt x="122438" y="883895"/>
                </a:lnTo>
                <a:lnTo>
                  <a:pt x="123357" y="885221"/>
                </a:lnTo>
                <a:lnTo>
                  <a:pt x="123230" y="886996"/>
                </a:lnTo>
                <a:lnTo>
                  <a:pt x="123534" y="888874"/>
                </a:lnTo>
                <a:lnTo>
                  <a:pt x="123695" y="889441"/>
                </a:lnTo>
                <a:lnTo>
                  <a:pt x="123992" y="889175"/>
                </a:lnTo>
                <a:lnTo>
                  <a:pt x="124368" y="889430"/>
                </a:lnTo>
                <a:lnTo>
                  <a:pt x="124934" y="891072"/>
                </a:lnTo>
                <a:lnTo>
                  <a:pt x="125083" y="891034"/>
                </a:lnTo>
                <a:lnTo>
                  <a:pt x="124864" y="892737"/>
                </a:lnTo>
                <a:lnTo>
                  <a:pt x="125129" y="892967"/>
                </a:lnTo>
                <a:lnTo>
                  <a:pt x="125069" y="893397"/>
                </a:lnTo>
                <a:lnTo>
                  <a:pt x="125764" y="893704"/>
                </a:lnTo>
                <a:lnTo>
                  <a:pt x="125545" y="894758"/>
                </a:lnTo>
                <a:lnTo>
                  <a:pt x="125992" y="894946"/>
                </a:lnTo>
                <a:lnTo>
                  <a:pt x="126334" y="895830"/>
                </a:lnTo>
                <a:lnTo>
                  <a:pt x="126885" y="896334"/>
                </a:lnTo>
                <a:lnTo>
                  <a:pt x="127049" y="897374"/>
                </a:lnTo>
                <a:lnTo>
                  <a:pt x="127490" y="897441"/>
                </a:lnTo>
                <a:lnTo>
                  <a:pt x="127688" y="898076"/>
                </a:lnTo>
                <a:lnTo>
                  <a:pt x="128414" y="898600"/>
                </a:lnTo>
                <a:lnTo>
                  <a:pt x="129059" y="899622"/>
                </a:lnTo>
                <a:lnTo>
                  <a:pt x="129326" y="900534"/>
                </a:lnTo>
                <a:lnTo>
                  <a:pt x="128896" y="901084"/>
                </a:lnTo>
                <a:lnTo>
                  <a:pt x="129426" y="901939"/>
                </a:lnTo>
                <a:lnTo>
                  <a:pt x="129285" y="902175"/>
                </a:lnTo>
                <a:lnTo>
                  <a:pt x="129424" y="902432"/>
                </a:lnTo>
                <a:lnTo>
                  <a:pt x="130017" y="902603"/>
                </a:lnTo>
                <a:lnTo>
                  <a:pt x="130345" y="904201"/>
                </a:lnTo>
                <a:lnTo>
                  <a:pt x="130868" y="904558"/>
                </a:lnTo>
                <a:lnTo>
                  <a:pt x="131059" y="905456"/>
                </a:lnTo>
                <a:lnTo>
                  <a:pt x="130795" y="906154"/>
                </a:lnTo>
                <a:lnTo>
                  <a:pt x="131243" y="906151"/>
                </a:lnTo>
                <a:lnTo>
                  <a:pt x="131480" y="907281"/>
                </a:lnTo>
                <a:lnTo>
                  <a:pt x="130919" y="907914"/>
                </a:lnTo>
                <a:lnTo>
                  <a:pt x="131209" y="908533"/>
                </a:lnTo>
                <a:lnTo>
                  <a:pt x="131952" y="908978"/>
                </a:lnTo>
                <a:lnTo>
                  <a:pt x="131902" y="909229"/>
                </a:lnTo>
                <a:lnTo>
                  <a:pt x="131409" y="909450"/>
                </a:lnTo>
                <a:lnTo>
                  <a:pt x="131552" y="909918"/>
                </a:lnTo>
                <a:lnTo>
                  <a:pt x="131380" y="910280"/>
                </a:lnTo>
                <a:lnTo>
                  <a:pt x="132016" y="910730"/>
                </a:lnTo>
                <a:lnTo>
                  <a:pt x="131721" y="911147"/>
                </a:lnTo>
                <a:lnTo>
                  <a:pt x="131721" y="912088"/>
                </a:lnTo>
                <a:lnTo>
                  <a:pt x="132142" y="912228"/>
                </a:lnTo>
                <a:lnTo>
                  <a:pt x="132604" y="913136"/>
                </a:lnTo>
                <a:lnTo>
                  <a:pt x="132627" y="913804"/>
                </a:lnTo>
                <a:lnTo>
                  <a:pt x="133316" y="914057"/>
                </a:lnTo>
                <a:lnTo>
                  <a:pt x="133926" y="914970"/>
                </a:lnTo>
                <a:lnTo>
                  <a:pt x="134110" y="915549"/>
                </a:lnTo>
                <a:lnTo>
                  <a:pt x="133870" y="915886"/>
                </a:lnTo>
                <a:lnTo>
                  <a:pt x="134272" y="915997"/>
                </a:lnTo>
                <a:lnTo>
                  <a:pt x="135322" y="917575"/>
                </a:lnTo>
                <a:lnTo>
                  <a:pt x="135925" y="917762"/>
                </a:lnTo>
                <a:lnTo>
                  <a:pt x="137077" y="918745"/>
                </a:lnTo>
                <a:lnTo>
                  <a:pt x="137177" y="919237"/>
                </a:lnTo>
                <a:lnTo>
                  <a:pt x="136977" y="919525"/>
                </a:lnTo>
                <a:lnTo>
                  <a:pt x="137308" y="920380"/>
                </a:lnTo>
                <a:lnTo>
                  <a:pt x="137239" y="920929"/>
                </a:lnTo>
                <a:lnTo>
                  <a:pt x="138777" y="922389"/>
                </a:lnTo>
                <a:lnTo>
                  <a:pt x="138923" y="922893"/>
                </a:lnTo>
                <a:lnTo>
                  <a:pt x="139395" y="923077"/>
                </a:lnTo>
                <a:lnTo>
                  <a:pt x="139296" y="923505"/>
                </a:lnTo>
                <a:lnTo>
                  <a:pt x="140670" y="925765"/>
                </a:lnTo>
                <a:lnTo>
                  <a:pt x="140727" y="926310"/>
                </a:lnTo>
                <a:lnTo>
                  <a:pt x="141261" y="926795"/>
                </a:lnTo>
                <a:lnTo>
                  <a:pt x="141647" y="927581"/>
                </a:lnTo>
                <a:lnTo>
                  <a:pt x="142451" y="928155"/>
                </a:lnTo>
                <a:lnTo>
                  <a:pt x="142320" y="928911"/>
                </a:lnTo>
                <a:lnTo>
                  <a:pt x="142800" y="930199"/>
                </a:lnTo>
                <a:lnTo>
                  <a:pt x="143120" y="930596"/>
                </a:lnTo>
                <a:lnTo>
                  <a:pt x="143623" y="930377"/>
                </a:lnTo>
                <a:lnTo>
                  <a:pt x="144158" y="930735"/>
                </a:lnTo>
                <a:lnTo>
                  <a:pt x="144084" y="931229"/>
                </a:lnTo>
                <a:lnTo>
                  <a:pt x="143537" y="931614"/>
                </a:lnTo>
                <a:lnTo>
                  <a:pt x="143975" y="932389"/>
                </a:lnTo>
                <a:lnTo>
                  <a:pt x="144759" y="932780"/>
                </a:lnTo>
                <a:lnTo>
                  <a:pt x="145132" y="933757"/>
                </a:lnTo>
                <a:lnTo>
                  <a:pt x="144669" y="934183"/>
                </a:lnTo>
                <a:lnTo>
                  <a:pt x="145171" y="934545"/>
                </a:lnTo>
                <a:lnTo>
                  <a:pt x="145121" y="934981"/>
                </a:lnTo>
                <a:lnTo>
                  <a:pt x="145459" y="935048"/>
                </a:lnTo>
                <a:lnTo>
                  <a:pt x="145425" y="935445"/>
                </a:lnTo>
                <a:lnTo>
                  <a:pt x="145867" y="935414"/>
                </a:lnTo>
                <a:lnTo>
                  <a:pt x="146251" y="935754"/>
                </a:lnTo>
                <a:lnTo>
                  <a:pt x="145945" y="936245"/>
                </a:lnTo>
                <a:lnTo>
                  <a:pt x="146597" y="936751"/>
                </a:lnTo>
                <a:lnTo>
                  <a:pt x="146850" y="937668"/>
                </a:lnTo>
                <a:lnTo>
                  <a:pt x="147789" y="938226"/>
                </a:lnTo>
                <a:lnTo>
                  <a:pt x="148710" y="939726"/>
                </a:lnTo>
                <a:lnTo>
                  <a:pt x="150258" y="941223"/>
                </a:lnTo>
                <a:lnTo>
                  <a:pt x="150524" y="941985"/>
                </a:lnTo>
                <a:lnTo>
                  <a:pt x="151314" y="942369"/>
                </a:lnTo>
                <a:lnTo>
                  <a:pt x="151408" y="943176"/>
                </a:lnTo>
                <a:lnTo>
                  <a:pt x="152184" y="943623"/>
                </a:lnTo>
                <a:lnTo>
                  <a:pt x="151901" y="944186"/>
                </a:lnTo>
                <a:lnTo>
                  <a:pt x="152226" y="945106"/>
                </a:lnTo>
                <a:lnTo>
                  <a:pt x="153408" y="946466"/>
                </a:lnTo>
                <a:lnTo>
                  <a:pt x="153113" y="947624"/>
                </a:lnTo>
                <a:lnTo>
                  <a:pt x="154697" y="949077"/>
                </a:lnTo>
                <a:lnTo>
                  <a:pt x="157803" y="952901"/>
                </a:lnTo>
                <a:lnTo>
                  <a:pt x="158013" y="953648"/>
                </a:lnTo>
                <a:lnTo>
                  <a:pt x="157682" y="953862"/>
                </a:lnTo>
                <a:lnTo>
                  <a:pt x="157528" y="955095"/>
                </a:lnTo>
                <a:lnTo>
                  <a:pt x="156964" y="955650"/>
                </a:lnTo>
                <a:lnTo>
                  <a:pt x="157033" y="956213"/>
                </a:lnTo>
                <a:lnTo>
                  <a:pt x="156567" y="956857"/>
                </a:lnTo>
                <a:lnTo>
                  <a:pt x="158472" y="958007"/>
                </a:lnTo>
                <a:lnTo>
                  <a:pt x="158563" y="958600"/>
                </a:lnTo>
                <a:lnTo>
                  <a:pt x="158778" y="958540"/>
                </a:lnTo>
                <a:lnTo>
                  <a:pt x="158996" y="958877"/>
                </a:lnTo>
                <a:lnTo>
                  <a:pt x="159171" y="959993"/>
                </a:lnTo>
                <a:lnTo>
                  <a:pt x="160156" y="960595"/>
                </a:lnTo>
                <a:lnTo>
                  <a:pt x="160999" y="961492"/>
                </a:lnTo>
                <a:lnTo>
                  <a:pt x="161238" y="961974"/>
                </a:lnTo>
                <a:lnTo>
                  <a:pt x="160996" y="962291"/>
                </a:lnTo>
                <a:lnTo>
                  <a:pt x="161074" y="962769"/>
                </a:lnTo>
                <a:lnTo>
                  <a:pt x="161339" y="963530"/>
                </a:lnTo>
                <a:lnTo>
                  <a:pt x="161536" y="963525"/>
                </a:lnTo>
                <a:lnTo>
                  <a:pt x="161417" y="963729"/>
                </a:lnTo>
                <a:lnTo>
                  <a:pt x="161697" y="963692"/>
                </a:lnTo>
                <a:lnTo>
                  <a:pt x="162443" y="964858"/>
                </a:lnTo>
                <a:lnTo>
                  <a:pt x="162314" y="964975"/>
                </a:lnTo>
                <a:lnTo>
                  <a:pt x="162621" y="965645"/>
                </a:lnTo>
                <a:lnTo>
                  <a:pt x="162400" y="966070"/>
                </a:lnTo>
                <a:lnTo>
                  <a:pt x="162462" y="966607"/>
                </a:lnTo>
                <a:lnTo>
                  <a:pt x="162792" y="966905"/>
                </a:lnTo>
                <a:lnTo>
                  <a:pt x="163441" y="966982"/>
                </a:lnTo>
                <a:lnTo>
                  <a:pt x="164415" y="968675"/>
                </a:lnTo>
                <a:lnTo>
                  <a:pt x="164810" y="968714"/>
                </a:lnTo>
                <a:lnTo>
                  <a:pt x="165091" y="969157"/>
                </a:lnTo>
                <a:lnTo>
                  <a:pt x="166092" y="969731"/>
                </a:lnTo>
                <a:lnTo>
                  <a:pt x="167193" y="971172"/>
                </a:lnTo>
                <a:lnTo>
                  <a:pt x="169209" y="973119"/>
                </a:lnTo>
                <a:lnTo>
                  <a:pt x="170343" y="974690"/>
                </a:lnTo>
                <a:lnTo>
                  <a:pt x="171097" y="976294"/>
                </a:lnTo>
                <a:lnTo>
                  <a:pt x="171599" y="978793"/>
                </a:lnTo>
                <a:lnTo>
                  <a:pt x="171858" y="978752"/>
                </a:lnTo>
                <a:lnTo>
                  <a:pt x="171815" y="979059"/>
                </a:lnTo>
                <a:lnTo>
                  <a:pt x="171994" y="979098"/>
                </a:lnTo>
                <a:lnTo>
                  <a:pt x="172169" y="981273"/>
                </a:lnTo>
                <a:lnTo>
                  <a:pt x="175069" y="985955"/>
                </a:lnTo>
                <a:lnTo>
                  <a:pt x="175355" y="986646"/>
                </a:lnTo>
                <a:lnTo>
                  <a:pt x="175317" y="987501"/>
                </a:lnTo>
                <a:lnTo>
                  <a:pt x="176786" y="989086"/>
                </a:lnTo>
                <a:lnTo>
                  <a:pt x="177142" y="990088"/>
                </a:lnTo>
                <a:lnTo>
                  <a:pt x="177630" y="990503"/>
                </a:lnTo>
                <a:lnTo>
                  <a:pt x="177651" y="991181"/>
                </a:lnTo>
                <a:lnTo>
                  <a:pt x="177956" y="991708"/>
                </a:lnTo>
                <a:lnTo>
                  <a:pt x="178652" y="992083"/>
                </a:lnTo>
                <a:lnTo>
                  <a:pt x="178795" y="992432"/>
                </a:lnTo>
                <a:lnTo>
                  <a:pt x="178530" y="993039"/>
                </a:lnTo>
                <a:lnTo>
                  <a:pt x="178529" y="993926"/>
                </a:lnTo>
                <a:lnTo>
                  <a:pt x="178967" y="994388"/>
                </a:lnTo>
                <a:lnTo>
                  <a:pt x="179106" y="995164"/>
                </a:lnTo>
                <a:lnTo>
                  <a:pt x="179416" y="995280"/>
                </a:lnTo>
                <a:lnTo>
                  <a:pt x="179709" y="996200"/>
                </a:lnTo>
                <a:lnTo>
                  <a:pt x="180005" y="996299"/>
                </a:lnTo>
                <a:lnTo>
                  <a:pt x="180050" y="997084"/>
                </a:lnTo>
                <a:lnTo>
                  <a:pt x="180573" y="997514"/>
                </a:lnTo>
                <a:lnTo>
                  <a:pt x="180480" y="997840"/>
                </a:lnTo>
                <a:lnTo>
                  <a:pt x="180917" y="998165"/>
                </a:lnTo>
                <a:lnTo>
                  <a:pt x="181121" y="998895"/>
                </a:lnTo>
                <a:lnTo>
                  <a:pt x="181750" y="999170"/>
                </a:lnTo>
                <a:lnTo>
                  <a:pt x="181737" y="1000551"/>
                </a:lnTo>
                <a:lnTo>
                  <a:pt x="182297" y="1000815"/>
                </a:lnTo>
                <a:lnTo>
                  <a:pt x="182470" y="1001549"/>
                </a:lnTo>
                <a:lnTo>
                  <a:pt x="182880" y="1001699"/>
                </a:lnTo>
                <a:lnTo>
                  <a:pt x="183066" y="1003153"/>
                </a:lnTo>
                <a:lnTo>
                  <a:pt x="184042" y="1003417"/>
                </a:lnTo>
                <a:lnTo>
                  <a:pt x="185278" y="1004523"/>
                </a:lnTo>
                <a:lnTo>
                  <a:pt x="186188" y="1005846"/>
                </a:lnTo>
                <a:lnTo>
                  <a:pt x="186823" y="1006205"/>
                </a:lnTo>
                <a:lnTo>
                  <a:pt x="187269" y="1007437"/>
                </a:lnTo>
                <a:lnTo>
                  <a:pt x="187746" y="1007716"/>
                </a:lnTo>
                <a:lnTo>
                  <a:pt x="188019" y="1008298"/>
                </a:lnTo>
                <a:lnTo>
                  <a:pt x="188500" y="1008415"/>
                </a:lnTo>
                <a:lnTo>
                  <a:pt x="189096" y="1009040"/>
                </a:lnTo>
                <a:lnTo>
                  <a:pt x="189399" y="1009800"/>
                </a:lnTo>
                <a:lnTo>
                  <a:pt x="190212" y="1010179"/>
                </a:lnTo>
                <a:lnTo>
                  <a:pt x="190705" y="1010732"/>
                </a:lnTo>
                <a:lnTo>
                  <a:pt x="190789" y="1011269"/>
                </a:lnTo>
                <a:lnTo>
                  <a:pt x="191124" y="1011455"/>
                </a:lnTo>
                <a:lnTo>
                  <a:pt x="191224" y="1012027"/>
                </a:lnTo>
                <a:lnTo>
                  <a:pt x="191831" y="1012828"/>
                </a:lnTo>
                <a:lnTo>
                  <a:pt x="191705" y="1013402"/>
                </a:lnTo>
                <a:lnTo>
                  <a:pt x="192336" y="1013556"/>
                </a:lnTo>
                <a:lnTo>
                  <a:pt x="193211" y="1014876"/>
                </a:lnTo>
                <a:lnTo>
                  <a:pt x="194378" y="1016046"/>
                </a:lnTo>
                <a:lnTo>
                  <a:pt x="194360" y="1016400"/>
                </a:lnTo>
                <a:lnTo>
                  <a:pt x="194665" y="1016478"/>
                </a:lnTo>
                <a:lnTo>
                  <a:pt x="194728" y="1017358"/>
                </a:lnTo>
                <a:lnTo>
                  <a:pt x="195660" y="1018513"/>
                </a:lnTo>
                <a:lnTo>
                  <a:pt x="195823" y="1019027"/>
                </a:lnTo>
                <a:lnTo>
                  <a:pt x="195516" y="1019512"/>
                </a:lnTo>
                <a:lnTo>
                  <a:pt x="195620" y="1020210"/>
                </a:lnTo>
                <a:lnTo>
                  <a:pt x="196367" y="1020701"/>
                </a:lnTo>
                <a:lnTo>
                  <a:pt x="196580" y="1021946"/>
                </a:lnTo>
                <a:lnTo>
                  <a:pt x="197247" y="1022570"/>
                </a:lnTo>
                <a:lnTo>
                  <a:pt x="197832" y="1024354"/>
                </a:lnTo>
                <a:lnTo>
                  <a:pt x="198515" y="1025046"/>
                </a:lnTo>
                <a:lnTo>
                  <a:pt x="198276" y="1026580"/>
                </a:lnTo>
                <a:lnTo>
                  <a:pt x="199206" y="1027070"/>
                </a:lnTo>
                <a:lnTo>
                  <a:pt x="199795" y="1028362"/>
                </a:lnTo>
                <a:lnTo>
                  <a:pt x="200925" y="1029454"/>
                </a:lnTo>
                <a:lnTo>
                  <a:pt x="200820" y="1029810"/>
                </a:lnTo>
                <a:lnTo>
                  <a:pt x="201195" y="1030368"/>
                </a:lnTo>
                <a:lnTo>
                  <a:pt x="201166" y="1031010"/>
                </a:lnTo>
                <a:lnTo>
                  <a:pt x="202055" y="1031546"/>
                </a:lnTo>
                <a:lnTo>
                  <a:pt x="202084" y="1031985"/>
                </a:lnTo>
                <a:lnTo>
                  <a:pt x="203371" y="1033794"/>
                </a:lnTo>
                <a:lnTo>
                  <a:pt x="203176" y="1035413"/>
                </a:lnTo>
                <a:lnTo>
                  <a:pt x="203668" y="1036015"/>
                </a:lnTo>
                <a:lnTo>
                  <a:pt x="203966" y="1035916"/>
                </a:lnTo>
                <a:lnTo>
                  <a:pt x="204653" y="1036237"/>
                </a:lnTo>
                <a:lnTo>
                  <a:pt x="204230" y="1037289"/>
                </a:lnTo>
                <a:lnTo>
                  <a:pt x="204380" y="1037507"/>
                </a:lnTo>
                <a:lnTo>
                  <a:pt x="204901" y="1037515"/>
                </a:lnTo>
                <a:lnTo>
                  <a:pt x="205214" y="1038696"/>
                </a:lnTo>
                <a:lnTo>
                  <a:pt x="205873" y="1039118"/>
                </a:lnTo>
                <a:lnTo>
                  <a:pt x="206445" y="1039956"/>
                </a:lnTo>
                <a:lnTo>
                  <a:pt x="208882" y="1040528"/>
                </a:lnTo>
                <a:lnTo>
                  <a:pt x="217274" y="1043364"/>
                </a:lnTo>
                <a:lnTo>
                  <a:pt x="213352" y="1030024"/>
                </a:lnTo>
                <a:lnTo>
                  <a:pt x="216481" y="1026655"/>
                </a:lnTo>
                <a:lnTo>
                  <a:pt x="222210" y="1021194"/>
                </a:lnTo>
                <a:lnTo>
                  <a:pt x="223587" y="1021091"/>
                </a:lnTo>
                <a:lnTo>
                  <a:pt x="224315" y="1019456"/>
                </a:lnTo>
                <a:lnTo>
                  <a:pt x="228570" y="1016179"/>
                </a:lnTo>
                <a:lnTo>
                  <a:pt x="226015" y="1012457"/>
                </a:lnTo>
                <a:lnTo>
                  <a:pt x="221322" y="1006427"/>
                </a:lnTo>
                <a:lnTo>
                  <a:pt x="221440" y="1002437"/>
                </a:lnTo>
                <a:lnTo>
                  <a:pt x="226118" y="1002320"/>
                </a:lnTo>
                <a:lnTo>
                  <a:pt x="228875" y="1001007"/>
                </a:lnTo>
                <a:lnTo>
                  <a:pt x="234065" y="1000188"/>
                </a:lnTo>
                <a:lnTo>
                  <a:pt x="237056" y="1000826"/>
                </a:lnTo>
                <a:lnTo>
                  <a:pt x="236422" y="984815"/>
                </a:lnTo>
                <a:lnTo>
                  <a:pt x="237802" y="980237"/>
                </a:lnTo>
                <a:lnTo>
                  <a:pt x="244817" y="977583"/>
                </a:lnTo>
                <a:lnTo>
                  <a:pt x="248073" y="978706"/>
                </a:lnTo>
                <a:lnTo>
                  <a:pt x="249243" y="979138"/>
                </a:lnTo>
                <a:lnTo>
                  <a:pt x="256568" y="985250"/>
                </a:lnTo>
                <a:lnTo>
                  <a:pt x="260834" y="988365"/>
                </a:lnTo>
                <a:lnTo>
                  <a:pt x="263659" y="986005"/>
                </a:lnTo>
                <a:lnTo>
                  <a:pt x="265775" y="985354"/>
                </a:lnTo>
                <a:lnTo>
                  <a:pt x="264182" y="982961"/>
                </a:lnTo>
                <a:lnTo>
                  <a:pt x="266675" y="981944"/>
                </a:lnTo>
                <a:lnTo>
                  <a:pt x="268925" y="983235"/>
                </a:lnTo>
                <a:lnTo>
                  <a:pt x="272121" y="984444"/>
                </a:lnTo>
                <a:lnTo>
                  <a:pt x="273759" y="982881"/>
                </a:lnTo>
                <a:lnTo>
                  <a:pt x="280054" y="970316"/>
                </a:lnTo>
                <a:lnTo>
                  <a:pt x="287334" y="956679"/>
                </a:lnTo>
                <a:lnTo>
                  <a:pt x="286820" y="945818"/>
                </a:lnTo>
                <a:lnTo>
                  <a:pt x="292241" y="935138"/>
                </a:lnTo>
                <a:lnTo>
                  <a:pt x="287094" y="924461"/>
                </a:lnTo>
                <a:lnTo>
                  <a:pt x="296336" y="932364"/>
                </a:lnTo>
                <a:lnTo>
                  <a:pt x="307934" y="947185"/>
                </a:lnTo>
                <a:lnTo>
                  <a:pt x="301916" y="933824"/>
                </a:lnTo>
                <a:lnTo>
                  <a:pt x="303903" y="921248"/>
                </a:lnTo>
                <a:lnTo>
                  <a:pt x="313259" y="918551"/>
                </a:lnTo>
                <a:lnTo>
                  <a:pt x="326037" y="938365"/>
                </a:lnTo>
                <a:lnTo>
                  <a:pt x="340521" y="939539"/>
                </a:lnTo>
                <a:lnTo>
                  <a:pt x="346101" y="948483"/>
                </a:lnTo>
                <a:lnTo>
                  <a:pt x="346221" y="955367"/>
                </a:lnTo>
                <a:lnTo>
                  <a:pt x="356088" y="962926"/>
                </a:lnTo>
                <a:lnTo>
                  <a:pt x="368633" y="966854"/>
                </a:lnTo>
                <a:lnTo>
                  <a:pt x="370677" y="986321"/>
                </a:lnTo>
                <a:lnTo>
                  <a:pt x="359029" y="990179"/>
                </a:lnTo>
                <a:lnTo>
                  <a:pt x="365996" y="994550"/>
                </a:lnTo>
                <a:lnTo>
                  <a:pt x="374568" y="998999"/>
                </a:lnTo>
                <a:lnTo>
                  <a:pt x="364728" y="1004740"/>
                </a:lnTo>
                <a:lnTo>
                  <a:pt x="364028" y="1014893"/>
                </a:lnTo>
                <a:lnTo>
                  <a:pt x="365392" y="1017905"/>
                </a:lnTo>
                <a:lnTo>
                  <a:pt x="370642" y="1026077"/>
                </a:lnTo>
                <a:lnTo>
                  <a:pt x="371524" y="1039405"/>
                </a:lnTo>
                <a:lnTo>
                  <a:pt x="371094" y="1046097"/>
                </a:lnTo>
                <a:lnTo>
                  <a:pt x="374463" y="1053556"/>
                </a:lnTo>
                <a:lnTo>
                  <a:pt x="381045" y="1056699"/>
                </a:lnTo>
                <a:lnTo>
                  <a:pt x="376858" y="1064853"/>
                </a:lnTo>
                <a:lnTo>
                  <a:pt x="381410" y="1067053"/>
                </a:lnTo>
                <a:lnTo>
                  <a:pt x="384102" y="1070081"/>
                </a:lnTo>
                <a:lnTo>
                  <a:pt x="384625" y="1072097"/>
                </a:lnTo>
                <a:lnTo>
                  <a:pt x="384403" y="1072266"/>
                </a:lnTo>
                <a:lnTo>
                  <a:pt x="384253" y="1074238"/>
                </a:lnTo>
                <a:lnTo>
                  <a:pt x="386021" y="1075709"/>
                </a:lnTo>
                <a:lnTo>
                  <a:pt x="385452" y="1082062"/>
                </a:lnTo>
                <a:lnTo>
                  <a:pt x="383894" y="1084996"/>
                </a:lnTo>
                <a:lnTo>
                  <a:pt x="383332" y="1087782"/>
                </a:lnTo>
                <a:lnTo>
                  <a:pt x="381562" y="1089908"/>
                </a:lnTo>
                <a:lnTo>
                  <a:pt x="382379" y="1090265"/>
                </a:lnTo>
                <a:lnTo>
                  <a:pt x="383281" y="1089577"/>
                </a:lnTo>
                <a:lnTo>
                  <a:pt x="383838" y="1088712"/>
                </a:lnTo>
                <a:lnTo>
                  <a:pt x="386514" y="1090760"/>
                </a:lnTo>
                <a:lnTo>
                  <a:pt x="390088" y="1090526"/>
                </a:lnTo>
                <a:lnTo>
                  <a:pt x="391566" y="1091616"/>
                </a:lnTo>
                <a:lnTo>
                  <a:pt x="392583" y="1091865"/>
                </a:lnTo>
                <a:lnTo>
                  <a:pt x="388272" y="1099408"/>
                </a:lnTo>
                <a:lnTo>
                  <a:pt x="388814" y="1099753"/>
                </a:lnTo>
                <a:lnTo>
                  <a:pt x="391296" y="1099543"/>
                </a:lnTo>
                <a:lnTo>
                  <a:pt x="392895" y="1099119"/>
                </a:lnTo>
                <a:lnTo>
                  <a:pt x="393780" y="1103227"/>
                </a:lnTo>
                <a:lnTo>
                  <a:pt x="391210" y="1107562"/>
                </a:lnTo>
                <a:lnTo>
                  <a:pt x="392516" y="1110593"/>
                </a:lnTo>
                <a:lnTo>
                  <a:pt x="391952" y="1114428"/>
                </a:lnTo>
                <a:lnTo>
                  <a:pt x="389387" y="1115079"/>
                </a:lnTo>
                <a:lnTo>
                  <a:pt x="389900" y="1117882"/>
                </a:lnTo>
                <a:lnTo>
                  <a:pt x="391107" y="1120814"/>
                </a:lnTo>
                <a:lnTo>
                  <a:pt x="392746" y="1122711"/>
                </a:lnTo>
                <a:lnTo>
                  <a:pt x="393421" y="1124653"/>
                </a:lnTo>
                <a:lnTo>
                  <a:pt x="395415" y="1127709"/>
                </a:lnTo>
                <a:lnTo>
                  <a:pt x="395050" y="1129706"/>
                </a:lnTo>
                <a:lnTo>
                  <a:pt x="394274" y="1129798"/>
                </a:lnTo>
                <a:lnTo>
                  <a:pt x="393573" y="1129301"/>
                </a:lnTo>
                <a:lnTo>
                  <a:pt x="392514" y="1129711"/>
                </a:lnTo>
                <a:lnTo>
                  <a:pt x="391663" y="1130402"/>
                </a:lnTo>
                <a:lnTo>
                  <a:pt x="391533" y="1132324"/>
                </a:lnTo>
                <a:lnTo>
                  <a:pt x="391700" y="1132804"/>
                </a:lnTo>
                <a:lnTo>
                  <a:pt x="392273" y="1133248"/>
                </a:lnTo>
                <a:lnTo>
                  <a:pt x="393032" y="1132916"/>
                </a:lnTo>
                <a:lnTo>
                  <a:pt x="393201" y="1133922"/>
                </a:lnTo>
                <a:lnTo>
                  <a:pt x="394066" y="1133504"/>
                </a:lnTo>
                <a:lnTo>
                  <a:pt x="394696" y="1134725"/>
                </a:lnTo>
                <a:lnTo>
                  <a:pt x="393703" y="1134837"/>
                </a:lnTo>
                <a:lnTo>
                  <a:pt x="393522" y="1136197"/>
                </a:lnTo>
                <a:lnTo>
                  <a:pt x="392715" y="1136460"/>
                </a:lnTo>
                <a:lnTo>
                  <a:pt x="392317" y="1137216"/>
                </a:lnTo>
                <a:lnTo>
                  <a:pt x="391094" y="1137619"/>
                </a:lnTo>
                <a:lnTo>
                  <a:pt x="390921" y="1138322"/>
                </a:lnTo>
                <a:lnTo>
                  <a:pt x="390284" y="1138623"/>
                </a:lnTo>
                <a:lnTo>
                  <a:pt x="390272" y="1139576"/>
                </a:lnTo>
                <a:lnTo>
                  <a:pt x="389396" y="1140721"/>
                </a:lnTo>
                <a:lnTo>
                  <a:pt x="389016" y="1140856"/>
                </a:lnTo>
                <a:lnTo>
                  <a:pt x="388240" y="1140641"/>
                </a:lnTo>
                <a:lnTo>
                  <a:pt x="387163" y="1141508"/>
                </a:lnTo>
                <a:lnTo>
                  <a:pt x="387109" y="1141842"/>
                </a:lnTo>
                <a:lnTo>
                  <a:pt x="387487" y="1142466"/>
                </a:lnTo>
                <a:lnTo>
                  <a:pt x="386729" y="1143088"/>
                </a:lnTo>
                <a:lnTo>
                  <a:pt x="387636" y="1143935"/>
                </a:lnTo>
                <a:lnTo>
                  <a:pt x="387471" y="1144872"/>
                </a:lnTo>
                <a:lnTo>
                  <a:pt x="387933" y="1145525"/>
                </a:lnTo>
                <a:lnTo>
                  <a:pt x="387338" y="1146187"/>
                </a:lnTo>
                <a:lnTo>
                  <a:pt x="387560" y="1147033"/>
                </a:lnTo>
                <a:lnTo>
                  <a:pt x="386805" y="1147492"/>
                </a:lnTo>
                <a:lnTo>
                  <a:pt x="387028" y="1148031"/>
                </a:lnTo>
                <a:lnTo>
                  <a:pt x="386906" y="1148411"/>
                </a:lnTo>
                <a:lnTo>
                  <a:pt x="388083" y="1148300"/>
                </a:lnTo>
                <a:lnTo>
                  <a:pt x="391298" y="1148838"/>
                </a:lnTo>
                <a:lnTo>
                  <a:pt x="394689" y="1150225"/>
                </a:lnTo>
                <a:lnTo>
                  <a:pt x="395223" y="1150867"/>
                </a:lnTo>
                <a:lnTo>
                  <a:pt x="398469" y="1151408"/>
                </a:lnTo>
                <a:lnTo>
                  <a:pt x="399735" y="1152808"/>
                </a:lnTo>
                <a:lnTo>
                  <a:pt x="401471" y="1152646"/>
                </a:lnTo>
                <a:lnTo>
                  <a:pt x="403018" y="1153470"/>
                </a:lnTo>
                <a:lnTo>
                  <a:pt x="403414" y="1153206"/>
                </a:lnTo>
                <a:lnTo>
                  <a:pt x="404142" y="1151944"/>
                </a:lnTo>
                <a:lnTo>
                  <a:pt x="404888" y="1151398"/>
                </a:lnTo>
                <a:lnTo>
                  <a:pt x="405298" y="1151366"/>
                </a:lnTo>
                <a:lnTo>
                  <a:pt x="407191" y="1152933"/>
                </a:lnTo>
                <a:lnTo>
                  <a:pt x="410910" y="1151981"/>
                </a:lnTo>
                <a:lnTo>
                  <a:pt x="412721" y="1158877"/>
                </a:lnTo>
                <a:lnTo>
                  <a:pt x="417064" y="1153203"/>
                </a:lnTo>
                <a:lnTo>
                  <a:pt x="422979" y="1144789"/>
                </a:lnTo>
                <a:lnTo>
                  <a:pt x="422027" y="1154320"/>
                </a:lnTo>
                <a:lnTo>
                  <a:pt x="420266" y="1161431"/>
                </a:lnTo>
                <a:lnTo>
                  <a:pt x="422098" y="1163609"/>
                </a:lnTo>
                <a:lnTo>
                  <a:pt x="423694" y="1161196"/>
                </a:lnTo>
                <a:lnTo>
                  <a:pt x="428418" y="1164184"/>
                </a:lnTo>
                <a:lnTo>
                  <a:pt x="429486" y="1168616"/>
                </a:lnTo>
                <a:lnTo>
                  <a:pt x="432778" y="1170961"/>
                </a:lnTo>
                <a:lnTo>
                  <a:pt x="434237" y="1173306"/>
                </a:lnTo>
                <a:lnTo>
                  <a:pt x="436596" y="1172366"/>
                </a:lnTo>
                <a:lnTo>
                  <a:pt x="438560" y="1168677"/>
                </a:lnTo>
                <a:lnTo>
                  <a:pt x="442787" y="1171124"/>
                </a:lnTo>
                <a:lnTo>
                  <a:pt x="448766" y="1177625"/>
                </a:lnTo>
                <a:lnTo>
                  <a:pt x="450459" y="1177555"/>
                </a:lnTo>
                <a:lnTo>
                  <a:pt x="451352" y="1178061"/>
                </a:lnTo>
                <a:lnTo>
                  <a:pt x="451682" y="1180490"/>
                </a:lnTo>
                <a:lnTo>
                  <a:pt x="451196" y="1184070"/>
                </a:lnTo>
                <a:lnTo>
                  <a:pt x="451953" y="1185255"/>
                </a:lnTo>
                <a:lnTo>
                  <a:pt x="454324" y="1179514"/>
                </a:lnTo>
                <a:lnTo>
                  <a:pt x="455565" y="1184155"/>
                </a:lnTo>
                <a:lnTo>
                  <a:pt x="454696" y="1185910"/>
                </a:lnTo>
                <a:lnTo>
                  <a:pt x="452361" y="1186667"/>
                </a:lnTo>
                <a:lnTo>
                  <a:pt x="450294" y="1189356"/>
                </a:lnTo>
                <a:lnTo>
                  <a:pt x="451608" y="1191741"/>
                </a:lnTo>
                <a:lnTo>
                  <a:pt x="450986" y="1192773"/>
                </a:lnTo>
                <a:lnTo>
                  <a:pt x="452064" y="1192096"/>
                </a:lnTo>
                <a:lnTo>
                  <a:pt x="454094" y="1194620"/>
                </a:lnTo>
                <a:lnTo>
                  <a:pt x="453028" y="1197670"/>
                </a:lnTo>
                <a:lnTo>
                  <a:pt x="454377" y="1198720"/>
                </a:lnTo>
                <a:lnTo>
                  <a:pt x="453303" y="1199288"/>
                </a:lnTo>
                <a:lnTo>
                  <a:pt x="453755" y="1200314"/>
                </a:lnTo>
                <a:lnTo>
                  <a:pt x="453606" y="1201365"/>
                </a:lnTo>
                <a:lnTo>
                  <a:pt x="452318" y="1203694"/>
                </a:lnTo>
                <a:lnTo>
                  <a:pt x="452604" y="1204700"/>
                </a:lnTo>
                <a:lnTo>
                  <a:pt x="453655" y="1205123"/>
                </a:lnTo>
                <a:lnTo>
                  <a:pt x="453270" y="1206218"/>
                </a:lnTo>
                <a:lnTo>
                  <a:pt x="442192" y="1212809"/>
                </a:lnTo>
                <a:lnTo>
                  <a:pt x="445579" y="1224857"/>
                </a:lnTo>
                <a:lnTo>
                  <a:pt x="446289" y="1225241"/>
                </a:lnTo>
                <a:lnTo>
                  <a:pt x="446238" y="1226043"/>
                </a:lnTo>
                <a:lnTo>
                  <a:pt x="447504" y="1228427"/>
                </a:lnTo>
                <a:lnTo>
                  <a:pt x="448948" y="1229911"/>
                </a:lnTo>
                <a:lnTo>
                  <a:pt x="449858" y="1231821"/>
                </a:lnTo>
                <a:lnTo>
                  <a:pt x="450611" y="1232617"/>
                </a:lnTo>
                <a:lnTo>
                  <a:pt x="450992" y="1233652"/>
                </a:lnTo>
                <a:lnTo>
                  <a:pt x="451685" y="1234642"/>
                </a:lnTo>
                <a:lnTo>
                  <a:pt x="451852" y="1235950"/>
                </a:lnTo>
                <a:lnTo>
                  <a:pt x="452846" y="1236759"/>
                </a:lnTo>
                <a:lnTo>
                  <a:pt x="454275" y="1240278"/>
                </a:lnTo>
                <a:lnTo>
                  <a:pt x="455186" y="1241884"/>
                </a:lnTo>
                <a:lnTo>
                  <a:pt x="455604" y="1242115"/>
                </a:lnTo>
                <a:lnTo>
                  <a:pt x="456311" y="1241717"/>
                </a:lnTo>
                <a:lnTo>
                  <a:pt x="456781" y="1241732"/>
                </a:lnTo>
                <a:lnTo>
                  <a:pt x="458128" y="1243731"/>
                </a:lnTo>
                <a:lnTo>
                  <a:pt x="455295" y="1245940"/>
                </a:lnTo>
                <a:lnTo>
                  <a:pt x="454618" y="1256670"/>
                </a:lnTo>
                <a:lnTo>
                  <a:pt x="456608" y="1264105"/>
                </a:lnTo>
                <a:lnTo>
                  <a:pt x="460968" y="1273787"/>
                </a:lnTo>
                <a:lnTo>
                  <a:pt x="468836" y="1269399"/>
                </a:lnTo>
                <a:lnTo>
                  <a:pt x="471130" y="1266367"/>
                </a:lnTo>
                <a:lnTo>
                  <a:pt x="471689" y="1256221"/>
                </a:lnTo>
                <a:lnTo>
                  <a:pt x="470888" y="1252842"/>
                </a:lnTo>
                <a:lnTo>
                  <a:pt x="473251" y="1245780"/>
                </a:lnTo>
                <a:lnTo>
                  <a:pt x="472421" y="1240753"/>
                </a:lnTo>
                <a:lnTo>
                  <a:pt x="476726" y="1235473"/>
                </a:lnTo>
                <a:lnTo>
                  <a:pt x="478626" y="1237978"/>
                </a:lnTo>
                <a:lnTo>
                  <a:pt x="480275" y="1239326"/>
                </a:lnTo>
                <a:lnTo>
                  <a:pt x="482922" y="1237706"/>
                </a:lnTo>
                <a:lnTo>
                  <a:pt x="487035" y="1235682"/>
                </a:lnTo>
                <a:lnTo>
                  <a:pt x="483779" y="1232248"/>
                </a:lnTo>
                <a:lnTo>
                  <a:pt x="486982" y="1230496"/>
                </a:lnTo>
                <a:lnTo>
                  <a:pt x="487555" y="1226515"/>
                </a:lnTo>
                <a:lnTo>
                  <a:pt x="491469" y="1230498"/>
                </a:lnTo>
                <a:lnTo>
                  <a:pt x="496630" y="1227515"/>
                </a:lnTo>
                <a:lnTo>
                  <a:pt x="498492" y="1222142"/>
                </a:lnTo>
                <a:lnTo>
                  <a:pt x="502855" y="1222879"/>
                </a:lnTo>
                <a:lnTo>
                  <a:pt x="506289" y="1225493"/>
                </a:lnTo>
                <a:lnTo>
                  <a:pt x="514941" y="1224247"/>
                </a:lnTo>
                <a:lnTo>
                  <a:pt x="518976" y="1219803"/>
                </a:lnTo>
                <a:lnTo>
                  <a:pt x="523815" y="1216332"/>
                </a:lnTo>
                <a:lnTo>
                  <a:pt x="528293" y="1210795"/>
                </a:lnTo>
                <a:lnTo>
                  <a:pt x="530091" y="1203634"/>
                </a:lnTo>
                <a:lnTo>
                  <a:pt x="534363" y="1202844"/>
                </a:lnTo>
                <a:lnTo>
                  <a:pt x="536009" y="1203110"/>
                </a:lnTo>
                <a:lnTo>
                  <a:pt x="536402" y="1201887"/>
                </a:lnTo>
                <a:lnTo>
                  <a:pt x="537580" y="1199825"/>
                </a:lnTo>
                <a:lnTo>
                  <a:pt x="538354" y="1196723"/>
                </a:lnTo>
                <a:lnTo>
                  <a:pt x="541014" y="1193628"/>
                </a:lnTo>
                <a:lnTo>
                  <a:pt x="543161" y="1192627"/>
                </a:lnTo>
                <a:lnTo>
                  <a:pt x="547137" y="1192174"/>
                </a:lnTo>
                <a:lnTo>
                  <a:pt x="545377" y="1199150"/>
                </a:lnTo>
                <a:lnTo>
                  <a:pt x="555551" y="1198300"/>
                </a:lnTo>
                <a:lnTo>
                  <a:pt x="557844" y="1212175"/>
                </a:lnTo>
                <a:lnTo>
                  <a:pt x="552587" y="1211100"/>
                </a:lnTo>
                <a:lnTo>
                  <a:pt x="545673" y="1219019"/>
                </a:lnTo>
                <a:lnTo>
                  <a:pt x="546786" y="1223788"/>
                </a:lnTo>
                <a:lnTo>
                  <a:pt x="541761" y="1230425"/>
                </a:lnTo>
                <a:lnTo>
                  <a:pt x="534474" y="1226827"/>
                </a:lnTo>
                <a:lnTo>
                  <a:pt x="537213" y="1239511"/>
                </a:lnTo>
                <a:lnTo>
                  <a:pt x="537417" y="1243734"/>
                </a:lnTo>
                <a:lnTo>
                  <a:pt x="541266" y="1252303"/>
                </a:lnTo>
                <a:lnTo>
                  <a:pt x="540241" y="1254467"/>
                </a:lnTo>
                <a:lnTo>
                  <a:pt x="543492" y="1260921"/>
                </a:lnTo>
                <a:lnTo>
                  <a:pt x="544262" y="1266168"/>
                </a:lnTo>
                <a:lnTo>
                  <a:pt x="549876" y="1269910"/>
                </a:lnTo>
                <a:lnTo>
                  <a:pt x="551379" y="1272704"/>
                </a:lnTo>
                <a:lnTo>
                  <a:pt x="551191" y="1283476"/>
                </a:lnTo>
                <a:lnTo>
                  <a:pt x="555645" y="1288496"/>
                </a:lnTo>
                <a:lnTo>
                  <a:pt x="560930" y="1290732"/>
                </a:lnTo>
                <a:lnTo>
                  <a:pt x="566754" y="1291405"/>
                </a:lnTo>
                <a:lnTo>
                  <a:pt x="572715" y="1299726"/>
                </a:lnTo>
                <a:lnTo>
                  <a:pt x="574858" y="1300670"/>
                </a:lnTo>
                <a:lnTo>
                  <a:pt x="575884" y="1304158"/>
                </a:lnTo>
                <a:lnTo>
                  <a:pt x="576019" y="1308153"/>
                </a:lnTo>
                <a:lnTo>
                  <a:pt x="578168" y="1306647"/>
                </a:lnTo>
                <a:lnTo>
                  <a:pt x="586323" y="1312552"/>
                </a:lnTo>
                <a:lnTo>
                  <a:pt x="594575" y="1312563"/>
                </a:lnTo>
                <a:lnTo>
                  <a:pt x="602680" y="1302571"/>
                </a:lnTo>
                <a:lnTo>
                  <a:pt x="607103" y="1309765"/>
                </a:lnTo>
                <a:lnTo>
                  <a:pt x="606910" y="1312426"/>
                </a:lnTo>
                <a:lnTo>
                  <a:pt x="611234" y="1312332"/>
                </a:lnTo>
                <a:lnTo>
                  <a:pt x="614952" y="1310700"/>
                </a:lnTo>
                <a:lnTo>
                  <a:pt x="615043" y="1310476"/>
                </a:lnTo>
                <a:lnTo>
                  <a:pt x="626084" y="1312220"/>
                </a:lnTo>
                <a:lnTo>
                  <a:pt x="627702" y="1307012"/>
                </a:lnTo>
                <a:lnTo>
                  <a:pt x="635002" y="1303898"/>
                </a:lnTo>
                <a:lnTo>
                  <a:pt x="639246" y="1291340"/>
                </a:lnTo>
                <a:lnTo>
                  <a:pt x="638810" y="1286075"/>
                </a:lnTo>
                <a:lnTo>
                  <a:pt x="633389" y="1278250"/>
                </a:lnTo>
                <a:lnTo>
                  <a:pt x="632956" y="1274433"/>
                </a:lnTo>
                <a:lnTo>
                  <a:pt x="637373" y="1271631"/>
                </a:lnTo>
                <a:lnTo>
                  <a:pt x="640120" y="1266396"/>
                </a:lnTo>
                <a:lnTo>
                  <a:pt x="656188" y="1262262"/>
                </a:lnTo>
                <a:lnTo>
                  <a:pt x="666387" y="1263585"/>
                </a:lnTo>
                <a:lnTo>
                  <a:pt x="669546" y="1264538"/>
                </a:lnTo>
                <a:lnTo>
                  <a:pt x="674194" y="1264028"/>
                </a:lnTo>
                <a:lnTo>
                  <a:pt x="682612" y="1259953"/>
                </a:lnTo>
                <a:lnTo>
                  <a:pt x="680150" y="1253711"/>
                </a:lnTo>
                <a:lnTo>
                  <a:pt x="685541" y="1240542"/>
                </a:lnTo>
                <a:lnTo>
                  <a:pt x="686368" y="1239617"/>
                </a:lnTo>
                <a:lnTo>
                  <a:pt x="687608" y="1239066"/>
                </a:lnTo>
                <a:lnTo>
                  <a:pt x="692047" y="1233069"/>
                </a:lnTo>
                <a:lnTo>
                  <a:pt x="697239" y="1230882"/>
                </a:lnTo>
                <a:lnTo>
                  <a:pt x="698841" y="1229140"/>
                </a:lnTo>
                <a:lnTo>
                  <a:pt x="701631" y="1223088"/>
                </a:lnTo>
                <a:lnTo>
                  <a:pt x="701326" y="1219046"/>
                </a:lnTo>
                <a:lnTo>
                  <a:pt x="708399" y="1221185"/>
                </a:lnTo>
                <a:lnTo>
                  <a:pt x="715906" y="1217361"/>
                </a:lnTo>
                <a:lnTo>
                  <a:pt x="718866" y="1218329"/>
                </a:lnTo>
                <a:lnTo>
                  <a:pt x="720673" y="1215019"/>
                </a:lnTo>
                <a:lnTo>
                  <a:pt x="724962" y="1211167"/>
                </a:lnTo>
                <a:lnTo>
                  <a:pt x="730923" y="1211942"/>
                </a:lnTo>
                <a:lnTo>
                  <a:pt x="735166" y="1210220"/>
                </a:lnTo>
                <a:lnTo>
                  <a:pt x="735732" y="1209483"/>
                </a:lnTo>
                <a:lnTo>
                  <a:pt x="736687" y="1208238"/>
                </a:lnTo>
                <a:lnTo>
                  <a:pt x="734851" y="1204423"/>
                </a:lnTo>
                <a:lnTo>
                  <a:pt x="732854" y="1194563"/>
                </a:lnTo>
                <a:lnTo>
                  <a:pt x="734617" y="1194402"/>
                </a:lnTo>
                <a:lnTo>
                  <a:pt x="738658" y="1193203"/>
                </a:lnTo>
                <a:lnTo>
                  <a:pt x="740810" y="1192427"/>
                </a:lnTo>
                <a:lnTo>
                  <a:pt x="742439" y="1191225"/>
                </a:lnTo>
                <a:lnTo>
                  <a:pt x="747649" y="1190971"/>
                </a:lnTo>
                <a:lnTo>
                  <a:pt x="750585" y="1194566"/>
                </a:lnTo>
                <a:lnTo>
                  <a:pt x="751762" y="1196453"/>
                </a:lnTo>
                <a:lnTo>
                  <a:pt x="754228" y="1197255"/>
                </a:lnTo>
                <a:lnTo>
                  <a:pt x="756848" y="1193384"/>
                </a:lnTo>
                <a:lnTo>
                  <a:pt x="760141" y="1190139"/>
                </a:lnTo>
                <a:lnTo>
                  <a:pt x="761598" y="1193363"/>
                </a:lnTo>
                <a:lnTo>
                  <a:pt x="765293" y="1193545"/>
                </a:lnTo>
                <a:lnTo>
                  <a:pt x="764954" y="1195420"/>
                </a:lnTo>
                <a:lnTo>
                  <a:pt x="766414" y="1197407"/>
                </a:lnTo>
                <a:lnTo>
                  <a:pt x="776687" y="1201175"/>
                </a:lnTo>
                <a:lnTo>
                  <a:pt x="779299" y="1201300"/>
                </a:lnTo>
                <a:lnTo>
                  <a:pt x="783042" y="1200324"/>
                </a:lnTo>
                <a:lnTo>
                  <a:pt x="783398" y="1197986"/>
                </a:lnTo>
                <a:lnTo>
                  <a:pt x="783780" y="1197399"/>
                </a:lnTo>
                <a:lnTo>
                  <a:pt x="786157" y="1198832"/>
                </a:lnTo>
                <a:lnTo>
                  <a:pt x="787629" y="1192522"/>
                </a:lnTo>
                <a:lnTo>
                  <a:pt x="792407" y="1191404"/>
                </a:lnTo>
                <a:lnTo>
                  <a:pt x="795748" y="1189185"/>
                </a:lnTo>
                <a:lnTo>
                  <a:pt x="796250" y="1189655"/>
                </a:lnTo>
                <a:lnTo>
                  <a:pt x="796704" y="1184548"/>
                </a:lnTo>
                <a:lnTo>
                  <a:pt x="798305" y="1174876"/>
                </a:lnTo>
                <a:lnTo>
                  <a:pt x="805497" y="1169484"/>
                </a:lnTo>
                <a:lnTo>
                  <a:pt x="808430" y="1179879"/>
                </a:lnTo>
                <a:lnTo>
                  <a:pt x="812395" y="1168655"/>
                </a:lnTo>
                <a:lnTo>
                  <a:pt x="814283" y="1166603"/>
                </a:lnTo>
                <a:lnTo>
                  <a:pt x="808695" y="1163719"/>
                </a:lnTo>
                <a:lnTo>
                  <a:pt x="805947" y="1159259"/>
                </a:lnTo>
                <a:lnTo>
                  <a:pt x="808763" y="1156504"/>
                </a:lnTo>
                <a:lnTo>
                  <a:pt x="807900" y="1152222"/>
                </a:lnTo>
                <a:lnTo>
                  <a:pt x="805346" y="1146626"/>
                </a:lnTo>
                <a:lnTo>
                  <a:pt x="809298" y="1144157"/>
                </a:lnTo>
                <a:lnTo>
                  <a:pt x="809413" y="1140327"/>
                </a:lnTo>
                <a:lnTo>
                  <a:pt x="809221" y="1139125"/>
                </a:lnTo>
                <a:lnTo>
                  <a:pt x="808757" y="1138423"/>
                </a:lnTo>
                <a:lnTo>
                  <a:pt x="807993" y="1137914"/>
                </a:lnTo>
                <a:lnTo>
                  <a:pt x="806914" y="1136400"/>
                </a:lnTo>
                <a:lnTo>
                  <a:pt x="806932" y="1135259"/>
                </a:lnTo>
                <a:lnTo>
                  <a:pt x="806666" y="1135217"/>
                </a:lnTo>
                <a:lnTo>
                  <a:pt x="806323" y="1134445"/>
                </a:lnTo>
                <a:lnTo>
                  <a:pt x="806148" y="1133038"/>
                </a:lnTo>
                <a:lnTo>
                  <a:pt x="811256" y="1134203"/>
                </a:lnTo>
                <a:lnTo>
                  <a:pt x="813462" y="1137647"/>
                </a:lnTo>
                <a:lnTo>
                  <a:pt x="818309" y="1138994"/>
                </a:lnTo>
                <a:lnTo>
                  <a:pt x="819533" y="1127337"/>
                </a:lnTo>
                <a:lnTo>
                  <a:pt x="817164" y="1125606"/>
                </a:lnTo>
                <a:lnTo>
                  <a:pt x="823503" y="1122699"/>
                </a:lnTo>
                <a:lnTo>
                  <a:pt x="823119" y="1118166"/>
                </a:lnTo>
                <a:lnTo>
                  <a:pt x="827557" y="1108283"/>
                </a:lnTo>
                <a:lnTo>
                  <a:pt x="829182" y="1102097"/>
                </a:lnTo>
                <a:lnTo>
                  <a:pt x="830585" y="1101725"/>
                </a:lnTo>
                <a:lnTo>
                  <a:pt x="832179" y="1090456"/>
                </a:lnTo>
                <a:lnTo>
                  <a:pt x="837584" y="1088920"/>
                </a:lnTo>
                <a:lnTo>
                  <a:pt x="843543" y="1092368"/>
                </a:lnTo>
                <a:lnTo>
                  <a:pt x="854382" y="1097496"/>
                </a:lnTo>
                <a:lnTo>
                  <a:pt x="863064" y="1102559"/>
                </a:lnTo>
                <a:lnTo>
                  <a:pt x="872592" y="1103663"/>
                </a:lnTo>
                <a:lnTo>
                  <a:pt x="872846" y="1109328"/>
                </a:lnTo>
                <a:lnTo>
                  <a:pt x="880157" y="1111090"/>
                </a:lnTo>
                <a:lnTo>
                  <a:pt x="878856" y="1113544"/>
                </a:lnTo>
                <a:lnTo>
                  <a:pt x="874714" y="1124156"/>
                </a:lnTo>
                <a:lnTo>
                  <a:pt x="879780" y="1126889"/>
                </a:lnTo>
                <a:lnTo>
                  <a:pt x="882097" y="1126948"/>
                </a:lnTo>
                <a:lnTo>
                  <a:pt x="882010" y="1126354"/>
                </a:lnTo>
                <a:lnTo>
                  <a:pt x="882280" y="1125714"/>
                </a:lnTo>
                <a:lnTo>
                  <a:pt x="882563" y="1125578"/>
                </a:lnTo>
                <a:lnTo>
                  <a:pt x="883508" y="1125773"/>
                </a:lnTo>
                <a:lnTo>
                  <a:pt x="883805" y="1125469"/>
                </a:lnTo>
                <a:lnTo>
                  <a:pt x="884084" y="1125649"/>
                </a:lnTo>
                <a:lnTo>
                  <a:pt x="884260" y="1126313"/>
                </a:lnTo>
                <a:lnTo>
                  <a:pt x="884812" y="1126640"/>
                </a:lnTo>
                <a:lnTo>
                  <a:pt x="896266" y="1122932"/>
                </a:lnTo>
                <a:lnTo>
                  <a:pt x="899397" y="1127428"/>
                </a:lnTo>
                <a:lnTo>
                  <a:pt x="902114" y="1132124"/>
                </a:lnTo>
                <a:lnTo>
                  <a:pt x="908737" y="1128963"/>
                </a:lnTo>
                <a:lnTo>
                  <a:pt x="913337" y="1125805"/>
                </a:lnTo>
                <a:lnTo>
                  <a:pt x="915573" y="1132755"/>
                </a:lnTo>
                <a:lnTo>
                  <a:pt x="919339" y="1134992"/>
                </a:lnTo>
                <a:lnTo>
                  <a:pt x="926450" y="1132871"/>
                </a:lnTo>
                <a:lnTo>
                  <a:pt x="929473" y="1132502"/>
                </a:lnTo>
                <a:lnTo>
                  <a:pt x="938141" y="1135103"/>
                </a:lnTo>
                <a:lnTo>
                  <a:pt x="942101" y="1137210"/>
                </a:lnTo>
                <a:lnTo>
                  <a:pt x="940048" y="1140369"/>
                </a:lnTo>
                <a:lnTo>
                  <a:pt x="940133" y="1145110"/>
                </a:lnTo>
                <a:lnTo>
                  <a:pt x="940989" y="1147525"/>
                </a:lnTo>
                <a:lnTo>
                  <a:pt x="942666" y="1147346"/>
                </a:lnTo>
                <a:lnTo>
                  <a:pt x="944988" y="1150300"/>
                </a:lnTo>
                <a:lnTo>
                  <a:pt x="946488" y="1151159"/>
                </a:lnTo>
                <a:lnTo>
                  <a:pt x="947270" y="1148405"/>
                </a:lnTo>
                <a:lnTo>
                  <a:pt x="949260" y="1148304"/>
                </a:lnTo>
                <a:lnTo>
                  <a:pt x="952080" y="1146912"/>
                </a:lnTo>
                <a:lnTo>
                  <a:pt x="952802" y="1145552"/>
                </a:lnTo>
                <a:lnTo>
                  <a:pt x="953777" y="1145008"/>
                </a:lnTo>
                <a:lnTo>
                  <a:pt x="956396" y="1141512"/>
                </a:lnTo>
                <a:lnTo>
                  <a:pt x="964485" y="1134633"/>
                </a:lnTo>
                <a:lnTo>
                  <a:pt x="963727" y="1131157"/>
                </a:lnTo>
                <a:lnTo>
                  <a:pt x="968819" y="1124911"/>
                </a:lnTo>
                <a:lnTo>
                  <a:pt x="968928" y="1118952"/>
                </a:lnTo>
                <a:lnTo>
                  <a:pt x="969294" y="1118124"/>
                </a:lnTo>
                <a:lnTo>
                  <a:pt x="974244" y="1111173"/>
                </a:lnTo>
                <a:lnTo>
                  <a:pt x="980103" y="1108043"/>
                </a:lnTo>
                <a:lnTo>
                  <a:pt x="985889" y="1108642"/>
                </a:lnTo>
                <a:lnTo>
                  <a:pt x="988641" y="1108467"/>
                </a:lnTo>
                <a:lnTo>
                  <a:pt x="987891" y="1106183"/>
                </a:lnTo>
                <a:lnTo>
                  <a:pt x="989895" y="1101775"/>
                </a:lnTo>
                <a:lnTo>
                  <a:pt x="990825" y="1103366"/>
                </a:lnTo>
                <a:lnTo>
                  <a:pt x="1000891" y="1106626"/>
                </a:lnTo>
                <a:lnTo>
                  <a:pt x="1004718" y="1107035"/>
                </a:lnTo>
                <a:lnTo>
                  <a:pt x="1006304" y="1104848"/>
                </a:lnTo>
                <a:lnTo>
                  <a:pt x="1011682" y="1104411"/>
                </a:lnTo>
                <a:lnTo>
                  <a:pt x="1014416" y="1100073"/>
                </a:lnTo>
                <a:lnTo>
                  <a:pt x="1017805" y="1098001"/>
                </a:lnTo>
                <a:lnTo>
                  <a:pt x="1020613" y="1099708"/>
                </a:lnTo>
                <a:lnTo>
                  <a:pt x="1027397" y="1098001"/>
                </a:lnTo>
                <a:lnTo>
                  <a:pt x="1031035" y="1097582"/>
                </a:lnTo>
                <a:lnTo>
                  <a:pt x="1033702" y="1098785"/>
                </a:lnTo>
                <a:lnTo>
                  <a:pt x="1036747" y="1105394"/>
                </a:lnTo>
                <a:lnTo>
                  <a:pt x="1039637" y="1105605"/>
                </a:lnTo>
                <a:lnTo>
                  <a:pt x="1044901" y="1108346"/>
                </a:lnTo>
                <a:lnTo>
                  <a:pt x="1048467" y="1108486"/>
                </a:lnTo>
                <a:lnTo>
                  <a:pt x="1049306" y="1110761"/>
                </a:lnTo>
                <a:lnTo>
                  <a:pt x="1043932" y="1116307"/>
                </a:lnTo>
                <a:lnTo>
                  <a:pt x="1047873" y="1116984"/>
                </a:lnTo>
                <a:lnTo>
                  <a:pt x="1046803" y="1118973"/>
                </a:lnTo>
                <a:lnTo>
                  <a:pt x="1047973" y="1119465"/>
                </a:lnTo>
                <a:lnTo>
                  <a:pt x="1053593" y="1127553"/>
                </a:lnTo>
                <a:lnTo>
                  <a:pt x="1055713" y="1128049"/>
                </a:lnTo>
                <a:lnTo>
                  <a:pt x="1058714" y="1125670"/>
                </a:lnTo>
                <a:lnTo>
                  <a:pt x="1058984" y="1121387"/>
                </a:lnTo>
                <a:lnTo>
                  <a:pt x="1063220" y="1117842"/>
                </a:lnTo>
                <a:lnTo>
                  <a:pt x="1063580" y="1114012"/>
                </a:lnTo>
                <a:lnTo>
                  <a:pt x="1065667" y="1108530"/>
                </a:lnTo>
                <a:lnTo>
                  <a:pt x="1065198" y="1107123"/>
                </a:lnTo>
                <a:lnTo>
                  <a:pt x="1076736" y="1107127"/>
                </a:lnTo>
                <a:lnTo>
                  <a:pt x="1074291" y="1109583"/>
                </a:lnTo>
                <a:lnTo>
                  <a:pt x="1074212" y="1110901"/>
                </a:lnTo>
                <a:lnTo>
                  <a:pt x="1076220" y="1116877"/>
                </a:lnTo>
                <a:lnTo>
                  <a:pt x="1078003" y="1118265"/>
                </a:lnTo>
                <a:lnTo>
                  <a:pt x="1080045" y="1123272"/>
                </a:lnTo>
                <a:lnTo>
                  <a:pt x="1084353" y="1120942"/>
                </a:lnTo>
                <a:lnTo>
                  <a:pt x="1091263" y="1120311"/>
                </a:lnTo>
                <a:lnTo>
                  <a:pt x="1090573" y="1116880"/>
                </a:lnTo>
                <a:lnTo>
                  <a:pt x="1092531" y="1112520"/>
                </a:lnTo>
                <a:lnTo>
                  <a:pt x="1101394" y="1113702"/>
                </a:lnTo>
                <a:lnTo>
                  <a:pt x="1103346" y="1114450"/>
                </a:lnTo>
                <a:lnTo>
                  <a:pt x="1104476" y="1115790"/>
                </a:lnTo>
                <a:lnTo>
                  <a:pt x="1107204" y="1116810"/>
                </a:lnTo>
                <a:lnTo>
                  <a:pt x="1107287" y="1115081"/>
                </a:lnTo>
                <a:lnTo>
                  <a:pt x="1109513" y="1116576"/>
                </a:lnTo>
                <a:lnTo>
                  <a:pt x="1111793" y="1115480"/>
                </a:lnTo>
                <a:lnTo>
                  <a:pt x="1113692" y="1114167"/>
                </a:lnTo>
                <a:lnTo>
                  <a:pt x="1114664" y="1112826"/>
                </a:lnTo>
                <a:lnTo>
                  <a:pt x="1114991" y="1109978"/>
                </a:lnTo>
                <a:lnTo>
                  <a:pt x="1117199" y="1108339"/>
                </a:lnTo>
                <a:lnTo>
                  <a:pt x="1128575" y="1108023"/>
                </a:lnTo>
                <a:lnTo>
                  <a:pt x="1127119" y="1104299"/>
                </a:lnTo>
                <a:lnTo>
                  <a:pt x="1131047" y="1108187"/>
                </a:lnTo>
                <a:lnTo>
                  <a:pt x="1135002" y="1107217"/>
                </a:lnTo>
                <a:lnTo>
                  <a:pt x="1140005" y="1107293"/>
                </a:lnTo>
                <a:lnTo>
                  <a:pt x="1141089" y="1106998"/>
                </a:lnTo>
                <a:lnTo>
                  <a:pt x="1141574" y="1097290"/>
                </a:lnTo>
                <a:lnTo>
                  <a:pt x="1142380" y="1090718"/>
                </a:lnTo>
                <a:lnTo>
                  <a:pt x="1139779" y="1085036"/>
                </a:lnTo>
                <a:lnTo>
                  <a:pt x="1142643" y="1081351"/>
                </a:lnTo>
                <a:lnTo>
                  <a:pt x="1143840" y="1075624"/>
                </a:lnTo>
                <a:lnTo>
                  <a:pt x="1141973" y="1073706"/>
                </a:lnTo>
                <a:lnTo>
                  <a:pt x="1144998" y="1071940"/>
                </a:lnTo>
                <a:lnTo>
                  <a:pt x="1147425" y="1071147"/>
                </a:lnTo>
                <a:lnTo>
                  <a:pt x="1148681" y="1062359"/>
                </a:lnTo>
                <a:lnTo>
                  <a:pt x="1148627" y="1060990"/>
                </a:lnTo>
                <a:lnTo>
                  <a:pt x="1152636" y="1057880"/>
                </a:lnTo>
                <a:lnTo>
                  <a:pt x="1162168" y="1055433"/>
                </a:lnTo>
                <a:lnTo>
                  <a:pt x="1167653" y="1058186"/>
                </a:lnTo>
                <a:lnTo>
                  <a:pt x="1168445" y="1059625"/>
                </a:lnTo>
                <a:lnTo>
                  <a:pt x="1170346" y="1058085"/>
                </a:lnTo>
                <a:lnTo>
                  <a:pt x="1179251" y="1056468"/>
                </a:lnTo>
                <a:lnTo>
                  <a:pt x="1184376" y="1051203"/>
                </a:lnTo>
                <a:lnTo>
                  <a:pt x="1187217" y="1052677"/>
                </a:lnTo>
                <a:lnTo>
                  <a:pt x="1189155" y="1054044"/>
                </a:lnTo>
                <a:lnTo>
                  <a:pt x="1189519" y="1053988"/>
                </a:lnTo>
                <a:lnTo>
                  <a:pt x="1189331" y="1051205"/>
                </a:lnTo>
                <a:lnTo>
                  <a:pt x="1188210" y="1046678"/>
                </a:lnTo>
                <a:lnTo>
                  <a:pt x="1194568" y="1044390"/>
                </a:lnTo>
                <a:lnTo>
                  <a:pt x="1194758" y="1044877"/>
                </a:lnTo>
                <a:lnTo>
                  <a:pt x="1197960" y="1044382"/>
                </a:lnTo>
                <a:lnTo>
                  <a:pt x="1199363" y="1045500"/>
                </a:lnTo>
                <a:lnTo>
                  <a:pt x="1200528" y="1044655"/>
                </a:lnTo>
                <a:lnTo>
                  <a:pt x="1201485" y="1041974"/>
                </a:lnTo>
                <a:lnTo>
                  <a:pt x="1203126" y="1039922"/>
                </a:lnTo>
                <a:lnTo>
                  <a:pt x="1209402" y="1036368"/>
                </a:lnTo>
                <a:lnTo>
                  <a:pt x="1214772" y="1036902"/>
                </a:lnTo>
                <a:lnTo>
                  <a:pt x="1216704" y="1037440"/>
                </a:lnTo>
                <a:lnTo>
                  <a:pt x="1218802" y="1034867"/>
                </a:lnTo>
                <a:lnTo>
                  <a:pt x="1220301" y="1036338"/>
                </a:lnTo>
                <a:lnTo>
                  <a:pt x="1222573" y="1035895"/>
                </a:lnTo>
                <a:lnTo>
                  <a:pt x="1224587" y="1033793"/>
                </a:lnTo>
                <a:lnTo>
                  <a:pt x="1226740" y="1032708"/>
                </a:lnTo>
                <a:lnTo>
                  <a:pt x="1229781" y="1033335"/>
                </a:lnTo>
                <a:lnTo>
                  <a:pt x="1230146" y="1031413"/>
                </a:lnTo>
                <a:lnTo>
                  <a:pt x="1232247" y="1032725"/>
                </a:lnTo>
                <a:lnTo>
                  <a:pt x="1233175" y="1031994"/>
                </a:lnTo>
                <a:lnTo>
                  <a:pt x="1233472" y="1030011"/>
                </a:lnTo>
                <a:lnTo>
                  <a:pt x="1235318" y="1028602"/>
                </a:lnTo>
                <a:lnTo>
                  <a:pt x="1236143" y="1028948"/>
                </a:lnTo>
                <a:lnTo>
                  <a:pt x="1237040" y="1028899"/>
                </a:lnTo>
                <a:lnTo>
                  <a:pt x="1237724" y="1027241"/>
                </a:lnTo>
                <a:lnTo>
                  <a:pt x="1236997" y="1026750"/>
                </a:lnTo>
                <a:lnTo>
                  <a:pt x="1237930" y="1025210"/>
                </a:lnTo>
                <a:lnTo>
                  <a:pt x="1239148" y="1024949"/>
                </a:lnTo>
                <a:lnTo>
                  <a:pt x="1239700" y="1025257"/>
                </a:lnTo>
                <a:lnTo>
                  <a:pt x="1239872" y="1025726"/>
                </a:lnTo>
                <a:lnTo>
                  <a:pt x="1245969" y="1028876"/>
                </a:lnTo>
                <a:lnTo>
                  <a:pt x="1245804" y="1029907"/>
                </a:lnTo>
                <a:lnTo>
                  <a:pt x="1248113" y="1030348"/>
                </a:lnTo>
                <a:lnTo>
                  <a:pt x="1248911" y="1028759"/>
                </a:lnTo>
                <a:lnTo>
                  <a:pt x="1257704" y="1032476"/>
                </a:lnTo>
                <a:lnTo>
                  <a:pt x="1259707" y="1030892"/>
                </a:lnTo>
                <a:lnTo>
                  <a:pt x="1262138" y="1029605"/>
                </a:lnTo>
                <a:lnTo>
                  <a:pt x="1261647" y="1027449"/>
                </a:lnTo>
                <a:lnTo>
                  <a:pt x="1261013" y="1026541"/>
                </a:lnTo>
                <a:lnTo>
                  <a:pt x="1262040" y="1018849"/>
                </a:lnTo>
                <a:lnTo>
                  <a:pt x="1263963" y="1015608"/>
                </a:lnTo>
                <a:lnTo>
                  <a:pt x="1266371" y="1016234"/>
                </a:lnTo>
                <a:lnTo>
                  <a:pt x="1270705" y="1010784"/>
                </a:lnTo>
                <a:lnTo>
                  <a:pt x="1271843" y="1007436"/>
                </a:lnTo>
                <a:lnTo>
                  <a:pt x="1269738" y="1004547"/>
                </a:lnTo>
                <a:lnTo>
                  <a:pt x="1271743" y="1003400"/>
                </a:lnTo>
                <a:lnTo>
                  <a:pt x="1273208" y="1003502"/>
                </a:lnTo>
                <a:lnTo>
                  <a:pt x="1276430" y="1000673"/>
                </a:lnTo>
                <a:lnTo>
                  <a:pt x="1278551" y="995951"/>
                </a:lnTo>
                <a:lnTo>
                  <a:pt x="1276229" y="995753"/>
                </a:lnTo>
                <a:lnTo>
                  <a:pt x="1275002" y="993304"/>
                </a:lnTo>
                <a:lnTo>
                  <a:pt x="1274913" y="992126"/>
                </a:lnTo>
                <a:lnTo>
                  <a:pt x="1277455" y="989554"/>
                </a:lnTo>
                <a:lnTo>
                  <a:pt x="1279957" y="987658"/>
                </a:lnTo>
                <a:lnTo>
                  <a:pt x="1279340" y="986785"/>
                </a:lnTo>
                <a:lnTo>
                  <a:pt x="1279621" y="985473"/>
                </a:lnTo>
                <a:lnTo>
                  <a:pt x="1279126" y="983990"/>
                </a:lnTo>
                <a:lnTo>
                  <a:pt x="1279943" y="983265"/>
                </a:lnTo>
                <a:lnTo>
                  <a:pt x="1280458" y="982154"/>
                </a:lnTo>
                <a:lnTo>
                  <a:pt x="1281020" y="978952"/>
                </a:lnTo>
                <a:lnTo>
                  <a:pt x="1280837" y="979130"/>
                </a:lnTo>
                <a:lnTo>
                  <a:pt x="1279729" y="978404"/>
                </a:lnTo>
                <a:lnTo>
                  <a:pt x="1278669" y="976752"/>
                </a:lnTo>
                <a:lnTo>
                  <a:pt x="1274631" y="973781"/>
                </a:lnTo>
                <a:lnTo>
                  <a:pt x="1276600" y="970581"/>
                </a:lnTo>
                <a:lnTo>
                  <a:pt x="1281700" y="967970"/>
                </a:lnTo>
                <a:lnTo>
                  <a:pt x="1285639" y="961232"/>
                </a:lnTo>
                <a:lnTo>
                  <a:pt x="1285447" y="961040"/>
                </a:lnTo>
                <a:lnTo>
                  <a:pt x="1282225" y="962061"/>
                </a:lnTo>
                <a:lnTo>
                  <a:pt x="1279961" y="960806"/>
                </a:lnTo>
                <a:lnTo>
                  <a:pt x="1279491" y="959973"/>
                </a:lnTo>
                <a:lnTo>
                  <a:pt x="1276912" y="960090"/>
                </a:lnTo>
                <a:lnTo>
                  <a:pt x="1276056" y="959173"/>
                </a:lnTo>
                <a:lnTo>
                  <a:pt x="1276054" y="956094"/>
                </a:lnTo>
                <a:lnTo>
                  <a:pt x="1275250" y="953501"/>
                </a:lnTo>
                <a:lnTo>
                  <a:pt x="1275717" y="952672"/>
                </a:lnTo>
                <a:lnTo>
                  <a:pt x="1275630" y="951008"/>
                </a:lnTo>
                <a:lnTo>
                  <a:pt x="1275299" y="950190"/>
                </a:lnTo>
                <a:lnTo>
                  <a:pt x="1273691" y="950012"/>
                </a:lnTo>
                <a:lnTo>
                  <a:pt x="1273727" y="948954"/>
                </a:lnTo>
                <a:lnTo>
                  <a:pt x="1274297" y="948032"/>
                </a:lnTo>
                <a:lnTo>
                  <a:pt x="1273959" y="944757"/>
                </a:lnTo>
                <a:lnTo>
                  <a:pt x="1273475" y="943760"/>
                </a:lnTo>
                <a:lnTo>
                  <a:pt x="1273908" y="942870"/>
                </a:lnTo>
                <a:lnTo>
                  <a:pt x="1275116" y="942114"/>
                </a:lnTo>
                <a:lnTo>
                  <a:pt x="1274829" y="941447"/>
                </a:lnTo>
                <a:lnTo>
                  <a:pt x="1275051" y="941111"/>
                </a:lnTo>
                <a:lnTo>
                  <a:pt x="1273542" y="940141"/>
                </a:lnTo>
                <a:lnTo>
                  <a:pt x="1273287" y="939604"/>
                </a:lnTo>
                <a:lnTo>
                  <a:pt x="1273047" y="936311"/>
                </a:lnTo>
                <a:lnTo>
                  <a:pt x="1273905" y="934890"/>
                </a:lnTo>
                <a:lnTo>
                  <a:pt x="1274552" y="934272"/>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3068810" y="5033038"/>
            <a:ext cx="1082" cy="631"/>
          </a:xfrm>
          <a:custGeom>
            <a:avLst/>
            <a:gdLst/>
            <a:ahLst/>
            <a:cxnLst/>
            <a:rect l="l" t="t" r="r" b="b"/>
            <a:pathLst>
              <a:path w="1082" h="631">
                <a:moveTo>
                  <a:pt x="1082" y="0"/>
                </a:moveTo>
                <a:lnTo>
                  <a:pt x="676" y="416"/>
                </a:lnTo>
                <a:lnTo>
                  <a:pt x="0" y="280"/>
                </a:lnTo>
                <a:lnTo>
                  <a:pt x="356" y="631"/>
                </a:lnTo>
                <a:lnTo>
                  <a:pt x="737" y="555"/>
                </a:lnTo>
                <a:lnTo>
                  <a:pt x="1052" y="350"/>
                </a:lnTo>
                <a:lnTo>
                  <a:pt x="1082"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3069016" y="5031666"/>
            <a:ext cx="1543" cy="1381"/>
          </a:xfrm>
          <a:custGeom>
            <a:avLst/>
            <a:gdLst/>
            <a:ahLst/>
            <a:cxnLst/>
            <a:rect l="l" t="t" r="r" b="b"/>
            <a:pathLst>
              <a:path w="1543" h="1381">
                <a:moveTo>
                  <a:pt x="914" y="0"/>
                </a:moveTo>
                <a:lnTo>
                  <a:pt x="640" y="118"/>
                </a:lnTo>
                <a:lnTo>
                  <a:pt x="848" y="356"/>
                </a:lnTo>
                <a:lnTo>
                  <a:pt x="0" y="975"/>
                </a:lnTo>
                <a:lnTo>
                  <a:pt x="303" y="1381"/>
                </a:lnTo>
                <a:lnTo>
                  <a:pt x="1543" y="310"/>
                </a:lnTo>
                <a:lnTo>
                  <a:pt x="914"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2921109" y="4895000"/>
            <a:ext cx="3608" cy="4863"/>
          </a:xfrm>
          <a:custGeom>
            <a:avLst/>
            <a:gdLst/>
            <a:ahLst/>
            <a:cxnLst/>
            <a:rect l="l" t="t" r="r" b="b"/>
            <a:pathLst>
              <a:path w="3608" h="4863">
                <a:moveTo>
                  <a:pt x="1550" y="0"/>
                </a:moveTo>
                <a:lnTo>
                  <a:pt x="661" y="122"/>
                </a:lnTo>
                <a:lnTo>
                  <a:pt x="0" y="1993"/>
                </a:lnTo>
                <a:lnTo>
                  <a:pt x="641" y="3265"/>
                </a:lnTo>
                <a:lnTo>
                  <a:pt x="646" y="3998"/>
                </a:lnTo>
                <a:lnTo>
                  <a:pt x="2043" y="4863"/>
                </a:lnTo>
                <a:lnTo>
                  <a:pt x="3377" y="4389"/>
                </a:lnTo>
                <a:lnTo>
                  <a:pt x="3608" y="3541"/>
                </a:lnTo>
                <a:lnTo>
                  <a:pt x="3399" y="3570"/>
                </a:lnTo>
                <a:lnTo>
                  <a:pt x="3341" y="2945"/>
                </a:lnTo>
                <a:lnTo>
                  <a:pt x="2530" y="1868"/>
                </a:lnTo>
                <a:lnTo>
                  <a:pt x="2555" y="1447"/>
                </a:lnTo>
                <a:lnTo>
                  <a:pt x="2878" y="1329"/>
                </a:lnTo>
                <a:lnTo>
                  <a:pt x="2478" y="1388"/>
                </a:lnTo>
                <a:lnTo>
                  <a:pt x="2418" y="1033"/>
                </a:lnTo>
                <a:lnTo>
                  <a:pt x="2930" y="1160"/>
                </a:lnTo>
                <a:lnTo>
                  <a:pt x="2712" y="939"/>
                </a:lnTo>
                <a:lnTo>
                  <a:pt x="2165" y="1066"/>
                </a:lnTo>
                <a:lnTo>
                  <a:pt x="2222" y="350"/>
                </a:lnTo>
                <a:lnTo>
                  <a:pt x="155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reeform 35"/>
          <p:cNvSpPr/>
          <p:nvPr/>
        </p:nvSpPr>
        <p:spPr>
          <a:xfrm>
            <a:off x="2879454" y="4836314"/>
            <a:ext cx="3727" cy="3370"/>
          </a:xfrm>
          <a:custGeom>
            <a:avLst/>
            <a:gdLst/>
            <a:ahLst/>
            <a:cxnLst/>
            <a:rect l="l" t="t" r="r" b="b"/>
            <a:pathLst>
              <a:path w="3727" h="3370">
                <a:moveTo>
                  <a:pt x="279" y="0"/>
                </a:moveTo>
                <a:lnTo>
                  <a:pt x="0" y="162"/>
                </a:lnTo>
                <a:lnTo>
                  <a:pt x="269" y="875"/>
                </a:lnTo>
                <a:lnTo>
                  <a:pt x="1841" y="2520"/>
                </a:lnTo>
                <a:lnTo>
                  <a:pt x="1451" y="3096"/>
                </a:lnTo>
                <a:lnTo>
                  <a:pt x="2078" y="3370"/>
                </a:lnTo>
                <a:lnTo>
                  <a:pt x="2687" y="3243"/>
                </a:lnTo>
                <a:lnTo>
                  <a:pt x="2883" y="2853"/>
                </a:lnTo>
                <a:lnTo>
                  <a:pt x="3685" y="2917"/>
                </a:lnTo>
                <a:lnTo>
                  <a:pt x="3727" y="2673"/>
                </a:lnTo>
                <a:lnTo>
                  <a:pt x="3326" y="2315"/>
                </a:lnTo>
                <a:lnTo>
                  <a:pt x="3472" y="1871"/>
                </a:lnTo>
                <a:lnTo>
                  <a:pt x="2719" y="1341"/>
                </a:lnTo>
                <a:lnTo>
                  <a:pt x="2354" y="46"/>
                </a:lnTo>
                <a:lnTo>
                  <a:pt x="2160" y="57"/>
                </a:lnTo>
                <a:lnTo>
                  <a:pt x="1999" y="700"/>
                </a:lnTo>
                <a:lnTo>
                  <a:pt x="1554" y="904"/>
                </a:lnTo>
                <a:lnTo>
                  <a:pt x="722" y="605"/>
                </a:lnTo>
                <a:lnTo>
                  <a:pt x="27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2864573" y="4794834"/>
            <a:ext cx="911" cy="590"/>
          </a:xfrm>
          <a:custGeom>
            <a:avLst/>
            <a:gdLst/>
            <a:ahLst/>
            <a:cxnLst/>
            <a:rect l="l" t="t" r="r" b="b"/>
            <a:pathLst>
              <a:path w="911" h="590">
                <a:moveTo>
                  <a:pt x="911" y="0"/>
                </a:moveTo>
                <a:lnTo>
                  <a:pt x="152" y="38"/>
                </a:lnTo>
                <a:lnTo>
                  <a:pt x="0" y="255"/>
                </a:lnTo>
                <a:lnTo>
                  <a:pt x="852" y="590"/>
                </a:lnTo>
                <a:lnTo>
                  <a:pt x="91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2866115" y="4793992"/>
            <a:ext cx="402" cy="372"/>
          </a:xfrm>
          <a:custGeom>
            <a:avLst/>
            <a:gdLst/>
            <a:ahLst/>
            <a:cxnLst/>
            <a:rect l="l" t="t" r="r" b="b"/>
            <a:pathLst>
              <a:path w="402" h="372">
                <a:moveTo>
                  <a:pt x="235" y="0"/>
                </a:moveTo>
                <a:lnTo>
                  <a:pt x="0" y="131"/>
                </a:lnTo>
                <a:lnTo>
                  <a:pt x="77" y="372"/>
                </a:lnTo>
                <a:lnTo>
                  <a:pt x="402" y="149"/>
                </a:lnTo>
                <a:lnTo>
                  <a:pt x="235"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2869290" y="4784512"/>
            <a:ext cx="1161" cy="1067"/>
          </a:xfrm>
          <a:custGeom>
            <a:avLst/>
            <a:gdLst/>
            <a:ahLst/>
            <a:cxnLst/>
            <a:rect l="l" t="t" r="r" b="b"/>
            <a:pathLst>
              <a:path w="1161" h="1067">
                <a:moveTo>
                  <a:pt x="410" y="0"/>
                </a:moveTo>
                <a:lnTo>
                  <a:pt x="13" y="344"/>
                </a:lnTo>
                <a:lnTo>
                  <a:pt x="0" y="842"/>
                </a:lnTo>
                <a:lnTo>
                  <a:pt x="212" y="1067"/>
                </a:lnTo>
                <a:lnTo>
                  <a:pt x="822" y="1038"/>
                </a:lnTo>
                <a:lnTo>
                  <a:pt x="1161" y="428"/>
                </a:lnTo>
                <a:lnTo>
                  <a:pt x="41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Freeform 39"/>
          <p:cNvSpPr/>
          <p:nvPr/>
        </p:nvSpPr>
        <p:spPr>
          <a:xfrm>
            <a:off x="2867553" y="4783944"/>
            <a:ext cx="768" cy="403"/>
          </a:xfrm>
          <a:custGeom>
            <a:avLst/>
            <a:gdLst/>
            <a:ahLst/>
            <a:cxnLst/>
            <a:rect l="l" t="t" r="r" b="b"/>
            <a:pathLst>
              <a:path w="768" h="403">
                <a:moveTo>
                  <a:pt x="219" y="0"/>
                </a:moveTo>
                <a:lnTo>
                  <a:pt x="0" y="121"/>
                </a:lnTo>
                <a:lnTo>
                  <a:pt x="144" y="397"/>
                </a:lnTo>
                <a:lnTo>
                  <a:pt x="768" y="403"/>
                </a:lnTo>
                <a:lnTo>
                  <a:pt x="700" y="137"/>
                </a:lnTo>
                <a:lnTo>
                  <a:pt x="21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reeform 40"/>
          <p:cNvSpPr/>
          <p:nvPr/>
        </p:nvSpPr>
        <p:spPr>
          <a:xfrm>
            <a:off x="2860101" y="4783709"/>
            <a:ext cx="1226" cy="1161"/>
          </a:xfrm>
          <a:custGeom>
            <a:avLst/>
            <a:gdLst/>
            <a:ahLst/>
            <a:cxnLst/>
            <a:rect l="l" t="t" r="r" b="b"/>
            <a:pathLst>
              <a:path w="1226" h="1161">
                <a:moveTo>
                  <a:pt x="366" y="0"/>
                </a:moveTo>
                <a:lnTo>
                  <a:pt x="28" y="94"/>
                </a:lnTo>
                <a:lnTo>
                  <a:pt x="0" y="433"/>
                </a:lnTo>
                <a:lnTo>
                  <a:pt x="566" y="1161"/>
                </a:lnTo>
                <a:lnTo>
                  <a:pt x="1140" y="960"/>
                </a:lnTo>
                <a:lnTo>
                  <a:pt x="1226" y="431"/>
                </a:lnTo>
                <a:lnTo>
                  <a:pt x="873" y="82"/>
                </a:lnTo>
                <a:lnTo>
                  <a:pt x="36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2856135" y="4779157"/>
            <a:ext cx="852" cy="714"/>
          </a:xfrm>
          <a:custGeom>
            <a:avLst/>
            <a:gdLst/>
            <a:ahLst/>
            <a:cxnLst/>
            <a:rect l="l" t="t" r="r" b="b"/>
            <a:pathLst>
              <a:path w="852" h="714">
                <a:moveTo>
                  <a:pt x="249" y="0"/>
                </a:moveTo>
                <a:lnTo>
                  <a:pt x="0" y="486"/>
                </a:lnTo>
                <a:lnTo>
                  <a:pt x="433" y="714"/>
                </a:lnTo>
                <a:lnTo>
                  <a:pt x="852" y="337"/>
                </a:lnTo>
                <a:lnTo>
                  <a:pt x="571" y="12"/>
                </a:lnTo>
                <a:lnTo>
                  <a:pt x="24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2816619" y="4353755"/>
            <a:ext cx="894390" cy="700179"/>
          </a:xfrm>
          <a:custGeom>
            <a:avLst/>
            <a:gdLst/>
            <a:ahLst/>
            <a:cxnLst/>
            <a:rect l="l" t="t" r="r" b="b"/>
            <a:pathLst>
              <a:path w="894390" h="700179">
                <a:moveTo>
                  <a:pt x="884818" y="201760"/>
                </a:moveTo>
                <a:lnTo>
                  <a:pt x="877908" y="202391"/>
                </a:lnTo>
                <a:lnTo>
                  <a:pt x="873600" y="204721"/>
                </a:lnTo>
                <a:lnTo>
                  <a:pt x="871558" y="199714"/>
                </a:lnTo>
                <a:lnTo>
                  <a:pt x="869775" y="198326"/>
                </a:lnTo>
                <a:lnTo>
                  <a:pt x="867767" y="192350"/>
                </a:lnTo>
                <a:lnTo>
                  <a:pt x="867846" y="191032"/>
                </a:lnTo>
                <a:lnTo>
                  <a:pt x="870291" y="188576"/>
                </a:lnTo>
                <a:lnTo>
                  <a:pt x="858753" y="188572"/>
                </a:lnTo>
                <a:lnTo>
                  <a:pt x="859222" y="189979"/>
                </a:lnTo>
                <a:lnTo>
                  <a:pt x="857135" y="195461"/>
                </a:lnTo>
                <a:lnTo>
                  <a:pt x="856775" y="199291"/>
                </a:lnTo>
                <a:lnTo>
                  <a:pt x="852539" y="202836"/>
                </a:lnTo>
                <a:lnTo>
                  <a:pt x="852269" y="207119"/>
                </a:lnTo>
                <a:lnTo>
                  <a:pt x="849268" y="209498"/>
                </a:lnTo>
                <a:lnTo>
                  <a:pt x="847148" y="209002"/>
                </a:lnTo>
                <a:lnTo>
                  <a:pt x="841528" y="200914"/>
                </a:lnTo>
                <a:lnTo>
                  <a:pt x="840358" y="200422"/>
                </a:lnTo>
                <a:lnTo>
                  <a:pt x="841428" y="198433"/>
                </a:lnTo>
                <a:lnTo>
                  <a:pt x="837487" y="197756"/>
                </a:lnTo>
                <a:lnTo>
                  <a:pt x="842861" y="192210"/>
                </a:lnTo>
                <a:lnTo>
                  <a:pt x="842022" y="189935"/>
                </a:lnTo>
                <a:lnTo>
                  <a:pt x="838456" y="189795"/>
                </a:lnTo>
                <a:lnTo>
                  <a:pt x="833192" y="187054"/>
                </a:lnTo>
                <a:lnTo>
                  <a:pt x="830302" y="186843"/>
                </a:lnTo>
                <a:lnTo>
                  <a:pt x="827257" y="180234"/>
                </a:lnTo>
                <a:lnTo>
                  <a:pt x="824590" y="179031"/>
                </a:lnTo>
                <a:lnTo>
                  <a:pt x="820952" y="179450"/>
                </a:lnTo>
                <a:lnTo>
                  <a:pt x="814168" y="181157"/>
                </a:lnTo>
                <a:lnTo>
                  <a:pt x="811360" y="179450"/>
                </a:lnTo>
                <a:lnTo>
                  <a:pt x="807971" y="181522"/>
                </a:lnTo>
                <a:lnTo>
                  <a:pt x="805237" y="185860"/>
                </a:lnTo>
                <a:lnTo>
                  <a:pt x="799859" y="186297"/>
                </a:lnTo>
                <a:lnTo>
                  <a:pt x="798273" y="188484"/>
                </a:lnTo>
                <a:lnTo>
                  <a:pt x="794446" y="188075"/>
                </a:lnTo>
                <a:lnTo>
                  <a:pt x="784380" y="184815"/>
                </a:lnTo>
                <a:lnTo>
                  <a:pt x="783450" y="183224"/>
                </a:lnTo>
                <a:lnTo>
                  <a:pt x="781446" y="187632"/>
                </a:lnTo>
                <a:lnTo>
                  <a:pt x="782196" y="189916"/>
                </a:lnTo>
                <a:lnTo>
                  <a:pt x="779444" y="190091"/>
                </a:lnTo>
                <a:lnTo>
                  <a:pt x="773658" y="189492"/>
                </a:lnTo>
                <a:lnTo>
                  <a:pt x="767799" y="192622"/>
                </a:lnTo>
                <a:lnTo>
                  <a:pt x="762849" y="199573"/>
                </a:lnTo>
                <a:lnTo>
                  <a:pt x="762483" y="200401"/>
                </a:lnTo>
                <a:lnTo>
                  <a:pt x="762374" y="206360"/>
                </a:lnTo>
                <a:lnTo>
                  <a:pt x="757282" y="212606"/>
                </a:lnTo>
                <a:lnTo>
                  <a:pt x="758040" y="216082"/>
                </a:lnTo>
                <a:lnTo>
                  <a:pt x="749951" y="222961"/>
                </a:lnTo>
                <a:lnTo>
                  <a:pt x="747332" y="226457"/>
                </a:lnTo>
                <a:lnTo>
                  <a:pt x="746357" y="227001"/>
                </a:lnTo>
                <a:lnTo>
                  <a:pt x="745635" y="228361"/>
                </a:lnTo>
                <a:lnTo>
                  <a:pt x="742815" y="229753"/>
                </a:lnTo>
                <a:lnTo>
                  <a:pt x="740825" y="229854"/>
                </a:lnTo>
                <a:lnTo>
                  <a:pt x="740043" y="232608"/>
                </a:lnTo>
                <a:lnTo>
                  <a:pt x="738543" y="231749"/>
                </a:lnTo>
                <a:lnTo>
                  <a:pt x="736221" y="228795"/>
                </a:lnTo>
                <a:lnTo>
                  <a:pt x="734544" y="228974"/>
                </a:lnTo>
                <a:lnTo>
                  <a:pt x="733688" y="226559"/>
                </a:lnTo>
                <a:lnTo>
                  <a:pt x="733603" y="221818"/>
                </a:lnTo>
                <a:lnTo>
                  <a:pt x="735656" y="218659"/>
                </a:lnTo>
                <a:lnTo>
                  <a:pt x="731696" y="216552"/>
                </a:lnTo>
                <a:lnTo>
                  <a:pt x="723028" y="213951"/>
                </a:lnTo>
                <a:lnTo>
                  <a:pt x="720005" y="214320"/>
                </a:lnTo>
                <a:lnTo>
                  <a:pt x="712894" y="216441"/>
                </a:lnTo>
                <a:lnTo>
                  <a:pt x="709128" y="214204"/>
                </a:lnTo>
                <a:lnTo>
                  <a:pt x="706892" y="207254"/>
                </a:lnTo>
                <a:lnTo>
                  <a:pt x="702292" y="210412"/>
                </a:lnTo>
                <a:lnTo>
                  <a:pt x="695669" y="213573"/>
                </a:lnTo>
                <a:lnTo>
                  <a:pt x="692952" y="208877"/>
                </a:lnTo>
                <a:lnTo>
                  <a:pt x="689821" y="204381"/>
                </a:lnTo>
                <a:lnTo>
                  <a:pt x="678367" y="208089"/>
                </a:lnTo>
                <a:lnTo>
                  <a:pt x="677815" y="207762"/>
                </a:lnTo>
                <a:lnTo>
                  <a:pt x="677639" y="207098"/>
                </a:lnTo>
                <a:lnTo>
                  <a:pt x="677360" y="206918"/>
                </a:lnTo>
                <a:lnTo>
                  <a:pt x="677063" y="207222"/>
                </a:lnTo>
                <a:lnTo>
                  <a:pt x="676118" y="207027"/>
                </a:lnTo>
                <a:lnTo>
                  <a:pt x="675835" y="207163"/>
                </a:lnTo>
                <a:lnTo>
                  <a:pt x="675565" y="207803"/>
                </a:lnTo>
                <a:lnTo>
                  <a:pt x="675652" y="208397"/>
                </a:lnTo>
                <a:lnTo>
                  <a:pt x="673335" y="208338"/>
                </a:lnTo>
                <a:lnTo>
                  <a:pt x="668269" y="205605"/>
                </a:lnTo>
                <a:lnTo>
                  <a:pt x="672411" y="194993"/>
                </a:lnTo>
                <a:lnTo>
                  <a:pt x="673712" y="192539"/>
                </a:lnTo>
                <a:lnTo>
                  <a:pt x="666401" y="190777"/>
                </a:lnTo>
                <a:lnTo>
                  <a:pt x="666147" y="185112"/>
                </a:lnTo>
                <a:lnTo>
                  <a:pt x="656619" y="184008"/>
                </a:lnTo>
                <a:lnTo>
                  <a:pt x="647937" y="178945"/>
                </a:lnTo>
                <a:lnTo>
                  <a:pt x="637098" y="173817"/>
                </a:lnTo>
                <a:lnTo>
                  <a:pt x="631139" y="170369"/>
                </a:lnTo>
                <a:lnTo>
                  <a:pt x="625734" y="171905"/>
                </a:lnTo>
                <a:lnTo>
                  <a:pt x="624140" y="183174"/>
                </a:lnTo>
                <a:lnTo>
                  <a:pt x="622737" y="183546"/>
                </a:lnTo>
                <a:lnTo>
                  <a:pt x="621112" y="189732"/>
                </a:lnTo>
                <a:lnTo>
                  <a:pt x="616674" y="199615"/>
                </a:lnTo>
                <a:lnTo>
                  <a:pt x="617058" y="204148"/>
                </a:lnTo>
                <a:lnTo>
                  <a:pt x="610719" y="207055"/>
                </a:lnTo>
                <a:lnTo>
                  <a:pt x="613088" y="208786"/>
                </a:lnTo>
                <a:lnTo>
                  <a:pt x="611864" y="220443"/>
                </a:lnTo>
                <a:lnTo>
                  <a:pt x="607017" y="219096"/>
                </a:lnTo>
                <a:lnTo>
                  <a:pt x="604811" y="215652"/>
                </a:lnTo>
                <a:lnTo>
                  <a:pt x="599703" y="214487"/>
                </a:lnTo>
                <a:lnTo>
                  <a:pt x="599878" y="215894"/>
                </a:lnTo>
                <a:lnTo>
                  <a:pt x="600221" y="216666"/>
                </a:lnTo>
                <a:lnTo>
                  <a:pt x="600487" y="216708"/>
                </a:lnTo>
                <a:lnTo>
                  <a:pt x="600469" y="217849"/>
                </a:lnTo>
                <a:lnTo>
                  <a:pt x="601548" y="219363"/>
                </a:lnTo>
                <a:lnTo>
                  <a:pt x="602312" y="219872"/>
                </a:lnTo>
                <a:lnTo>
                  <a:pt x="602776" y="220574"/>
                </a:lnTo>
                <a:lnTo>
                  <a:pt x="602968" y="221776"/>
                </a:lnTo>
                <a:lnTo>
                  <a:pt x="602853" y="225606"/>
                </a:lnTo>
                <a:lnTo>
                  <a:pt x="598901" y="228075"/>
                </a:lnTo>
                <a:lnTo>
                  <a:pt x="601455" y="233671"/>
                </a:lnTo>
                <a:lnTo>
                  <a:pt x="602318" y="237953"/>
                </a:lnTo>
                <a:lnTo>
                  <a:pt x="599502" y="240708"/>
                </a:lnTo>
                <a:lnTo>
                  <a:pt x="602250" y="245168"/>
                </a:lnTo>
                <a:lnTo>
                  <a:pt x="607838" y="248052"/>
                </a:lnTo>
                <a:lnTo>
                  <a:pt x="605950" y="250104"/>
                </a:lnTo>
                <a:lnTo>
                  <a:pt x="601985" y="261328"/>
                </a:lnTo>
                <a:lnTo>
                  <a:pt x="599052" y="250933"/>
                </a:lnTo>
                <a:lnTo>
                  <a:pt x="591860" y="256325"/>
                </a:lnTo>
                <a:lnTo>
                  <a:pt x="590259" y="265997"/>
                </a:lnTo>
                <a:lnTo>
                  <a:pt x="589805" y="271104"/>
                </a:lnTo>
                <a:lnTo>
                  <a:pt x="589303" y="270634"/>
                </a:lnTo>
                <a:lnTo>
                  <a:pt x="585962" y="272853"/>
                </a:lnTo>
                <a:lnTo>
                  <a:pt x="581184" y="273971"/>
                </a:lnTo>
                <a:lnTo>
                  <a:pt x="579712" y="280281"/>
                </a:lnTo>
                <a:lnTo>
                  <a:pt x="577335" y="278848"/>
                </a:lnTo>
                <a:lnTo>
                  <a:pt x="576953" y="279435"/>
                </a:lnTo>
                <a:lnTo>
                  <a:pt x="576597" y="281773"/>
                </a:lnTo>
                <a:lnTo>
                  <a:pt x="572854" y="282749"/>
                </a:lnTo>
                <a:lnTo>
                  <a:pt x="570242" y="282624"/>
                </a:lnTo>
                <a:lnTo>
                  <a:pt x="559969" y="278856"/>
                </a:lnTo>
                <a:lnTo>
                  <a:pt x="558509" y="276869"/>
                </a:lnTo>
                <a:lnTo>
                  <a:pt x="558848" y="274994"/>
                </a:lnTo>
                <a:lnTo>
                  <a:pt x="555153" y="274812"/>
                </a:lnTo>
                <a:lnTo>
                  <a:pt x="553696" y="271588"/>
                </a:lnTo>
                <a:lnTo>
                  <a:pt x="550403" y="274833"/>
                </a:lnTo>
                <a:lnTo>
                  <a:pt x="547783" y="278704"/>
                </a:lnTo>
                <a:lnTo>
                  <a:pt x="545317" y="277902"/>
                </a:lnTo>
                <a:lnTo>
                  <a:pt x="544140" y="276015"/>
                </a:lnTo>
                <a:lnTo>
                  <a:pt x="541204" y="272420"/>
                </a:lnTo>
                <a:lnTo>
                  <a:pt x="535994" y="272674"/>
                </a:lnTo>
                <a:lnTo>
                  <a:pt x="534365" y="273876"/>
                </a:lnTo>
                <a:lnTo>
                  <a:pt x="532213" y="274652"/>
                </a:lnTo>
                <a:lnTo>
                  <a:pt x="528172" y="275851"/>
                </a:lnTo>
                <a:lnTo>
                  <a:pt x="526409" y="276012"/>
                </a:lnTo>
                <a:lnTo>
                  <a:pt x="528406" y="285872"/>
                </a:lnTo>
                <a:lnTo>
                  <a:pt x="530242" y="289687"/>
                </a:lnTo>
                <a:lnTo>
                  <a:pt x="529287" y="290932"/>
                </a:lnTo>
                <a:lnTo>
                  <a:pt x="528721" y="291669"/>
                </a:lnTo>
                <a:lnTo>
                  <a:pt x="524478" y="293391"/>
                </a:lnTo>
                <a:lnTo>
                  <a:pt x="518517" y="292616"/>
                </a:lnTo>
                <a:lnTo>
                  <a:pt x="514228" y="296468"/>
                </a:lnTo>
                <a:lnTo>
                  <a:pt x="512421" y="299778"/>
                </a:lnTo>
                <a:lnTo>
                  <a:pt x="509461" y="298810"/>
                </a:lnTo>
                <a:lnTo>
                  <a:pt x="501954" y="302634"/>
                </a:lnTo>
                <a:lnTo>
                  <a:pt x="494881" y="300495"/>
                </a:lnTo>
                <a:lnTo>
                  <a:pt x="495186" y="304537"/>
                </a:lnTo>
                <a:lnTo>
                  <a:pt x="492396" y="310589"/>
                </a:lnTo>
                <a:lnTo>
                  <a:pt x="490794" y="312331"/>
                </a:lnTo>
                <a:lnTo>
                  <a:pt x="485602" y="314518"/>
                </a:lnTo>
                <a:lnTo>
                  <a:pt x="481163" y="320515"/>
                </a:lnTo>
                <a:lnTo>
                  <a:pt x="479923" y="321066"/>
                </a:lnTo>
                <a:lnTo>
                  <a:pt x="479096" y="321991"/>
                </a:lnTo>
                <a:lnTo>
                  <a:pt x="473705" y="335160"/>
                </a:lnTo>
                <a:lnTo>
                  <a:pt x="476167" y="341402"/>
                </a:lnTo>
                <a:lnTo>
                  <a:pt x="467749" y="345477"/>
                </a:lnTo>
                <a:lnTo>
                  <a:pt x="463101" y="345987"/>
                </a:lnTo>
                <a:lnTo>
                  <a:pt x="459942" y="345034"/>
                </a:lnTo>
                <a:lnTo>
                  <a:pt x="449743" y="343711"/>
                </a:lnTo>
                <a:lnTo>
                  <a:pt x="433675" y="347845"/>
                </a:lnTo>
                <a:lnTo>
                  <a:pt x="430928" y="353080"/>
                </a:lnTo>
                <a:lnTo>
                  <a:pt x="426511" y="355882"/>
                </a:lnTo>
                <a:lnTo>
                  <a:pt x="426944" y="359699"/>
                </a:lnTo>
                <a:lnTo>
                  <a:pt x="432365" y="367524"/>
                </a:lnTo>
                <a:lnTo>
                  <a:pt x="432801" y="372789"/>
                </a:lnTo>
                <a:lnTo>
                  <a:pt x="428557" y="385347"/>
                </a:lnTo>
                <a:lnTo>
                  <a:pt x="421257" y="388461"/>
                </a:lnTo>
                <a:lnTo>
                  <a:pt x="419639" y="393669"/>
                </a:lnTo>
                <a:lnTo>
                  <a:pt x="408598" y="391925"/>
                </a:lnTo>
                <a:lnTo>
                  <a:pt x="408507" y="392149"/>
                </a:lnTo>
                <a:lnTo>
                  <a:pt x="404789" y="393781"/>
                </a:lnTo>
                <a:lnTo>
                  <a:pt x="400465" y="393875"/>
                </a:lnTo>
                <a:lnTo>
                  <a:pt x="400658" y="391214"/>
                </a:lnTo>
                <a:lnTo>
                  <a:pt x="396235" y="384020"/>
                </a:lnTo>
                <a:lnTo>
                  <a:pt x="388130" y="394012"/>
                </a:lnTo>
                <a:lnTo>
                  <a:pt x="379878" y="394001"/>
                </a:lnTo>
                <a:lnTo>
                  <a:pt x="371723" y="388096"/>
                </a:lnTo>
                <a:lnTo>
                  <a:pt x="369574" y="389602"/>
                </a:lnTo>
                <a:lnTo>
                  <a:pt x="369439" y="385607"/>
                </a:lnTo>
                <a:lnTo>
                  <a:pt x="368413" y="382119"/>
                </a:lnTo>
                <a:lnTo>
                  <a:pt x="366270" y="381175"/>
                </a:lnTo>
                <a:lnTo>
                  <a:pt x="360309" y="372854"/>
                </a:lnTo>
                <a:lnTo>
                  <a:pt x="354485" y="372181"/>
                </a:lnTo>
                <a:lnTo>
                  <a:pt x="349200" y="369945"/>
                </a:lnTo>
                <a:lnTo>
                  <a:pt x="344746" y="364925"/>
                </a:lnTo>
                <a:lnTo>
                  <a:pt x="344934" y="354153"/>
                </a:lnTo>
                <a:lnTo>
                  <a:pt x="343431" y="351359"/>
                </a:lnTo>
                <a:lnTo>
                  <a:pt x="337817" y="347617"/>
                </a:lnTo>
                <a:lnTo>
                  <a:pt x="337047" y="342370"/>
                </a:lnTo>
                <a:lnTo>
                  <a:pt x="333796" y="335916"/>
                </a:lnTo>
                <a:lnTo>
                  <a:pt x="334821" y="333752"/>
                </a:lnTo>
                <a:lnTo>
                  <a:pt x="330972" y="325183"/>
                </a:lnTo>
                <a:lnTo>
                  <a:pt x="330768" y="320960"/>
                </a:lnTo>
                <a:lnTo>
                  <a:pt x="328029" y="308276"/>
                </a:lnTo>
                <a:lnTo>
                  <a:pt x="335316" y="311874"/>
                </a:lnTo>
                <a:lnTo>
                  <a:pt x="340341" y="305237"/>
                </a:lnTo>
                <a:lnTo>
                  <a:pt x="339228" y="300468"/>
                </a:lnTo>
                <a:lnTo>
                  <a:pt x="346142" y="292549"/>
                </a:lnTo>
                <a:lnTo>
                  <a:pt x="351399" y="293624"/>
                </a:lnTo>
                <a:lnTo>
                  <a:pt x="349106" y="279749"/>
                </a:lnTo>
                <a:lnTo>
                  <a:pt x="338932" y="280599"/>
                </a:lnTo>
                <a:lnTo>
                  <a:pt x="340692" y="273623"/>
                </a:lnTo>
                <a:lnTo>
                  <a:pt x="336716" y="274076"/>
                </a:lnTo>
                <a:lnTo>
                  <a:pt x="334569" y="275077"/>
                </a:lnTo>
                <a:lnTo>
                  <a:pt x="331909" y="278172"/>
                </a:lnTo>
                <a:lnTo>
                  <a:pt x="331135" y="281274"/>
                </a:lnTo>
                <a:lnTo>
                  <a:pt x="329957" y="283336"/>
                </a:lnTo>
                <a:lnTo>
                  <a:pt x="329564" y="284559"/>
                </a:lnTo>
                <a:lnTo>
                  <a:pt x="327918" y="284293"/>
                </a:lnTo>
                <a:lnTo>
                  <a:pt x="323646" y="285083"/>
                </a:lnTo>
                <a:lnTo>
                  <a:pt x="321848" y="292244"/>
                </a:lnTo>
                <a:lnTo>
                  <a:pt x="317370" y="297781"/>
                </a:lnTo>
                <a:lnTo>
                  <a:pt x="312531" y="301252"/>
                </a:lnTo>
                <a:lnTo>
                  <a:pt x="308496" y="305696"/>
                </a:lnTo>
                <a:lnTo>
                  <a:pt x="299844" y="306942"/>
                </a:lnTo>
                <a:lnTo>
                  <a:pt x="296410" y="304328"/>
                </a:lnTo>
                <a:lnTo>
                  <a:pt x="292047" y="303591"/>
                </a:lnTo>
                <a:lnTo>
                  <a:pt x="290185" y="308964"/>
                </a:lnTo>
                <a:lnTo>
                  <a:pt x="285024" y="311947"/>
                </a:lnTo>
                <a:lnTo>
                  <a:pt x="281110" y="307964"/>
                </a:lnTo>
                <a:lnTo>
                  <a:pt x="280537" y="311945"/>
                </a:lnTo>
                <a:lnTo>
                  <a:pt x="277334" y="313697"/>
                </a:lnTo>
                <a:lnTo>
                  <a:pt x="280590" y="317131"/>
                </a:lnTo>
                <a:lnTo>
                  <a:pt x="276477" y="319155"/>
                </a:lnTo>
                <a:lnTo>
                  <a:pt x="273830" y="320775"/>
                </a:lnTo>
                <a:lnTo>
                  <a:pt x="272181" y="319427"/>
                </a:lnTo>
                <a:lnTo>
                  <a:pt x="270281" y="316922"/>
                </a:lnTo>
                <a:lnTo>
                  <a:pt x="265976" y="322202"/>
                </a:lnTo>
                <a:lnTo>
                  <a:pt x="266806" y="327229"/>
                </a:lnTo>
                <a:lnTo>
                  <a:pt x="264443" y="334291"/>
                </a:lnTo>
                <a:lnTo>
                  <a:pt x="265244" y="337670"/>
                </a:lnTo>
                <a:lnTo>
                  <a:pt x="264685" y="347816"/>
                </a:lnTo>
                <a:lnTo>
                  <a:pt x="262391" y="350848"/>
                </a:lnTo>
                <a:lnTo>
                  <a:pt x="254523" y="355236"/>
                </a:lnTo>
                <a:lnTo>
                  <a:pt x="250163" y="345554"/>
                </a:lnTo>
                <a:lnTo>
                  <a:pt x="248173" y="338119"/>
                </a:lnTo>
                <a:lnTo>
                  <a:pt x="248850" y="327389"/>
                </a:lnTo>
                <a:lnTo>
                  <a:pt x="251683" y="325180"/>
                </a:lnTo>
                <a:lnTo>
                  <a:pt x="250336" y="323181"/>
                </a:lnTo>
                <a:lnTo>
                  <a:pt x="249866" y="323166"/>
                </a:lnTo>
                <a:lnTo>
                  <a:pt x="249159" y="323564"/>
                </a:lnTo>
                <a:lnTo>
                  <a:pt x="248741" y="323333"/>
                </a:lnTo>
                <a:lnTo>
                  <a:pt x="247830" y="321727"/>
                </a:lnTo>
                <a:lnTo>
                  <a:pt x="246401" y="318208"/>
                </a:lnTo>
                <a:lnTo>
                  <a:pt x="245407" y="317399"/>
                </a:lnTo>
                <a:lnTo>
                  <a:pt x="245240" y="316091"/>
                </a:lnTo>
                <a:lnTo>
                  <a:pt x="244547" y="315101"/>
                </a:lnTo>
                <a:lnTo>
                  <a:pt x="244166" y="314066"/>
                </a:lnTo>
                <a:lnTo>
                  <a:pt x="243413" y="313270"/>
                </a:lnTo>
                <a:lnTo>
                  <a:pt x="242503" y="311360"/>
                </a:lnTo>
                <a:lnTo>
                  <a:pt x="241059" y="309876"/>
                </a:lnTo>
                <a:lnTo>
                  <a:pt x="239793" y="307492"/>
                </a:lnTo>
                <a:lnTo>
                  <a:pt x="239844" y="306690"/>
                </a:lnTo>
                <a:lnTo>
                  <a:pt x="239134" y="306306"/>
                </a:lnTo>
                <a:lnTo>
                  <a:pt x="235747" y="294258"/>
                </a:lnTo>
                <a:lnTo>
                  <a:pt x="246825" y="287667"/>
                </a:lnTo>
                <a:lnTo>
                  <a:pt x="247210" y="286572"/>
                </a:lnTo>
                <a:lnTo>
                  <a:pt x="246159" y="286149"/>
                </a:lnTo>
                <a:lnTo>
                  <a:pt x="245873" y="285143"/>
                </a:lnTo>
                <a:lnTo>
                  <a:pt x="247161" y="282814"/>
                </a:lnTo>
                <a:lnTo>
                  <a:pt x="247310" y="281763"/>
                </a:lnTo>
                <a:lnTo>
                  <a:pt x="246858" y="280737"/>
                </a:lnTo>
                <a:lnTo>
                  <a:pt x="247932" y="280169"/>
                </a:lnTo>
                <a:lnTo>
                  <a:pt x="246583" y="279119"/>
                </a:lnTo>
                <a:lnTo>
                  <a:pt x="247649" y="276069"/>
                </a:lnTo>
                <a:lnTo>
                  <a:pt x="245619" y="273545"/>
                </a:lnTo>
                <a:lnTo>
                  <a:pt x="244541" y="274222"/>
                </a:lnTo>
                <a:lnTo>
                  <a:pt x="245163" y="273190"/>
                </a:lnTo>
                <a:lnTo>
                  <a:pt x="243849" y="270805"/>
                </a:lnTo>
                <a:lnTo>
                  <a:pt x="245916" y="268116"/>
                </a:lnTo>
                <a:lnTo>
                  <a:pt x="248251" y="267359"/>
                </a:lnTo>
                <a:lnTo>
                  <a:pt x="249120" y="265604"/>
                </a:lnTo>
                <a:lnTo>
                  <a:pt x="247879" y="260963"/>
                </a:lnTo>
                <a:lnTo>
                  <a:pt x="245508" y="266704"/>
                </a:lnTo>
                <a:lnTo>
                  <a:pt x="244751" y="265519"/>
                </a:lnTo>
                <a:lnTo>
                  <a:pt x="245237" y="261939"/>
                </a:lnTo>
                <a:lnTo>
                  <a:pt x="244907" y="259510"/>
                </a:lnTo>
                <a:lnTo>
                  <a:pt x="244014" y="259004"/>
                </a:lnTo>
                <a:lnTo>
                  <a:pt x="242321" y="259074"/>
                </a:lnTo>
                <a:lnTo>
                  <a:pt x="236342" y="252573"/>
                </a:lnTo>
                <a:lnTo>
                  <a:pt x="232115" y="250126"/>
                </a:lnTo>
                <a:lnTo>
                  <a:pt x="230151" y="253815"/>
                </a:lnTo>
                <a:lnTo>
                  <a:pt x="227792" y="254755"/>
                </a:lnTo>
                <a:lnTo>
                  <a:pt x="226333" y="252410"/>
                </a:lnTo>
                <a:lnTo>
                  <a:pt x="223041" y="250065"/>
                </a:lnTo>
                <a:lnTo>
                  <a:pt x="221973" y="245633"/>
                </a:lnTo>
                <a:lnTo>
                  <a:pt x="217249" y="242645"/>
                </a:lnTo>
                <a:lnTo>
                  <a:pt x="215653" y="245058"/>
                </a:lnTo>
                <a:lnTo>
                  <a:pt x="213821" y="242880"/>
                </a:lnTo>
                <a:lnTo>
                  <a:pt x="215582" y="235769"/>
                </a:lnTo>
                <a:lnTo>
                  <a:pt x="216534" y="226238"/>
                </a:lnTo>
                <a:lnTo>
                  <a:pt x="210619" y="234652"/>
                </a:lnTo>
                <a:lnTo>
                  <a:pt x="206276" y="240326"/>
                </a:lnTo>
                <a:lnTo>
                  <a:pt x="204465" y="233430"/>
                </a:lnTo>
                <a:lnTo>
                  <a:pt x="200746" y="234382"/>
                </a:lnTo>
                <a:lnTo>
                  <a:pt x="198853" y="232815"/>
                </a:lnTo>
                <a:lnTo>
                  <a:pt x="198443" y="232847"/>
                </a:lnTo>
                <a:lnTo>
                  <a:pt x="197697" y="233393"/>
                </a:lnTo>
                <a:lnTo>
                  <a:pt x="196969" y="234655"/>
                </a:lnTo>
                <a:lnTo>
                  <a:pt x="196573" y="234919"/>
                </a:lnTo>
                <a:lnTo>
                  <a:pt x="195026" y="234095"/>
                </a:lnTo>
                <a:lnTo>
                  <a:pt x="193290" y="234257"/>
                </a:lnTo>
                <a:lnTo>
                  <a:pt x="192024" y="232857"/>
                </a:lnTo>
                <a:lnTo>
                  <a:pt x="188778" y="232316"/>
                </a:lnTo>
                <a:lnTo>
                  <a:pt x="188244" y="231674"/>
                </a:lnTo>
                <a:lnTo>
                  <a:pt x="184853" y="230287"/>
                </a:lnTo>
                <a:lnTo>
                  <a:pt x="181638" y="229749"/>
                </a:lnTo>
                <a:lnTo>
                  <a:pt x="180461" y="229860"/>
                </a:lnTo>
                <a:lnTo>
                  <a:pt x="180583" y="229480"/>
                </a:lnTo>
                <a:lnTo>
                  <a:pt x="180360" y="228941"/>
                </a:lnTo>
                <a:lnTo>
                  <a:pt x="181115" y="228482"/>
                </a:lnTo>
                <a:lnTo>
                  <a:pt x="180893" y="227636"/>
                </a:lnTo>
                <a:lnTo>
                  <a:pt x="181488" y="226974"/>
                </a:lnTo>
                <a:lnTo>
                  <a:pt x="181026" y="226321"/>
                </a:lnTo>
                <a:lnTo>
                  <a:pt x="181191" y="225384"/>
                </a:lnTo>
                <a:lnTo>
                  <a:pt x="180284" y="224537"/>
                </a:lnTo>
                <a:lnTo>
                  <a:pt x="181042" y="223915"/>
                </a:lnTo>
                <a:lnTo>
                  <a:pt x="180664" y="223291"/>
                </a:lnTo>
                <a:lnTo>
                  <a:pt x="180718" y="222957"/>
                </a:lnTo>
                <a:lnTo>
                  <a:pt x="181795" y="222090"/>
                </a:lnTo>
                <a:lnTo>
                  <a:pt x="182571" y="222305"/>
                </a:lnTo>
                <a:lnTo>
                  <a:pt x="182951" y="222170"/>
                </a:lnTo>
                <a:lnTo>
                  <a:pt x="183827" y="221025"/>
                </a:lnTo>
                <a:lnTo>
                  <a:pt x="183839" y="220072"/>
                </a:lnTo>
                <a:lnTo>
                  <a:pt x="184476" y="219771"/>
                </a:lnTo>
                <a:lnTo>
                  <a:pt x="184649" y="219068"/>
                </a:lnTo>
                <a:lnTo>
                  <a:pt x="185872" y="218665"/>
                </a:lnTo>
                <a:lnTo>
                  <a:pt x="186270" y="217909"/>
                </a:lnTo>
                <a:lnTo>
                  <a:pt x="187077" y="217646"/>
                </a:lnTo>
                <a:lnTo>
                  <a:pt x="187258" y="216286"/>
                </a:lnTo>
                <a:lnTo>
                  <a:pt x="188251" y="216174"/>
                </a:lnTo>
                <a:lnTo>
                  <a:pt x="187621" y="214953"/>
                </a:lnTo>
                <a:lnTo>
                  <a:pt x="186756" y="215371"/>
                </a:lnTo>
                <a:lnTo>
                  <a:pt x="186587" y="214365"/>
                </a:lnTo>
                <a:lnTo>
                  <a:pt x="185828" y="214697"/>
                </a:lnTo>
                <a:lnTo>
                  <a:pt x="185255" y="214253"/>
                </a:lnTo>
                <a:lnTo>
                  <a:pt x="185088" y="213773"/>
                </a:lnTo>
                <a:lnTo>
                  <a:pt x="185218" y="211851"/>
                </a:lnTo>
                <a:lnTo>
                  <a:pt x="186069" y="211160"/>
                </a:lnTo>
                <a:lnTo>
                  <a:pt x="187128" y="210750"/>
                </a:lnTo>
                <a:lnTo>
                  <a:pt x="187829" y="211247"/>
                </a:lnTo>
                <a:lnTo>
                  <a:pt x="188605" y="211155"/>
                </a:lnTo>
                <a:lnTo>
                  <a:pt x="188970" y="209158"/>
                </a:lnTo>
                <a:lnTo>
                  <a:pt x="186976" y="206102"/>
                </a:lnTo>
                <a:lnTo>
                  <a:pt x="186301" y="204160"/>
                </a:lnTo>
                <a:lnTo>
                  <a:pt x="184662" y="202263"/>
                </a:lnTo>
                <a:lnTo>
                  <a:pt x="183455" y="199331"/>
                </a:lnTo>
                <a:lnTo>
                  <a:pt x="182942" y="196528"/>
                </a:lnTo>
                <a:lnTo>
                  <a:pt x="185507" y="195877"/>
                </a:lnTo>
                <a:lnTo>
                  <a:pt x="186071" y="192042"/>
                </a:lnTo>
                <a:lnTo>
                  <a:pt x="184765" y="189011"/>
                </a:lnTo>
                <a:lnTo>
                  <a:pt x="187335" y="184676"/>
                </a:lnTo>
                <a:lnTo>
                  <a:pt x="186450" y="180568"/>
                </a:lnTo>
                <a:lnTo>
                  <a:pt x="184851" y="180992"/>
                </a:lnTo>
                <a:lnTo>
                  <a:pt x="182369" y="181202"/>
                </a:lnTo>
                <a:lnTo>
                  <a:pt x="181827" y="180857"/>
                </a:lnTo>
                <a:lnTo>
                  <a:pt x="186138" y="173314"/>
                </a:lnTo>
                <a:lnTo>
                  <a:pt x="185121" y="173065"/>
                </a:lnTo>
                <a:lnTo>
                  <a:pt x="183643" y="171975"/>
                </a:lnTo>
                <a:lnTo>
                  <a:pt x="180069" y="172209"/>
                </a:lnTo>
                <a:lnTo>
                  <a:pt x="177393" y="170161"/>
                </a:lnTo>
                <a:lnTo>
                  <a:pt x="176836" y="171026"/>
                </a:lnTo>
                <a:lnTo>
                  <a:pt x="175934" y="171714"/>
                </a:lnTo>
                <a:lnTo>
                  <a:pt x="175117" y="171357"/>
                </a:lnTo>
                <a:lnTo>
                  <a:pt x="176887" y="169231"/>
                </a:lnTo>
                <a:lnTo>
                  <a:pt x="177449" y="166445"/>
                </a:lnTo>
                <a:lnTo>
                  <a:pt x="179007" y="163511"/>
                </a:lnTo>
                <a:lnTo>
                  <a:pt x="179576" y="157158"/>
                </a:lnTo>
                <a:lnTo>
                  <a:pt x="177808" y="155687"/>
                </a:lnTo>
                <a:lnTo>
                  <a:pt x="177958" y="153715"/>
                </a:lnTo>
                <a:lnTo>
                  <a:pt x="178180" y="153546"/>
                </a:lnTo>
                <a:lnTo>
                  <a:pt x="177657" y="151530"/>
                </a:lnTo>
                <a:lnTo>
                  <a:pt x="174965" y="148502"/>
                </a:lnTo>
                <a:lnTo>
                  <a:pt x="170413" y="146302"/>
                </a:lnTo>
                <a:lnTo>
                  <a:pt x="174600" y="138148"/>
                </a:lnTo>
                <a:lnTo>
                  <a:pt x="168018" y="135005"/>
                </a:lnTo>
                <a:lnTo>
                  <a:pt x="164649" y="127546"/>
                </a:lnTo>
                <a:lnTo>
                  <a:pt x="165079" y="120854"/>
                </a:lnTo>
                <a:lnTo>
                  <a:pt x="164197" y="107526"/>
                </a:lnTo>
                <a:lnTo>
                  <a:pt x="158947" y="99354"/>
                </a:lnTo>
                <a:lnTo>
                  <a:pt x="157583" y="96342"/>
                </a:lnTo>
                <a:lnTo>
                  <a:pt x="158283" y="86189"/>
                </a:lnTo>
                <a:lnTo>
                  <a:pt x="168123" y="80448"/>
                </a:lnTo>
                <a:lnTo>
                  <a:pt x="159551" y="75999"/>
                </a:lnTo>
                <a:lnTo>
                  <a:pt x="152584" y="71628"/>
                </a:lnTo>
                <a:lnTo>
                  <a:pt x="164232" y="67770"/>
                </a:lnTo>
                <a:lnTo>
                  <a:pt x="162188" y="48303"/>
                </a:lnTo>
                <a:lnTo>
                  <a:pt x="149643" y="44375"/>
                </a:lnTo>
                <a:lnTo>
                  <a:pt x="139776" y="36816"/>
                </a:lnTo>
                <a:lnTo>
                  <a:pt x="139656" y="29932"/>
                </a:lnTo>
                <a:lnTo>
                  <a:pt x="134076" y="20988"/>
                </a:lnTo>
                <a:lnTo>
                  <a:pt x="119592" y="19814"/>
                </a:lnTo>
                <a:lnTo>
                  <a:pt x="106814" y="0"/>
                </a:lnTo>
                <a:lnTo>
                  <a:pt x="97458" y="2697"/>
                </a:lnTo>
                <a:lnTo>
                  <a:pt x="95471" y="15273"/>
                </a:lnTo>
                <a:lnTo>
                  <a:pt x="101489" y="28634"/>
                </a:lnTo>
                <a:lnTo>
                  <a:pt x="89891" y="13813"/>
                </a:lnTo>
                <a:lnTo>
                  <a:pt x="80649" y="5910"/>
                </a:lnTo>
                <a:lnTo>
                  <a:pt x="85796" y="16587"/>
                </a:lnTo>
                <a:lnTo>
                  <a:pt x="80375" y="27267"/>
                </a:lnTo>
                <a:lnTo>
                  <a:pt x="80889" y="38128"/>
                </a:lnTo>
                <a:lnTo>
                  <a:pt x="73609" y="51765"/>
                </a:lnTo>
                <a:lnTo>
                  <a:pt x="67314" y="64330"/>
                </a:lnTo>
                <a:lnTo>
                  <a:pt x="65676" y="65893"/>
                </a:lnTo>
                <a:lnTo>
                  <a:pt x="62480" y="64684"/>
                </a:lnTo>
                <a:lnTo>
                  <a:pt x="60230" y="63393"/>
                </a:lnTo>
                <a:lnTo>
                  <a:pt x="57737" y="64410"/>
                </a:lnTo>
                <a:lnTo>
                  <a:pt x="59330" y="66803"/>
                </a:lnTo>
                <a:lnTo>
                  <a:pt x="57214" y="67454"/>
                </a:lnTo>
                <a:lnTo>
                  <a:pt x="54389" y="69814"/>
                </a:lnTo>
                <a:lnTo>
                  <a:pt x="50123" y="66699"/>
                </a:lnTo>
                <a:lnTo>
                  <a:pt x="42798" y="60587"/>
                </a:lnTo>
                <a:lnTo>
                  <a:pt x="41628" y="60155"/>
                </a:lnTo>
                <a:lnTo>
                  <a:pt x="38372" y="59032"/>
                </a:lnTo>
                <a:lnTo>
                  <a:pt x="31357" y="61686"/>
                </a:lnTo>
                <a:lnTo>
                  <a:pt x="29977" y="66264"/>
                </a:lnTo>
                <a:lnTo>
                  <a:pt x="30611" y="82275"/>
                </a:lnTo>
                <a:lnTo>
                  <a:pt x="27620" y="81637"/>
                </a:lnTo>
                <a:lnTo>
                  <a:pt x="22430" y="82456"/>
                </a:lnTo>
                <a:lnTo>
                  <a:pt x="19673" y="83769"/>
                </a:lnTo>
                <a:lnTo>
                  <a:pt x="14995" y="83886"/>
                </a:lnTo>
                <a:lnTo>
                  <a:pt x="14877" y="87876"/>
                </a:lnTo>
                <a:lnTo>
                  <a:pt x="19570" y="93906"/>
                </a:lnTo>
                <a:lnTo>
                  <a:pt x="22125" y="97628"/>
                </a:lnTo>
                <a:lnTo>
                  <a:pt x="17870" y="100905"/>
                </a:lnTo>
                <a:lnTo>
                  <a:pt x="17142" y="102540"/>
                </a:lnTo>
                <a:lnTo>
                  <a:pt x="15765" y="102643"/>
                </a:lnTo>
                <a:lnTo>
                  <a:pt x="10036" y="108104"/>
                </a:lnTo>
                <a:lnTo>
                  <a:pt x="6907" y="111473"/>
                </a:lnTo>
                <a:lnTo>
                  <a:pt x="10829" y="124813"/>
                </a:lnTo>
                <a:lnTo>
                  <a:pt x="2437" y="121977"/>
                </a:lnTo>
                <a:lnTo>
                  <a:pt x="0" y="121405"/>
                </a:lnTo>
                <a:lnTo>
                  <a:pt x="749" y="122104"/>
                </a:lnTo>
                <a:lnTo>
                  <a:pt x="731" y="122605"/>
                </a:lnTo>
                <a:lnTo>
                  <a:pt x="1639" y="123374"/>
                </a:lnTo>
                <a:lnTo>
                  <a:pt x="2467" y="124744"/>
                </a:lnTo>
                <a:lnTo>
                  <a:pt x="3551" y="125488"/>
                </a:lnTo>
                <a:lnTo>
                  <a:pt x="4361" y="126742"/>
                </a:lnTo>
                <a:lnTo>
                  <a:pt x="5215" y="127524"/>
                </a:lnTo>
                <a:lnTo>
                  <a:pt x="5386" y="128481"/>
                </a:lnTo>
                <a:lnTo>
                  <a:pt x="5928" y="129195"/>
                </a:lnTo>
                <a:lnTo>
                  <a:pt x="6438" y="129233"/>
                </a:lnTo>
                <a:lnTo>
                  <a:pt x="7119" y="130326"/>
                </a:lnTo>
                <a:lnTo>
                  <a:pt x="8013" y="130901"/>
                </a:lnTo>
                <a:lnTo>
                  <a:pt x="8205" y="131346"/>
                </a:lnTo>
                <a:lnTo>
                  <a:pt x="8794" y="131563"/>
                </a:lnTo>
                <a:lnTo>
                  <a:pt x="8896" y="132326"/>
                </a:lnTo>
                <a:lnTo>
                  <a:pt x="9628" y="132399"/>
                </a:lnTo>
                <a:lnTo>
                  <a:pt x="11937" y="134110"/>
                </a:lnTo>
                <a:lnTo>
                  <a:pt x="13056" y="135477"/>
                </a:lnTo>
                <a:lnTo>
                  <a:pt x="14615" y="136616"/>
                </a:lnTo>
                <a:lnTo>
                  <a:pt x="15533" y="137653"/>
                </a:lnTo>
                <a:lnTo>
                  <a:pt x="16220" y="138919"/>
                </a:lnTo>
                <a:lnTo>
                  <a:pt x="16120" y="139145"/>
                </a:lnTo>
                <a:lnTo>
                  <a:pt x="16301" y="139043"/>
                </a:lnTo>
                <a:lnTo>
                  <a:pt x="16308" y="139345"/>
                </a:lnTo>
                <a:lnTo>
                  <a:pt x="16523" y="139396"/>
                </a:lnTo>
                <a:lnTo>
                  <a:pt x="16433" y="139686"/>
                </a:lnTo>
                <a:lnTo>
                  <a:pt x="17203" y="140271"/>
                </a:lnTo>
                <a:lnTo>
                  <a:pt x="17638" y="140953"/>
                </a:lnTo>
                <a:lnTo>
                  <a:pt x="17633" y="141432"/>
                </a:lnTo>
                <a:lnTo>
                  <a:pt x="18231" y="141897"/>
                </a:lnTo>
                <a:lnTo>
                  <a:pt x="18334" y="142566"/>
                </a:lnTo>
                <a:lnTo>
                  <a:pt x="18060" y="143004"/>
                </a:lnTo>
                <a:lnTo>
                  <a:pt x="18383" y="143197"/>
                </a:lnTo>
                <a:lnTo>
                  <a:pt x="18184" y="143600"/>
                </a:lnTo>
                <a:lnTo>
                  <a:pt x="18490" y="143783"/>
                </a:lnTo>
                <a:lnTo>
                  <a:pt x="18376" y="144103"/>
                </a:lnTo>
                <a:lnTo>
                  <a:pt x="18652" y="144621"/>
                </a:lnTo>
                <a:lnTo>
                  <a:pt x="18125" y="144803"/>
                </a:lnTo>
                <a:lnTo>
                  <a:pt x="18294" y="145010"/>
                </a:lnTo>
                <a:lnTo>
                  <a:pt x="17857" y="145562"/>
                </a:lnTo>
                <a:lnTo>
                  <a:pt x="17908" y="145992"/>
                </a:lnTo>
                <a:lnTo>
                  <a:pt x="18312" y="146054"/>
                </a:lnTo>
                <a:lnTo>
                  <a:pt x="18073" y="146665"/>
                </a:lnTo>
                <a:lnTo>
                  <a:pt x="18380" y="146847"/>
                </a:lnTo>
                <a:lnTo>
                  <a:pt x="18160" y="146979"/>
                </a:lnTo>
                <a:lnTo>
                  <a:pt x="18145" y="147476"/>
                </a:lnTo>
                <a:lnTo>
                  <a:pt x="19216" y="148381"/>
                </a:lnTo>
                <a:lnTo>
                  <a:pt x="19319" y="148931"/>
                </a:lnTo>
                <a:lnTo>
                  <a:pt x="19837" y="149290"/>
                </a:lnTo>
                <a:lnTo>
                  <a:pt x="20187" y="150103"/>
                </a:lnTo>
                <a:lnTo>
                  <a:pt x="21280" y="151252"/>
                </a:lnTo>
                <a:lnTo>
                  <a:pt x="21460" y="152576"/>
                </a:lnTo>
                <a:lnTo>
                  <a:pt x="22345" y="153061"/>
                </a:lnTo>
                <a:lnTo>
                  <a:pt x="22671" y="153799"/>
                </a:lnTo>
                <a:lnTo>
                  <a:pt x="23151" y="153992"/>
                </a:lnTo>
                <a:lnTo>
                  <a:pt x="23166" y="154345"/>
                </a:lnTo>
                <a:lnTo>
                  <a:pt x="23652" y="154828"/>
                </a:lnTo>
                <a:lnTo>
                  <a:pt x="24190" y="154946"/>
                </a:lnTo>
                <a:lnTo>
                  <a:pt x="25386" y="155999"/>
                </a:lnTo>
                <a:lnTo>
                  <a:pt x="26010" y="157180"/>
                </a:lnTo>
                <a:lnTo>
                  <a:pt x="26258" y="157189"/>
                </a:lnTo>
                <a:lnTo>
                  <a:pt x="26455" y="157674"/>
                </a:lnTo>
                <a:lnTo>
                  <a:pt x="27048" y="158183"/>
                </a:lnTo>
                <a:lnTo>
                  <a:pt x="27060" y="158675"/>
                </a:lnTo>
                <a:lnTo>
                  <a:pt x="28119" y="159825"/>
                </a:lnTo>
                <a:lnTo>
                  <a:pt x="28094" y="160292"/>
                </a:lnTo>
                <a:lnTo>
                  <a:pt x="28562" y="160934"/>
                </a:lnTo>
                <a:lnTo>
                  <a:pt x="29586" y="161677"/>
                </a:lnTo>
                <a:lnTo>
                  <a:pt x="30078" y="162465"/>
                </a:lnTo>
                <a:lnTo>
                  <a:pt x="31403" y="163313"/>
                </a:lnTo>
                <a:lnTo>
                  <a:pt x="32009" y="164329"/>
                </a:lnTo>
                <a:lnTo>
                  <a:pt x="32805" y="165025"/>
                </a:lnTo>
                <a:lnTo>
                  <a:pt x="32778" y="165270"/>
                </a:lnTo>
                <a:lnTo>
                  <a:pt x="33478" y="165689"/>
                </a:lnTo>
                <a:lnTo>
                  <a:pt x="33433" y="166172"/>
                </a:lnTo>
                <a:lnTo>
                  <a:pt x="33628" y="166059"/>
                </a:lnTo>
                <a:lnTo>
                  <a:pt x="34126" y="166558"/>
                </a:lnTo>
                <a:lnTo>
                  <a:pt x="34062" y="166753"/>
                </a:lnTo>
                <a:lnTo>
                  <a:pt x="34468" y="167085"/>
                </a:lnTo>
                <a:lnTo>
                  <a:pt x="35204" y="168536"/>
                </a:lnTo>
                <a:lnTo>
                  <a:pt x="36134" y="169095"/>
                </a:lnTo>
                <a:lnTo>
                  <a:pt x="37448" y="171338"/>
                </a:lnTo>
                <a:lnTo>
                  <a:pt x="38538" y="172086"/>
                </a:lnTo>
                <a:lnTo>
                  <a:pt x="39412" y="173306"/>
                </a:lnTo>
                <a:lnTo>
                  <a:pt x="40159" y="173782"/>
                </a:lnTo>
                <a:lnTo>
                  <a:pt x="40173" y="174056"/>
                </a:lnTo>
                <a:lnTo>
                  <a:pt x="40925" y="174352"/>
                </a:lnTo>
                <a:lnTo>
                  <a:pt x="40899" y="174898"/>
                </a:lnTo>
                <a:lnTo>
                  <a:pt x="41571" y="175317"/>
                </a:lnTo>
                <a:lnTo>
                  <a:pt x="41641" y="175836"/>
                </a:lnTo>
                <a:lnTo>
                  <a:pt x="42080" y="175948"/>
                </a:lnTo>
                <a:lnTo>
                  <a:pt x="42374" y="176960"/>
                </a:lnTo>
                <a:lnTo>
                  <a:pt x="42628" y="176945"/>
                </a:lnTo>
                <a:lnTo>
                  <a:pt x="43122" y="177547"/>
                </a:lnTo>
                <a:lnTo>
                  <a:pt x="43429" y="177552"/>
                </a:lnTo>
                <a:lnTo>
                  <a:pt x="43485" y="177991"/>
                </a:lnTo>
                <a:lnTo>
                  <a:pt x="44095" y="178219"/>
                </a:lnTo>
                <a:lnTo>
                  <a:pt x="44383" y="178840"/>
                </a:lnTo>
                <a:lnTo>
                  <a:pt x="45792" y="179636"/>
                </a:lnTo>
                <a:lnTo>
                  <a:pt x="50442" y="184594"/>
                </a:lnTo>
                <a:lnTo>
                  <a:pt x="52371" y="186985"/>
                </a:lnTo>
                <a:lnTo>
                  <a:pt x="53397" y="188754"/>
                </a:lnTo>
                <a:lnTo>
                  <a:pt x="53226" y="189226"/>
                </a:lnTo>
                <a:lnTo>
                  <a:pt x="53459" y="189605"/>
                </a:lnTo>
                <a:lnTo>
                  <a:pt x="53355" y="190419"/>
                </a:lnTo>
                <a:lnTo>
                  <a:pt x="53016" y="190728"/>
                </a:lnTo>
                <a:lnTo>
                  <a:pt x="53325" y="190796"/>
                </a:lnTo>
                <a:lnTo>
                  <a:pt x="53279" y="191053"/>
                </a:lnTo>
                <a:lnTo>
                  <a:pt x="53780" y="191111"/>
                </a:lnTo>
                <a:lnTo>
                  <a:pt x="53637" y="191644"/>
                </a:lnTo>
                <a:lnTo>
                  <a:pt x="54279" y="191749"/>
                </a:lnTo>
                <a:lnTo>
                  <a:pt x="55198" y="192604"/>
                </a:lnTo>
                <a:lnTo>
                  <a:pt x="55301" y="193074"/>
                </a:lnTo>
                <a:lnTo>
                  <a:pt x="55668" y="193388"/>
                </a:lnTo>
                <a:lnTo>
                  <a:pt x="55578" y="194286"/>
                </a:lnTo>
                <a:lnTo>
                  <a:pt x="56040" y="194611"/>
                </a:lnTo>
                <a:lnTo>
                  <a:pt x="55887" y="194878"/>
                </a:lnTo>
                <a:lnTo>
                  <a:pt x="56861" y="195616"/>
                </a:lnTo>
                <a:lnTo>
                  <a:pt x="56787" y="195916"/>
                </a:lnTo>
                <a:lnTo>
                  <a:pt x="57016" y="195902"/>
                </a:lnTo>
                <a:lnTo>
                  <a:pt x="57164" y="196475"/>
                </a:lnTo>
                <a:lnTo>
                  <a:pt x="57798" y="197010"/>
                </a:lnTo>
                <a:lnTo>
                  <a:pt x="57827" y="197760"/>
                </a:lnTo>
                <a:lnTo>
                  <a:pt x="58381" y="198665"/>
                </a:lnTo>
                <a:lnTo>
                  <a:pt x="58294" y="199027"/>
                </a:lnTo>
                <a:lnTo>
                  <a:pt x="58729" y="199475"/>
                </a:lnTo>
                <a:lnTo>
                  <a:pt x="58634" y="199647"/>
                </a:lnTo>
                <a:lnTo>
                  <a:pt x="59043" y="199750"/>
                </a:lnTo>
                <a:lnTo>
                  <a:pt x="59594" y="200328"/>
                </a:lnTo>
                <a:lnTo>
                  <a:pt x="61558" y="203408"/>
                </a:lnTo>
                <a:lnTo>
                  <a:pt x="62303" y="203938"/>
                </a:lnTo>
                <a:lnTo>
                  <a:pt x="63041" y="205261"/>
                </a:lnTo>
                <a:lnTo>
                  <a:pt x="63453" y="205598"/>
                </a:lnTo>
                <a:lnTo>
                  <a:pt x="63676" y="206757"/>
                </a:lnTo>
                <a:lnTo>
                  <a:pt x="64196" y="206690"/>
                </a:lnTo>
                <a:lnTo>
                  <a:pt x="66157" y="209246"/>
                </a:lnTo>
                <a:lnTo>
                  <a:pt x="67181" y="211129"/>
                </a:lnTo>
                <a:lnTo>
                  <a:pt x="68062" y="212090"/>
                </a:lnTo>
                <a:lnTo>
                  <a:pt x="68191" y="212638"/>
                </a:lnTo>
                <a:lnTo>
                  <a:pt x="69133" y="213471"/>
                </a:lnTo>
                <a:lnTo>
                  <a:pt x="69096" y="213985"/>
                </a:lnTo>
                <a:lnTo>
                  <a:pt x="69392" y="214166"/>
                </a:lnTo>
                <a:lnTo>
                  <a:pt x="69558" y="215004"/>
                </a:lnTo>
                <a:lnTo>
                  <a:pt x="69057" y="215560"/>
                </a:lnTo>
                <a:lnTo>
                  <a:pt x="69424" y="215891"/>
                </a:lnTo>
                <a:lnTo>
                  <a:pt x="69026" y="216092"/>
                </a:lnTo>
                <a:lnTo>
                  <a:pt x="69149" y="216414"/>
                </a:lnTo>
                <a:lnTo>
                  <a:pt x="69531" y="216556"/>
                </a:lnTo>
                <a:lnTo>
                  <a:pt x="69416" y="216950"/>
                </a:lnTo>
                <a:lnTo>
                  <a:pt x="69833" y="219147"/>
                </a:lnTo>
                <a:lnTo>
                  <a:pt x="70227" y="220113"/>
                </a:lnTo>
                <a:lnTo>
                  <a:pt x="70565" y="220294"/>
                </a:lnTo>
                <a:lnTo>
                  <a:pt x="70920" y="221563"/>
                </a:lnTo>
                <a:lnTo>
                  <a:pt x="70907" y="221894"/>
                </a:lnTo>
                <a:lnTo>
                  <a:pt x="70429" y="222367"/>
                </a:lnTo>
                <a:lnTo>
                  <a:pt x="71427" y="224388"/>
                </a:lnTo>
                <a:lnTo>
                  <a:pt x="71321" y="224889"/>
                </a:lnTo>
                <a:lnTo>
                  <a:pt x="70743" y="225105"/>
                </a:lnTo>
                <a:lnTo>
                  <a:pt x="71200" y="225191"/>
                </a:lnTo>
                <a:lnTo>
                  <a:pt x="70984" y="225685"/>
                </a:lnTo>
                <a:lnTo>
                  <a:pt x="71521" y="226004"/>
                </a:lnTo>
                <a:lnTo>
                  <a:pt x="75744" y="232079"/>
                </a:lnTo>
                <a:lnTo>
                  <a:pt x="77055" y="234466"/>
                </a:lnTo>
                <a:lnTo>
                  <a:pt x="78261" y="237830"/>
                </a:lnTo>
                <a:lnTo>
                  <a:pt x="78121" y="238667"/>
                </a:lnTo>
                <a:lnTo>
                  <a:pt x="78338" y="239472"/>
                </a:lnTo>
                <a:lnTo>
                  <a:pt x="78023" y="240149"/>
                </a:lnTo>
                <a:lnTo>
                  <a:pt x="77360" y="240241"/>
                </a:lnTo>
                <a:lnTo>
                  <a:pt x="77865" y="241370"/>
                </a:lnTo>
                <a:lnTo>
                  <a:pt x="77811" y="242946"/>
                </a:lnTo>
                <a:lnTo>
                  <a:pt x="77423" y="243509"/>
                </a:lnTo>
                <a:lnTo>
                  <a:pt x="76537" y="243701"/>
                </a:lnTo>
                <a:lnTo>
                  <a:pt x="76591" y="244581"/>
                </a:lnTo>
                <a:lnTo>
                  <a:pt x="76995" y="245983"/>
                </a:lnTo>
                <a:lnTo>
                  <a:pt x="78083" y="247632"/>
                </a:lnTo>
                <a:lnTo>
                  <a:pt x="79736" y="251481"/>
                </a:lnTo>
                <a:lnTo>
                  <a:pt x="79903" y="252225"/>
                </a:lnTo>
                <a:lnTo>
                  <a:pt x="79691" y="252661"/>
                </a:lnTo>
                <a:lnTo>
                  <a:pt x="79337" y="252805"/>
                </a:lnTo>
                <a:lnTo>
                  <a:pt x="79325" y="253374"/>
                </a:lnTo>
                <a:lnTo>
                  <a:pt x="80882" y="255853"/>
                </a:lnTo>
                <a:lnTo>
                  <a:pt x="81271" y="256864"/>
                </a:lnTo>
                <a:lnTo>
                  <a:pt x="81101" y="257731"/>
                </a:lnTo>
                <a:lnTo>
                  <a:pt x="83341" y="262377"/>
                </a:lnTo>
                <a:lnTo>
                  <a:pt x="84330" y="265389"/>
                </a:lnTo>
                <a:lnTo>
                  <a:pt x="84520" y="266534"/>
                </a:lnTo>
                <a:lnTo>
                  <a:pt x="84385" y="267520"/>
                </a:lnTo>
                <a:lnTo>
                  <a:pt x="83751" y="268465"/>
                </a:lnTo>
                <a:lnTo>
                  <a:pt x="83262" y="268515"/>
                </a:lnTo>
                <a:lnTo>
                  <a:pt x="83202" y="268792"/>
                </a:lnTo>
                <a:lnTo>
                  <a:pt x="82527" y="269184"/>
                </a:lnTo>
                <a:lnTo>
                  <a:pt x="82543" y="269491"/>
                </a:lnTo>
                <a:lnTo>
                  <a:pt x="82912" y="269547"/>
                </a:lnTo>
                <a:lnTo>
                  <a:pt x="82827" y="269720"/>
                </a:lnTo>
                <a:lnTo>
                  <a:pt x="83016" y="269790"/>
                </a:lnTo>
                <a:lnTo>
                  <a:pt x="82903" y="270180"/>
                </a:lnTo>
                <a:lnTo>
                  <a:pt x="83161" y="270427"/>
                </a:lnTo>
                <a:lnTo>
                  <a:pt x="82996" y="270588"/>
                </a:lnTo>
                <a:lnTo>
                  <a:pt x="83222" y="270972"/>
                </a:lnTo>
                <a:lnTo>
                  <a:pt x="83137" y="271237"/>
                </a:lnTo>
                <a:lnTo>
                  <a:pt x="82831" y="271274"/>
                </a:lnTo>
                <a:lnTo>
                  <a:pt x="83140" y="271576"/>
                </a:lnTo>
                <a:lnTo>
                  <a:pt x="82773" y="272334"/>
                </a:lnTo>
                <a:lnTo>
                  <a:pt x="82977" y="272390"/>
                </a:lnTo>
                <a:lnTo>
                  <a:pt x="83370" y="273750"/>
                </a:lnTo>
                <a:lnTo>
                  <a:pt x="83393" y="275136"/>
                </a:lnTo>
                <a:lnTo>
                  <a:pt x="83650" y="275554"/>
                </a:lnTo>
                <a:lnTo>
                  <a:pt x="83529" y="275808"/>
                </a:lnTo>
                <a:lnTo>
                  <a:pt x="83998" y="278277"/>
                </a:lnTo>
                <a:lnTo>
                  <a:pt x="84675" y="279693"/>
                </a:lnTo>
                <a:lnTo>
                  <a:pt x="84721" y="280714"/>
                </a:lnTo>
                <a:lnTo>
                  <a:pt x="84494" y="280991"/>
                </a:lnTo>
                <a:lnTo>
                  <a:pt x="84870" y="281406"/>
                </a:lnTo>
                <a:lnTo>
                  <a:pt x="84654" y="281626"/>
                </a:lnTo>
                <a:lnTo>
                  <a:pt x="84775" y="282331"/>
                </a:lnTo>
                <a:lnTo>
                  <a:pt x="85032" y="282431"/>
                </a:lnTo>
                <a:lnTo>
                  <a:pt x="86430" y="285147"/>
                </a:lnTo>
                <a:lnTo>
                  <a:pt x="86955" y="286572"/>
                </a:lnTo>
                <a:lnTo>
                  <a:pt x="87077" y="287298"/>
                </a:lnTo>
                <a:lnTo>
                  <a:pt x="86829" y="287656"/>
                </a:lnTo>
                <a:lnTo>
                  <a:pt x="88790" y="292902"/>
                </a:lnTo>
                <a:lnTo>
                  <a:pt x="90239" y="299018"/>
                </a:lnTo>
                <a:lnTo>
                  <a:pt x="90308" y="300459"/>
                </a:lnTo>
                <a:lnTo>
                  <a:pt x="90022" y="303036"/>
                </a:lnTo>
                <a:lnTo>
                  <a:pt x="89523" y="304300"/>
                </a:lnTo>
                <a:lnTo>
                  <a:pt x="89173" y="304648"/>
                </a:lnTo>
                <a:lnTo>
                  <a:pt x="88224" y="304639"/>
                </a:lnTo>
                <a:lnTo>
                  <a:pt x="87589" y="305024"/>
                </a:lnTo>
                <a:lnTo>
                  <a:pt x="86676" y="304528"/>
                </a:lnTo>
                <a:lnTo>
                  <a:pt x="86328" y="304930"/>
                </a:lnTo>
                <a:lnTo>
                  <a:pt x="86868" y="307595"/>
                </a:lnTo>
                <a:lnTo>
                  <a:pt x="86697" y="308173"/>
                </a:lnTo>
                <a:lnTo>
                  <a:pt x="88388" y="313583"/>
                </a:lnTo>
                <a:lnTo>
                  <a:pt x="89532" y="319426"/>
                </a:lnTo>
                <a:lnTo>
                  <a:pt x="90389" y="328470"/>
                </a:lnTo>
                <a:lnTo>
                  <a:pt x="90294" y="333211"/>
                </a:lnTo>
                <a:lnTo>
                  <a:pt x="89511" y="339879"/>
                </a:lnTo>
                <a:lnTo>
                  <a:pt x="88277" y="345102"/>
                </a:lnTo>
                <a:lnTo>
                  <a:pt x="87272" y="348318"/>
                </a:lnTo>
                <a:lnTo>
                  <a:pt x="84246" y="355978"/>
                </a:lnTo>
                <a:lnTo>
                  <a:pt x="80182" y="363408"/>
                </a:lnTo>
                <a:lnTo>
                  <a:pt x="77915" y="366196"/>
                </a:lnTo>
                <a:lnTo>
                  <a:pt x="73995" y="369607"/>
                </a:lnTo>
                <a:lnTo>
                  <a:pt x="69979" y="376155"/>
                </a:lnTo>
                <a:lnTo>
                  <a:pt x="66322" y="379399"/>
                </a:lnTo>
                <a:lnTo>
                  <a:pt x="64930" y="380140"/>
                </a:lnTo>
                <a:lnTo>
                  <a:pt x="63880" y="380233"/>
                </a:lnTo>
                <a:lnTo>
                  <a:pt x="62715" y="380729"/>
                </a:lnTo>
                <a:lnTo>
                  <a:pt x="62198" y="380731"/>
                </a:lnTo>
                <a:lnTo>
                  <a:pt x="61865" y="380418"/>
                </a:lnTo>
                <a:lnTo>
                  <a:pt x="61671" y="380714"/>
                </a:lnTo>
                <a:lnTo>
                  <a:pt x="61014" y="380904"/>
                </a:lnTo>
                <a:lnTo>
                  <a:pt x="60455" y="380407"/>
                </a:lnTo>
                <a:lnTo>
                  <a:pt x="59920" y="380919"/>
                </a:lnTo>
                <a:lnTo>
                  <a:pt x="59404" y="380406"/>
                </a:lnTo>
                <a:lnTo>
                  <a:pt x="59053" y="380459"/>
                </a:lnTo>
                <a:lnTo>
                  <a:pt x="59241" y="380276"/>
                </a:lnTo>
                <a:lnTo>
                  <a:pt x="58554" y="380569"/>
                </a:lnTo>
                <a:lnTo>
                  <a:pt x="58194" y="380332"/>
                </a:lnTo>
                <a:lnTo>
                  <a:pt x="57068" y="381064"/>
                </a:lnTo>
                <a:lnTo>
                  <a:pt x="55052" y="381708"/>
                </a:lnTo>
                <a:lnTo>
                  <a:pt x="54385" y="380252"/>
                </a:lnTo>
                <a:lnTo>
                  <a:pt x="53046" y="378950"/>
                </a:lnTo>
                <a:lnTo>
                  <a:pt x="51526" y="378041"/>
                </a:lnTo>
                <a:lnTo>
                  <a:pt x="51069" y="377337"/>
                </a:lnTo>
                <a:lnTo>
                  <a:pt x="49127" y="376450"/>
                </a:lnTo>
                <a:lnTo>
                  <a:pt x="48638" y="375352"/>
                </a:lnTo>
                <a:lnTo>
                  <a:pt x="49157" y="375373"/>
                </a:lnTo>
                <a:lnTo>
                  <a:pt x="49181" y="374893"/>
                </a:lnTo>
                <a:lnTo>
                  <a:pt x="46520" y="373891"/>
                </a:lnTo>
                <a:lnTo>
                  <a:pt x="46542" y="373722"/>
                </a:lnTo>
                <a:lnTo>
                  <a:pt x="46467" y="373868"/>
                </a:lnTo>
                <a:lnTo>
                  <a:pt x="46112" y="373507"/>
                </a:lnTo>
                <a:lnTo>
                  <a:pt x="45354" y="373422"/>
                </a:lnTo>
                <a:lnTo>
                  <a:pt x="45358" y="373119"/>
                </a:lnTo>
                <a:lnTo>
                  <a:pt x="45311" y="373419"/>
                </a:lnTo>
                <a:lnTo>
                  <a:pt x="44990" y="373372"/>
                </a:lnTo>
                <a:lnTo>
                  <a:pt x="44118" y="372786"/>
                </a:lnTo>
                <a:lnTo>
                  <a:pt x="43613" y="372154"/>
                </a:lnTo>
                <a:lnTo>
                  <a:pt x="43542" y="371685"/>
                </a:lnTo>
                <a:lnTo>
                  <a:pt x="44162" y="371125"/>
                </a:lnTo>
                <a:lnTo>
                  <a:pt x="43834" y="370381"/>
                </a:lnTo>
                <a:lnTo>
                  <a:pt x="44119" y="369605"/>
                </a:lnTo>
                <a:lnTo>
                  <a:pt x="44408" y="369413"/>
                </a:lnTo>
                <a:lnTo>
                  <a:pt x="43216" y="369539"/>
                </a:lnTo>
                <a:lnTo>
                  <a:pt x="42379" y="368841"/>
                </a:lnTo>
                <a:lnTo>
                  <a:pt x="42475" y="369685"/>
                </a:lnTo>
                <a:lnTo>
                  <a:pt x="41658" y="371193"/>
                </a:lnTo>
                <a:lnTo>
                  <a:pt x="41132" y="371814"/>
                </a:lnTo>
                <a:lnTo>
                  <a:pt x="40012" y="372492"/>
                </a:lnTo>
                <a:lnTo>
                  <a:pt x="38931" y="372343"/>
                </a:lnTo>
                <a:lnTo>
                  <a:pt x="38801" y="372098"/>
                </a:lnTo>
                <a:lnTo>
                  <a:pt x="39046" y="371830"/>
                </a:lnTo>
                <a:lnTo>
                  <a:pt x="38784" y="371417"/>
                </a:lnTo>
                <a:lnTo>
                  <a:pt x="37533" y="372212"/>
                </a:lnTo>
                <a:lnTo>
                  <a:pt x="36210" y="371262"/>
                </a:lnTo>
                <a:lnTo>
                  <a:pt x="36084" y="371671"/>
                </a:lnTo>
                <a:lnTo>
                  <a:pt x="36578" y="372204"/>
                </a:lnTo>
                <a:lnTo>
                  <a:pt x="36352" y="372826"/>
                </a:lnTo>
                <a:lnTo>
                  <a:pt x="36457" y="373193"/>
                </a:lnTo>
                <a:lnTo>
                  <a:pt x="35986" y="373650"/>
                </a:lnTo>
                <a:lnTo>
                  <a:pt x="35732" y="373595"/>
                </a:lnTo>
                <a:lnTo>
                  <a:pt x="35172" y="374772"/>
                </a:lnTo>
                <a:lnTo>
                  <a:pt x="34657" y="375059"/>
                </a:lnTo>
                <a:lnTo>
                  <a:pt x="34015" y="374943"/>
                </a:lnTo>
                <a:lnTo>
                  <a:pt x="32934" y="376050"/>
                </a:lnTo>
                <a:lnTo>
                  <a:pt x="33165" y="376649"/>
                </a:lnTo>
                <a:lnTo>
                  <a:pt x="32959" y="377116"/>
                </a:lnTo>
                <a:lnTo>
                  <a:pt x="34064" y="378201"/>
                </a:lnTo>
                <a:lnTo>
                  <a:pt x="34761" y="380137"/>
                </a:lnTo>
                <a:lnTo>
                  <a:pt x="35040" y="383223"/>
                </a:lnTo>
                <a:lnTo>
                  <a:pt x="34790" y="384703"/>
                </a:lnTo>
                <a:lnTo>
                  <a:pt x="34333" y="385619"/>
                </a:lnTo>
                <a:lnTo>
                  <a:pt x="32795" y="386645"/>
                </a:lnTo>
                <a:lnTo>
                  <a:pt x="32120" y="386579"/>
                </a:lnTo>
                <a:lnTo>
                  <a:pt x="31949" y="385755"/>
                </a:lnTo>
                <a:lnTo>
                  <a:pt x="31777" y="385818"/>
                </a:lnTo>
                <a:lnTo>
                  <a:pt x="31917" y="386897"/>
                </a:lnTo>
                <a:lnTo>
                  <a:pt x="31609" y="387499"/>
                </a:lnTo>
                <a:lnTo>
                  <a:pt x="30911" y="387590"/>
                </a:lnTo>
                <a:lnTo>
                  <a:pt x="30329" y="387993"/>
                </a:lnTo>
                <a:lnTo>
                  <a:pt x="29835" y="387557"/>
                </a:lnTo>
                <a:lnTo>
                  <a:pt x="29784" y="387981"/>
                </a:lnTo>
                <a:lnTo>
                  <a:pt x="29407" y="387906"/>
                </a:lnTo>
                <a:lnTo>
                  <a:pt x="29538" y="388240"/>
                </a:lnTo>
                <a:lnTo>
                  <a:pt x="29314" y="388544"/>
                </a:lnTo>
                <a:lnTo>
                  <a:pt x="28877" y="388438"/>
                </a:lnTo>
                <a:lnTo>
                  <a:pt x="28744" y="388699"/>
                </a:lnTo>
                <a:lnTo>
                  <a:pt x="28557" y="388467"/>
                </a:lnTo>
                <a:lnTo>
                  <a:pt x="28162" y="388579"/>
                </a:lnTo>
                <a:lnTo>
                  <a:pt x="28198" y="388272"/>
                </a:lnTo>
                <a:lnTo>
                  <a:pt x="28016" y="388237"/>
                </a:lnTo>
                <a:lnTo>
                  <a:pt x="28087" y="388631"/>
                </a:lnTo>
                <a:lnTo>
                  <a:pt x="27848" y="388332"/>
                </a:lnTo>
                <a:lnTo>
                  <a:pt x="27664" y="388728"/>
                </a:lnTo>
                <a:lnTo>
                  <a:pt x="27681" y="389398"/>
                </a:lnTo>
                <a:lnTo>
                  <a:pt x="27270" y="389214"/>
                </a:lnTo>
                <a:lnTo>
                  <a:pt x="27241" y="389668"/>
                </a:lnTo>
                <a:lnTo>
                  <a:pt x="26946" y="389780"/>
                </a:lnTo>
                <a:lnTo>
                  <a:pt x="26759" y="389577"/>
                </a:lnTo>
                <a:lnTo>
                  <a:pt x="26707" y="389784"/>
                </a:lnTo>
                <a:lnTo>
                  <a:pt x="27028" y="389971"/>
                </a:lnTo>
                <a:lnTo>
                  <a:pt x="26860" y="390031"/>
                </a:lnTo>
                <a:lnTo>
                  <a:pt x="26931" y="390350"/>
                </a:lnTo>
                <a:lnTo>
                  <a:pt x="27335" y="390149"/>
                </a:lnTo>
                <a:lnTo>
                  <a:pt x="27245" y="390692"/>
                </a:lnTo>
                <a:lnTo>
                  <a:pt x="27536" y="391051"/>
                </a:lnTo>
                <a:lnTo>
                  <a:pt x="28053" y="391058"/>
                </a:lnTo>
                <a:lnTo>
                  <a:pt x="28211" y="391264"/>
                </a:lnTo>
                <a:lnTo>
                  <a:pt x="28367" y="391129"/>
                </a:lnTo>
                <a:lnTo>
                  <a:pt x="28365" y="391624"/>
                </a:lnTo>
                <a:lnTo>
                  <a:pt x="28591" y="391501"/>
                </a:lnTo>
                <a:lnTo>
                  <a:pt x="28535" y="391889"/>
                </a:lnTo>
                <a:lnTo>
                  <a:pt x="28808" y="391853"/>
                </a:lnTo>
                <a:lnTo>
                  <a:pt x="28632" y="392052"/>
                </a:lnTo>
                <a:lnTo>
                  <a:pt x="28915" y="391826"/>
                </a:lnTo>
                <a:lnTo>
                  <a:pt x="29265" y="391968"/>
                </a:lnTo>
                <a:lnTo>
                  <a:pt x="28904" y="392457"/>
                </a:lnTo>
                <a:lnTo>
                  <a:pt x="29076" y="392629"/>
                </a:lnTo>
                <a:lnTo>
                  <a:pt x="29905" y="392292"/>
                </a:lnTo>
                <a:lnTo>
                  <a:pt x="30494" y="392851"/>
                </a:lnTo>
                <a:lnTo>
                  <a:pt x="30786" y="392788"/>
                </a:lnTo>
                <a:lnTo>
                  <a:pt x="31135" y="393064"/>
                </a:lnTo>
                <a:lnTo>
                  <a:pt x="30939" y="393389"/>
                </a:lnTo>
                <a:lnTo>
                  <a:pt x="31634" y="393523"/>
                </a:lnTo>
                <a:lnTo>
                  <a:pt x="31949" y="394094"/>
                </a:lnTo>
                <a:lnTo>
                  <a:pt x="31903" y="395055"/>
                </a:lnTo>
                <a:lnTo>
                  <a:pt x="32339" y="395473"/>
                </a:lnTo>
                <a:lnTo>
                  <a:pt x="32359" y="395905"/>
                </a:lnTo>
                <a:lnTo>
                  <a:pt x="32058" y="396051"/>
                </a:lnTo>
                <a:lnTo>
                  <a:pt x="32053" y="396391"/>
                </a:lnTo>
                <a:lnTo>
                  <a:pt x="32485" y="396435"/>
                </a:lnTo>
                <a:lnTo>
                  <a:pt x="32680" y="397220"/>
                </a:lnTo>
                <a:lnTo>
                  <a:pt x="32351" y="398621"/>
                </a:lnTo>
                <a:lnTo>
                  <a:pt x="31901" y="399234"/>
                </a:lnTo>
                <a:lnTo>
                  <a:pt x="31641" y="399161"/>
                </a:lnTo>
                <a:lnTo>
                  <a:pt x="31306" y="399446"/>
                </a:lnTo>
                <a:lnTo>
                  <a:pt x="30574" y="399332"/>
                </a:lnTo>
                <a:lnTo>
                  <a:pt x="30028" y="399758"/>
                </a:lnTo>
                <a:lnTo>
                  <a:pt x="30307" y="400191"/>
                </a:lnTo>
                <a:lnTo>
                  <a:pt x="29920" y="400309"/>
                </a:lnTo>
                <a:lnTo>
                  <a:pt x="29940" y="400487"/>
                </a:lnTo>
                <a:lnTo>
                  <a:pt x="30597" y="400639"/>
                </a:lnTo>
                <a:lnTo>
                  <a:pt x="30675" y="400978"/>
                </a:lnTo>
                <a:lnTo>
                  <a:pt x="30394" y="401123"/>
                </a:lnTo>
                <a:lnTo>
                  <a:pt x="30350" y="401444"/>
                </a:lnTo>
                <a:lnTo>
                  <a:pt x="29971" y="401515"/>
                </a:lnTo>
                <a:lnTo>
                  <a:pt x="30035" y="401879"/>
                </a:lnTo>
                <a:lnTo>
                  <a:pt x="29781" y="402153"/>
                </a:lnTo>
                <a:lnTo>
                  <a:pt x="29169" y="402518"/>
                </a:lnTo>
                <a:lnTo>
                  <a:pt x="29529" y="402771"/>
                </a:lnTo>
                <a:lnTo>
                  <a:pt x="29500" y="403417"/>
                </a:lnTo>
                <a:lnTo>
                  <a:pt x="30079" y="403552"/>
                </a:lnTo>
                <a:lnTo>
                  <a:pt x="30567" y="403217"/>
                </a:lnTo>
                <a:lnTo>
                  <a:pt x="30727" y="403499"/>
                </a:lnTo>
                <a:lnTo>
                  <a:pt x="31099" y="403559"/>
                </a:lnTo>
                <a:lnTo>
                  <a:pt x="31259" y="404178"/>
                </a:lnTo>
                <a:lnTo>
                  <a:pt x="32289" y="404572"/>
                </a:lnTo>
                <a:lnTo>
                  <a:pt x="33116" y="406331"/>
                </a:lnTo>
                <a:lnTo>
                  <a:pt x="33600" y="409159"/>
                </a:lnTo>
                <a:lnTo>
                  <a:pt x="33107" y="410238"/>
                </a:lnTo>
                <a:lnTo>
                  <a:pt x="32538" y="410446"/>
                </a:lnTo>
                <a:lnTo>
                  <a:pt x="32645" y="410714"/>
                </a:lnTo>
                <a:lnTo>
                  <a:pt x="33010" y="410675"/>
                </a:lnTo>
                <a:lnTo>
                  <a:pt x="33368" y="411092"/>
                </a:lnTo>
                <a:lnTo>
                  <a:pt x="33379" y="411753"/>
                </a:lnTo>
                <a:lnTo>
                  <a:pt x="33047" y="411769"/>
                </a:lnTo>
                <a:lnTo>
                  <a:pt x="33040" y="411959"/>
                </a:lnTo>
                <a:lnTo>
                  <a:pt x="33738" y="411759"/>
                </a:lnTo>
                <a:lnTo>
                  <a:pt x="33895" y="411930"/>
                </a:lnTo>
                <a:lnTo>
                  <a:pt x="33589" y="412244"/>
                </a:lnTo>
                <a:lnTo>
                  <a:pt x="33697" y="413065"/>
                </a:lnTo>
                <a:lnTo>
                  <a:pt x="33414" y="413149"/>
                </a:lnTo>
                <a:lnTo>
                  <a:pt x="33560" y="413654"/>
                </a:lnTo>
                <a:lnTo>
                  <a:pt x="32789" y="413775"/>
                </a:lnTo>
                <a:lnTo>
                  <a:pt x="33842" y="414086"/>
                </a:lnTo>
                <a:lnTo>
                  <a:pt x="32592" y="415050"/>
                </a:lnTo>
                <a:lnTo>
                  <a:pt x="32566" y="415910"/>
                </a:lnTo>
                <a:lnTo>
                  <a:pt x="32049" y="416141"/>
                </a:lnTo>
                <a:lnTo>
                  <a:pt x="31963" y="416476"/>
                </a:lnTo>
                <a:lnTo>
                  <a:pt x="32344" y="416895"/>
                </a:lnTo>
                <a:lnTo>
                  <a:pt x="32140" y="417598"/>
                </a:lnTo>
                <a:lnTo>
                  <a:pt x="32824" y="417813"/>
                </a:lnTo>
                <a:lnTo>
                  <a:pt x="32732" y="418261"/>
                </a:lnTo>
                <a:lnTo>
                  <a:pt x="32999" y="418552"/>
                </a:lnTo>
                <a:lnTo>
                  <a:pt x="33447" y="418579"/>
                </a:lnTo>
                <a:lnTo>
                  <a:pt x="33756" y="417814"/>
                </a:lnTo>
                <a:lnTo>
                  <a:pt x="34468" y="417799"/>
                </a:lnTo>
                <a:lnTo>
                  <a:pt x="35677" y="418495"/>
                </a:lnTo>
                <a:lnTo>
                  <a:pt x="36458" y="419833"/>
                </a:lnTo>
                <a:lnTo>
                  <a:pt x="36534" y="420855"/>
                </a:lnTo>
                <a:lnTo>
                  <a:pt x="36117" y="421842"/>
                </a:lnTo>
                <a:lnTo>
                  <a:pt x="35688" y="422153"/>
                </a:lnTo>
                <a:lnTo>
                  <a:pt x="35099" y="421721"/>
                </a:lnTo>
                <a:lnTo>
                  <a:pt x="34685" y="421826"/>
                </a:lnTo>
                <a:lnTo>
                  <a:pt x="35817" y="423239"/>
                </a:lnTo>
                <a:lnTo>
                  <a:pt x="35345" y="424040"/>
                </a:lnTo>
                <a:lnTo>
                  <a:pt x="35608" y="424175"/>
                </a:lnTo>
                <a:lnTo>
                  <a:pt x="36460" y="423855"/>
                </a:lnTo>
                <a:lnTo>
                  <a:pt x="36803" y="424440"/>
                </a:lnTo>
                <a:lnTo>
                  <a:pt x="36767" y="424933"/>
                </a:lnTo>
                <a:lnTo>
                  <a:pt x="37553" y="425193"/>
                </a:lnTo>
                <a:lnTo>
                  <a:pt x="37795" y="425717"/>
                </a:lnTo>
                <a:lnTo>
                  <a:pt x="39731" y="423977"/>
                </a:lnTo>
                <a:lnTo>
                  <a:pt x="41454" y="423289"/>
                </a:lnTo>
                <a:lnTo>
                  <a:pt x="41176" y="422662"/>
                </a:lnTo>
                <a:lnTo>
                  <a:pt x="40731" y="422406"/>
                </a:lnTo>
                <a:lnTo>
                  <a:pt x="40834" y="421946"/>
                </a:lnTo>
                <a:lnTo>
                  <a:pt x="41259" y="421527"/>
                </a:lnTo>
                <a:lnTo>
                  <a:pt x="42468" y="421219"/>
                </a:lnTo>
                <a:lnTo>
                  <a:pt x="43285" y="421343"/>
                </a:lnTo>
                <a:lnTo>
                  <a:pt x="43777" y="421861"/>
                </a:lnTo>
                <a:lnTo>
                  <a:pt x="43915" y="421661"/>
                </a:lnTo>
                <a:lnTo>
                  <a:pt x="44385" y="421735"/>
                </a:lnTo>
                <a:lnTo>
                  <a:pt x="45502" y="422409"/>
                </a:lnTo>
                <a:lnTo>
                  <a:pt x="45907" y="422982"/>
                </a:lnTo>
                <a:lnTo>
                  <a:pt x="45810" y="423541"/>
                </a:lnTo>
                <a:lnTo>
                  <a:pt x="45500" y="423819"/>
                </a:lnTo>
                <a:lnTo>
                  <a:pt x="45101" y="423680"/>
                </a:lnTo>
                <a:lnTo>
                  <a:pt x="44980" y="423829"/>
                </a:lnTo>
                <a:lnTo>
                  <a:pt x="45537" y="424254"/>
                </a:lnTo>
                <a:lnTo>
                  <a:pt x="45880" y="424164"/>
                </a:lnTo>
                <a:lnTo>
                  <a:pt x="46234" y="423236"/>
                </a:lnTo>
                <a:lnTo>
                  <a:pt x="46099" y="422600"/>
                </a:lnTo>
                <a:lnTo>
                  <a:pt x="44944" y="421724"/>
                </a:lnTo>
                <a:lnTo>
                  <a:pt x="44754" y="420819"/>
                </a:lnTo>
                <a:lnTo>
                  <a:pt x="44131" y="421370"/>
                </a:lnTo>
                <a:lnTo>
                  <a:pt x="43625" y="420920"/>
                </a:lnTo>
                <a:lnTo>
                  <a:pt x="42584" y="420508"/>
                </a:lnTo>
                <a:lnTo>
                  <a:pt x="42432" y="419931"/>
                </a:lnTo>
                <a:lnTo>
                  <a:pt x="42749" y="419815"/>
                </a:lnTo>
                <a:lnTo>
                  <a:pt x="42694" y="419152"/>
                </a:lnTo>
                <a:lnTo>
                  <a:pt x="42912" y="418822"/>
                </a:lnTo>
                <a:lnTo>
                  <a:pt x="42200" y="418265"/>
                </a:lnTo>
                <a:lnTo>
                  <a:pt x="42384" y="417805"/>
                </a:lnTo>
                <a:lnTo>
                  <a:pt x="43268" y="417058"/>
                </a:lnTo>
                <a:lnTo>
                  <a:pt x="45097" y="416368"/>
                </a:lnTo>
                <a:lnTo>
                  <a:pt x="47841" y="416205"/>
                </a:lnTo>
                <a:lnTo>
                  <a:pt x="48959" y="416771"/>
                </a:lnTo>
                <a:lnTo>
                  <a:pt x="48202" y="418863"/>
                </a:lnTo>
                <a:lnTo>
                  <a:pt x="48446" y="418909"/>
                </a:lnTo>
                <a:lnTo>
                  <a:pt x="47666" y="420951"/>
                </a:lnTo>
                <a:lnTo>
                  <a:pt x="47490" y="422050"/>
                </a:lnTo>
                <a:lnTo>
                  <a:pt x="48803" y="418227"/>
                </a:lnTo>
                <a:lnTo>
                  <a:pt x="49166" y="418037"/>
                </a:lnTo>
                <a:lnTo>
                  <a:pt x="50142" y="418290"/>
                </a:lnTo>
                <a:lnTo>
                  <a:pt x="50659" y="417958"/>
                </a:lnTo>
                <a:lnTo>
                  <a:pt x="50937" y="418074"/>
                </a:lnTo>
                <a:lnTo>
                  <a:pt x="52175" y="418810"/>
                </a:lnTo>
                <a:lnTo>
                  <a:pt x="53731" y="420392"/>
                </a:lnTo>
                <a:lnTo>
                  <a:pt x="54786" y="422630"/>
                </a:lnTo>
                <a:lnTo>
                  <a:pt x="54900" y="423099"/>
                </a:lnTo>
                <a:lnTo>
                  <a:pt x="54701" y="423589"/>
                </a:lnTo>
                <a:lnTo>
                  <a:pt x="55420" y="423919"/>
                </a:lnTo>
                <a:lnTo>
                  <a:pt x="55687" y="424573"/>
                </a:lnTo>
                <a:lnTo>
                  <a:pt x="55488" y="425187"/>
                </a:lnTo>
                <a:lnTo>
                  <a:pt x="55718" y="425865"/>
                </a:lnTo>
                <a:lnTo>
                  <a:pt x="55517" y="427512"/>
                </a:lnTo>
                <a:lnTo>
                  <a:pt x="53965" y="430116"/>
                </a:lnTo>
                <a:lnTo>
                  <a:pt x="54352" y="430934"/>
                </a:lnTo>
                <a:lnTo>
                  <a:pt x="54231" y="432305"/>
                </a:lnTo>
                <a:lnTo>
                  <a:pt x="54721" y="433028"/>
                </a:lnTo>
                <a:lnTo>
                  <a:pt x="54732" y="433448"/>
                </a:lnTo>
                <a:lnTo>
                  <a:pt x="55727" y="434367"/>
                </a:lnTo>
                <a:lnTo>
                  <a:pt x="56952" y="434899"/>
                </a:lnTo>
                <a:lnTo>
                  <a:pt x="57504" y="435819"/>
                </a:lnTo>
                <a:lnTo>
                  <a:pt x="58242" y="436095"/>
                </a:lnTo>
                <a:lnTo>
                  <a:pt x="58777" y="437142"/>
                </a:lnTo>
                <a:lnTo>
                  <a:pt x="62955" y="439140"/>
                </a:lnTo>
                <a:lnTo>
                  <a:pt x="63400" y="440455"/>
                </a:lnTo>
                <a:lnTo>
                  <a:pt x="63616" y="440754"/>
                </a:lnTo>
                <a:lnTo>
                  <a:pt x="63784" y="440547"/>
                </a:lnTo>
                <a:lnTo>
                  <a:pt x="64030" y="440717"/>
                </a:lnTo>
                <a:lnTo>
                  <a:pt x="63988" y="440942"/>
                </a:lnTo>
                <a:lnTo>
                  <a:pt x="63793" y="440769"/>
                </a:lnTo>
                <a:lnTo>
                  <a:pt x="63608" y="440965"/>
                </a:lnTo>
                <a:lnTo>
                  <a:pt x="63008" y="442535"/>
                </a:lnTo>
                <a:lnTo>
                  <a:pt x="63281" y="442728"/>
                </a:lnTo>
                <a:lnTo>
                  <a:pt x="63689" y="442561"/>
                </a:lnTo>
                <a:lnTo>
                  <a:pt x="63499" y="442799"/>
                </a:lnTo>
                <a:lnTo>
                  <a:pt x="63937" y="443142"/>
                </a:lnTo>
                <a:lnTo>
                  <a:pt x="63798" y="443281"/>
                </a:lnTo>
                <a:lnTo>
                  <a:pt x="63039" y="443018"/>
                </a:lnTo>
                <a:lnTo>
                  <a:pt x="62943" y="443487"/>
                </a:lnTo>
                <a:lnTo>
                  <a:pt x="62932" y="442980"/>
                </a:lnTo>
                <a:lnTo>
                  <a:pt x="62666" y="442693"/>
                </a:lnTo>
                <a:lnTo>
                  <a:pt x="62094" y="442799"/>
                </a:lnTo>
                <a:lnTo>
                  <a:pt x="61937" y="443196"/>
                </a:lnTo>
                <a:lnTo>
                  <a:pt x="62434" y="444119"/>
                </a:lnTo>
                <a:lnTo>
                  <a:pt x="63714" y="444540"/>
                </a:lnTo>
                <a:lnTo>
                  <a:pt x="64877" y="444497"/>
                </a:lnTo>
                <a:lnTo>
                  <a:pt x="64885" y="444862"/>
                </a:lnTo>
                <a:lnTo>
                  <a:pt x="65323" y="444820"/>
                </a:lnTo>
                <a:lnTo>
                  <a:pt x="64885" y="445149"/>
                </a:lnTo>
                <a:lnTo>
                  <a:pt x="65402" y="445654"/>
                </a:lnTo>
                <a:lnTo>
                  <a:pt x="65962" y="445807"/>
                </a:lnTo>
                <a:lnTo>
                  <a:pt x="66197" y="445815"/>
                </a:lnTo>
                <a:lnTo>
                  <a:pt x="66089" y="445601"/>
                </a:lnTo>
                <a:lnTo>
                  <a:pt x="65495" y="445430"/>
                </a:lnTo>
                <a:lnTo>
                  <a:pt x="65941" y="444899"/>
                </a:lnTo>
                <a:lnTo>
                  <a:pt x="66117" y="445048"/>
                </a:lnTo>
                <a:lnTo>
                  <a:pt x="66923" y="444841"/>
                </a:lnTo>
                <a:lnTo>
                  <a:pt x="67797" y="444927"/>
                </a:lnTo>
                <a:lnTo>
                  <a:pt x="68064" y="445933"/>
                </a:lnTo>
                <a:lnTo>
                  <a:pt x="67774" y="446823"/>
                </a:lnTo>
                <a:lnTo>
                  <a:pt x="67229" y="447470"/>
                </a:lnTo>
                <a:lnTo>
                  <a:pt x="65835" y="448170"/>
                </a:lnTo>
                <a:lnTo>
                  <a:pt x="65814" y="448516"/>
                </a:lnTo>
                <a:lnTo>
                  <a:pt x="64598" y="448978"/>
                </a:lnTo>
                <a:lnTo>
                  <a:pt x="64062" y="448893"/>
                </a:lnTo>
                <a:lnTo>
                  <a:pt x="63333" y="448096"/>
                </a:lnTo>
                <a:lnTo>
                  <a:pt x="63256" y="447678"/>
                </a:lnTo>
                <a:lnTo>
                  <a:pt x="63522" y="447323"/>
                </a:lnTo>
                <a:lnTo>
                  <a:pt x="63346" y="446707"/>
                </a:lnTo>
                <a:lnTo>
                  <a:pt x="61961" y="445510"/>
                </a:lnTo>
                <a:lnTo>
                  <a:pt x="60892" y="445326"/>
                </a:lnTo>
                <a:lnTo>
                  <a:pt x="60334" y="444759"/>
                </a:lnTo>
                <a:lnTo>
                  <a:pt x="59748" y="444580"/>
                </a:lnTo>
                <a:lnTo>
                  <a:pt x="58919" y="443313"/>
                </a:lnTo>
                <a:lnTo>
                  <a:pt x="57547" y="442361"/>
                </a:lnTo>
                <a:lnTo>
                  <a:pt x="57394" y="441757"/>
                </a:lnTo>
                <a:lnTo>
                  <a:pt x="57573" y="441224"/>
                </a:lnTo>
                <a:lnTo>
                  <a:pt x="56284" y="441109"/>
                </a:lnTo>
                <a:lnTo>
                  <a:pt x="55036" y="440203"/>
                </a:lnTo>
                <a:lnTo>
                  <a:pt x="54097" y="439839"/>
                </a:lnTo>
                <a:lnTo>
                  <a:pt x="53845" y="439300"/>
                </a:lnTo>
                <a:lnTo>
                  <a:pt x="54788" y="437671"/>
                </a:lnTo>
                <a:lnTo>
                  <a:pt x="54728" y="437167"/>
                </a:lnTo>
                <a:lnTo>
                  <a:pt x="54119" y="436710"/>
                </a:lnTo>
                <a:lnTo>
                  <a:pt x="52692" y="436414"/>
                </a:lnTo>
                <a:lnTo>
                  <a:pt x="52335" y="436138"/>
                </a:lnTo>
                <a:lnTo>
                  <a:pt x="52390" y="434718"/>
                </a:lnTo>
                <a:lnTo>
                  <a:pt x="52197" y="433809"/>
                </a:lnTo>
                <a:lnTo>
                  <a:pt x="51699" y="432912"/>
                </a:lnTo>
                <a:lnTo>
                  <a:pt x="52107" y="432067"/>
                </a:lnTo>
                <a:lnTo>
                  <a:pt x="50902" y="431621"/>
                </a:lnTo>
                <a:lnTo>
                  <a:pt x="50366" y="431856"/>
                </a:lnTo>
                <a:lnTo>
                  <a:pt x="49046" y="431678"/>
                </a:lnTo>
                <a:lnTo>
                  <a:pt x="47839" y="432156"/>
                </a:lnTo>
                <a:lnTo>
                  <a:pt x="47823" y="431775"/>
                </a:lnTo>
                <a:lnTo>
                  <a:pt x="48215" y="431246"/>
                </a:lnTo>
                <a:lnTo>
                  <a:pt x="48967" y="431289"/>
                </a:lnTo>
                <a:lnTo>
                  <a:pt x="49885" y="430904"/>
                </a:lnTo>
                <a:lnTo>
                  <a:pt x="50812" y="430857"/>
                </a:lnTo>
                <a:lnTo>
                  <a:pt x="50389" y="429829"/>
                </a:lnTo>
                <a:lnTo>
                  <a:pt x="50770" y="429712"/>
                </a:lnTo>
                <a:lnTo>
                  <a:pt x="50767" y="429371"/>
                </a:lnTo>
                <a:lnTo>
                  <a:pt x="49469" y="429213"/>
                </a:lnTo>
                <a:lnTo>
                  <a:pt x="49391" y="428801"/>
                </a:lnTo>
                <a:lnTo>
                  <a:pt x="49634" y="428382"/>
                </a:lnTo>
                <a:lnTo>
                  <a:pt x="49403" y="428048"/>
                </a:lnTo>
                <a:lnTo>
                  <a:pt x="48741" y="428315"/>
                </a:lnTo>
                <a:lnTo>
                  <a:pt x="48503" y="427950"/>
                </a:lnTo>
                <a:lnTo>
                  <a:pt x="48262" y="428052"/>
                </a:lnTo>
                <a:lnTo>
                  <a:pt x="47157" y="427595"/>
                </a:lnTo>
                <a:lnTo>
                  <a:pt x="46271" y="427855"/>
                </a:lnTo>
                <a:lnTo>
                  <a:pt x="46880" y="428521"/>
                </a:lnTo>
                <a:lnTo>
                  <a:pt x="46502" y="429060"/>
                </a:lnTo>
                <a:lnTo>
                  <a:pt x="46863" y="430065"/>
                </a:lnTo>
                <a:lnTo>
                  <a:pt x="47195" y="430000"/>
                </a:lnTo>
                <a:lnTo>
                  <a:pt x="47452" y="430434"/>
                </a:lnTo>
                <a:lnTo>
                  <a:pt x="47352" y="431768"/>
                </a:lnTo>
                <a:lnTo>
                  <a:pt x="46883" y="432430"/>
                </a:lnTo>
                <a:lnTo>
                  <a:pt x="46274" y="432229"/>
                </a:lnTo>
                <a:lnTo>
                  <a:pt x="46330" y="432544"/>
                </a:lnTo>
                <a:lnTo>
                  <a:pt x="45754" y="432978"/>
                </a:lnTo>
                <a:lnTo>
                  <a:pt x="44930" y="432408"/>
                </a:lnTo>
                <a:lnTo>
                  <a:pt x="44635" y="432430"/>
                </a:lnTo>
                <a:lnTo>
                  <a:pt x="44433" y="432918"/>
                </a:lnTo>
                <a:lnTo>
                  <a:pt x="44697" y="433472"/>
                </a:lnTo>
                <a:lnTo>
                  <a:pt x="44238" y="433611"/>
                </a:lnTo>
                <a:lnTo>
                  <a:pt x="43868" y="434097"/>
                </a:lnTo>
                <a:lnTo>
                  <a:pt x="44347" y="434829"/>
                </a:lnTo>
                <a:lnTo>
                  <a:pt x="45035" y="434994"/>
                </a:lnTo>
                <a:lnTo>
                  <a:pt x="45285" y="435315"/>
                </a:lnTo>
                <a:lnTo>
                  <a:pt x="45891" y="435207"/>
                </a:lnTo>
                <a:lnTo>
                  <a:pt x="46798" y="435900"/>
                </a:lnTo>
                <a:lnTo>
                  <a:pt x="47393" y="437492"/>
                </a:lnTo>
                <a:lnTo>
                  <a:pt x="47180" y="437517"/>
                </a:lnTo>
                <a:lnTo>
                  <a:pt x="47105" y="438003"/>
                </a:lnTo>
                <a:lnTo>
                  <a:pt x="46601" y="438088"/>
                </a:lnTo>
                <a:lnTo>
                  <a:pt x="46622" y="438975"/>
                </a:lnTo>
                <a:lnTo>
                  <a:pt x="47230" y="439271"/>
                </a:lnTo>
                <a:lnTo>
                  <a:pt x="47616" y="439777"/>
                </a:lnTo>
                <a:lnTo>
                  <a:pt x="48759" y="439741"/>
                </a:lnTo>
                <a:lnTo>
                  <a:pt x="49486" y="440128"/>
                </a:lnTo>
                <a:lnTo>
                  <a:pt x="50434" y="440198"/>
                </a:lnTo>
                <a:lnTo>
                  <a:pt x="50624" y="440743"/>
                </a:lnTo>
                <a:lnTo>
                  <a:pt x="51423" y="440516"/>
                </a:lnTo>
                <a:lnTo>
                  <a:pt x="52904" y="441636"/>
                </a:lnTo>
                <a:lnTo>
                  <a:pt x="53907" y="442738"/>
                </a:lnTo>
                <a:lnTo>
                  <a:pt x="55651" y="443925"/>
                </a:lnTo>
                <a:lnTo>
                  <a:pt x="59353" y="447298"/>
                </a:lnTo>
                <a:lnTo>
                  <a:pt x="62746" y="450885"/>
                </a:lnTo>
                <a:lnTo>
                  <a:pt x="65963" y="454723"/>
                </a:lnTo>
                <a:lnTo>
                  <a:pt x="69783" y="460300"/>
                </a:lnTo>
                <a:lnTo>
                  <a:pt x="73559" y="467676"/>
                </a:lnTo>
                <a:lnTo>
                  <a:pt x="73974" y="468975"/>
                </a:lnTo>
                <a:lnTo>
                  <a:pt x="74101" y="470805"/>
                </a:lnTo>
                <a:lnTo>
                  <a:pt x="73629" y="470967"/>
                </a:lnTo>
                <a:lnTo>
                  <a:pt x="73217" y="471496"/>
                </a:lnTo>
                <a:lnTo>
                  <a:pt x="72429" y="471409"/>
                </a:lnTo>
                <a:lnTo>
                  <a:pt x="72218" y="471928"/>
                </a:lnTo>
                <a:lnTo>
                  <a:pt x="72625" y="472593"/>
                </a:lnTo>
                <a:lnTo>
                  <a:pt x="72412" y="472780"/>
                </a:lnTo>
                <a:lnTo>
                  <a:pt x="72989" y="472661"/>
                </a:lnTo>
                <a:lnTo>
                  <a:pt x="73319" y="472965"/>
                </a:lnTo>
                <a:lnTo>
                  <a:pt x="74074" y="474243"/>
                </a:lnTo>
                <a:lnTo>
                  <a:pt x="74624" y="474503"/>
                </a:lnTo>
                <a:lnTo>
                  <a:pt x="74679" y="474922"/>
                </a:lnTo>
                <a:lnTo>
                  <a:pt x="75116" y="474881"/>
                </a:lnTo>
                <a:lnTo>
                  <a:pt x="76029" y="475651"/>
                </a:lnTo>
                <a:lnTo>
                  <a:pt x="77606" y="476362"/>
                </a:lnTo>
                <a:lnTo>
                  <a:pt x="81579" y="478745"/>
                </a:lnTo>
                <a:lnTo>
                  <a:pt x="85315" y="481603"/>
                </a:lnTo>
                <a:lnTo>
                  <a:pt x="90394" y="486488"/>
                </a:lnTo>
                <a:lnTo>
                  <a:pt x="93303" y="489900"/>
                </a:lnTo>
                <a:lnTo>
                  <a:pt x="94768" y="492132"/>
                </a:lnTo>
                <a:lnTo>
                  <a:pt x="95131" y="492069"/>
                </a:lnTo>
                <a:lnTo>
                  <a:pt x="95178" y="493143"/>
                </a:lnTo>
                <a:lnTo>
                  <a:pt x="95848" y="494068"/>
                </a:lnTo>
                <a:lnTo>
                  <a:pt x="95650" y="494469"/>
                </a:lnTo>
                <a:lnTo>
                  <a:pt x="95937" y="494656"/>
                </a:lnTo>
                <a:lnTo>
                  <a:pt x="96393" y="494398"/>
                </a:lnTo>
                <a:lnTo>
                  <a:pt x="96509" y="494582"/>
                </a:lnTo>
                <a:lnTo>
                  <a:pt x="96390" y="495046"/>
                </a:lnTo>
                <a:lnTo>
                  <a:pt x="96148" y="495149"/>
                </a:lnTo>
                <a:lnTo>
                  <a:pt x="96377" y="495713"/>
                </a:lnTo>
                <a:lnTo>
                  <a:pt x="96048" y="496141"/>
                </a:lnTo>
                <a:lnTo>
                  <a:pt x="96979" y="496780"/>
                </a:lnTo>
                <a:lnTo>
                  <a:pt x="97286" y="497517"/>
                </a:lnTo>
                <a:lnTo>
                  <a:pt x="97433" y="497478"/>
                </a:lnTo>
                <a:lnTo>
                  <a:pt x="97242" y="497273"/>
                </a:lnTo>
                <a:lnTo>
                  <a:pt x="97872" y="497694"/>
                </a:lnTo>
                <a:lnTo>
                  <a:pt x="97774" y="498141"/>
                </a:lnTo>
                <a:lnTo>
                  <a:pt x="97475" y="498123"/>
                </a:lnTo>
                <a:lnTo>
                  <a:pt x="97432" y="498488"/>
                </a:lnTo>
                <a:lnTo>
                  <a:pt x="97196" y="498402"/>
                </a:lnTo>
                <a:lnTo>
                  <a:pt x="96967" y="498640"/>
                </a:lnTo>
                <a:lnTo>
                  <a:pt x="96859" y="499641"/>
                </a:lnTo>
                <a:lnTo>
                  <a:pt x="96575" y="500050"/>
                </a:lnTo>
                <a:lnTo>
                  <a:pt x="97105" y="501454"/>
                </a:lnTo>
                <a:lnTo>
                  <a:pt x="96261" y="501620"/>
                </a:lnTo>
                <a:lnTo>
                  <a:pt x="96477" y="502410"/>
                </a:lnTo>
                <a:lnTo>
                  <a:pt x="96039" y="502722"/>
                </a:lnTo>
                <a:lnTo>
                  <a:pt x="95968" y="503851"/>
                </a:lnTo>
                <a:lnTo>
                  <a:pt x="96477" y="505046"/>
                </a:lnTo>
                <a:lnTo>
                  <a:pt x="95887" y="505533"/>
                </a:lnTo>
                <a:lnTo>
                  <a:pt x="96078" y="505452"/>
                </a:lnTo>
                <a:lnTo>
                  <a:pt x="96346" y="506094"/>
                </a:lnTo>
                <a:lnTo>
                  <a:pt x="97287" y="506454"/>
                </a:lnTo>
                <a:lnTo>
                  <a:pt x="97592" y="506969"/>
                </a:lnTo>
                <a:lnTo>
                  <a:pt x="98261" y="507054"/>
                </a:lnTo>
                <a:lnTo>
                  <a:pt x="98401" y="506237"/>
                </a:lnTo>
                <a:lnTo>
                  <a:pt x="99079" y="506482"/>
                </a:lnTo>
                <a:lnTo>
                  <a:pt x="99249" y="506060"/>
                </a:lnTo>
                <a:lnTo>
                  <a:pt x="99715" y="505991"/>
                </a:lnTo>
                <a:lnTo>
                  <a:pt x="100429" y="506507"/>
                </a:lnTo>
                <a:lnTo>
                  <a:pt x="100526" y="506203"/>
                </a:lnTo>
                <a:lnTo>
                  <a:pt x="101005" y="506288"/>
                </a:lnTo>
                <a:lnTo>
                  <a:pt x="102386" y="507392"/>
                </a:lnTo>
                <a:lnTo>
                  <a:pt x="103275" y="508940"/>
                </a:lnTo>
                <a:lnTo>
                  <a:pt x="103299" y="509217"/>
                </a:lnTo>
                <a:lnTo>
                  <a:pt x="103000" y="509412"/>
                </a:lnTo>
                <a:lnTo>
                  <a:pt x="103428" y="509681"/>
                </a:lnTo>
                <a:lnTo>
                  <a:pt x="103106" y="510432"/>
                </a:lnTo>
                <a:lnTo>
                  <a:pt x="102780" y="510601"/>
                </a:lnTo>
                <a:lnTo>
                  <a:pt x="104296" y="510687"/>
                </a:lnTo>
                <a:lnTo>
                  <a:pt x="105138" y="511897"/>
                </a:lnTo>
                <a:lnTo>
                  <a:pt x="104893" y="512506"/>
                </a:lnTo>
                <a:lnTo>
                  <a:pt x="105710" y="513669"/>
                </a:lnTo>
                <a:lnTo>
                  <a:pt x="106575" y="513693"/>
                </a:lnTo>
                <a:lnTo>
                  <a:pt x="106870" y="514079"/>
                </a:lnTo>
                <a:lnTo>
                  <a:pt x="107662" y="514013"/>
                </a:lnTo>
                <a:lnTo>
                  <a:pt x="108221" y="514333"/>
                </a:lnTo>
                <a:lnTo>
                  <a:pt x="111828" y="519678"/>
                </a:lnTo>
                <a:lnTo>
                  <a:pt x="112777" y="521534"/>
                </a:lnTo>
                <a:lnTo>
                  <a:pt x="113030" y="522278"/>
                </a:lnTo>
                <a:lnTo>
                  <a:pt x="112408" y="522692"/>
                </a:lnTo>
                <a:lnTo>
                  <a:pt x="113055" y="522264"/>
                </a:lnTo>
                <a:lnTo>
                  <a:pt x="113393" y="522969"/>
                </a:lnTo>
                <a:lnTo>
                  <a:pt x="112168" y="522832"/>
                </a:lnTo>
                <a:lnTo>
                  <a:pt x="113398" y="522979"/>
                </a:lnTo>
                <a:lnTo>
                  <a:pt x="113439" y="523283"/>
                </a:lnTo>
                <a:lnTo>
                  <a:pt x="113582" y="523146"/>
                </a:lnTo>
                <a:lnTo>
                  <a:pt x="113455" y="523308"/>
                </a:lnTo>
                <a:lnTo>
                  <a:pt x="114503" y="525184"/>
                </a:lnTo>
                <a:lnTo>
                  <a:pt x="115536" y="528525"/>
                </a:lnTo>
                <a:lnTo>
                  <a:pt x="115570" y="529419"/>
                </a:lnTo>
                <a:lnTo>
                  <a:pt x="115299" y="530549"/>
                </a:lnTo>
                <a:lnTo>
                  <a:pt x="114462" y="531479"/>
                </a:lnTo>
                <a:lnTo>
                  <a:pt x="114532" y="532179"/>
                </a:lnTo>
                <a:lnTo>
                  <a:pt x="115429" y="533928"/>
                </a:lnTo>
                <a:lnTo>
                  <a:pt x="115596" y="535648"/>
                </a:lnTo>
                <a:lnTo>
                  <a:pt x="116239" y="537897"/>
                </a:lnTo>
                <a:lnTo>
                  <a:pt x="118157" y="541869"/>
                </a:lnTo>
                <a:lnTo>
                  <a:pt x="118027" y="542350"/>
                </a:lnTo>
                <a:lnTo>
                  <a:pt x="119304" y="543503"/>
                </a:lnTo>
                <a:lnTo>
                  <a:pt x="121208" y="546705"/>
                </a:lnTo>
                <a:lnTo>
                  <a:pt x="122641" y="550466"/>
                </a:lnTo>
                <a:lnTo>
                  <a:pt x="122884" y="553412"/>
                </a:lnTo>
                <a:lnTo>
                  <a:pt x="122405" y="556641"/>
                </a:lnTo>
                <a:lnTo>
                  <a:pt x="122140" y="556809"/>
                </a:lnTo>
                <a:lnTo>
                  <a:pt x="121026" y="559507"/>
                </a:lnTo>
                <a:lnTo>
                  <a:pt x="120708" y="559561"/>
                </a:lnTo>
                <a:lnTo>
                  <a:pt x="120082" y="560262"/>
                </a:lnTo>
                <a:lnTo>
                  <a:pt x="118574" y="560369"/>
                </a:lnTo>
                <a:lnTo>
                  <a:pt x="117301" y="559296"/>
                </a:lnTo>
                <a:lnTo>
                  <a:pt x="116385" y="558983"/>
                </a:lnTo>
                <a:lnTo>
                  <a:pt x="116579" y="559178"/>
                </a:lnTo>
                <a:lnTo>
                  <a:pt x="116397" y="559401"/>
                </a:lnTo>
                <a:lnTo>
                  <a:pt x="116593" y="559194"/>
                </a:lnTo>
                <a:lnTo>
                  <a:pt x="117348" y="559352"/>
                </a:lnTo>
                <a:lnTo>
                  <a:pt x="117196" y="559604"/>
                </a:lnTo>
                <a:lnTo>
                  <a:pt x="118641" y="560884"/>
                </a:lnTo>
                <a:lnTo>
                  <a:pt x="118196" y="561325"/>
                </a:lnTo>
                <a:lnTo>
                  <a:pt x="117964" y="561138"/>
                </a:lnTo>
                <a:lnTo>
                  <a:pt x="118199" y="561362"/>
                </a:lnTo>
                <a:lnTo>
                  <a:pt x="117915" y="561262"/>
                </a:lnTo>
                <a:lnTo>
                  <a:pt x="118014" y="561578"/>
                </a:lnTo>
                <a:lnTo>
                  <a:pt x="117609" y="561246"/>
                </a:lnTo>
                <a:lnTo>
                  <a:pt x="117874" y="561224"/>
                </a:lnTo>
                <a:lnTo>
                  <a:pt x="117740" y="561044"/>
                </a:lnTo>
                <a:lnTo>
                  <a:pt x="116184" y="559920"/>
                </a:lnTo>
                <a:lnTo>
                  <a:pt x="116204" y="559601"/>
                </a:lnTo>
                <a:lnTo>
                  <a:pt x="116163" y="559948"/>
                </a:lnTo>
                <a:lnTo>
                  <a:pt x="115909" y="559903"/>
                </a:lnTo>
                <a:lnTo>
                  <a:pt x="117477" y="560948"/>
                </a:lnTo>
                <a:lnTo>
                  <a:pt x="117271" y="561246"/>
                </a:lnTo>
                <a:lnTo>
                  <a:pt x="116636" y="560744"/>
                </a:lnTo>
                <a:lnTo>
                  <a:pt x="117281" y="561269"/>
                </a:lnTo>
                <a:lnTo>
                  <a:pt x="117132" y="561418"/>
                </a:lnTo>
                <a:lnTo>
                  <a:pt x="117464" y="561718"/>
                </a:lnTo>
                <a:lnTo>
                  <a:pt x="116978" y="561779"/>
                </a:lnTo>
                <a:lnTo>
                  <a:pt x="117023" y="561465"/>
                </a:lnTo>
                <a:lnTo>
                  <a:pt x="116436" y="561070"/>
                </a:lnTo>
                <a:lnTo>
                  <a:pt x="116942" y="561512"/>
                </a:lnTo>
                <a:lnTo>
                  <a:pt x="116678" y="561768"/>
                </a:lnTo>
                <a:lnTo>
                  <a:pt x="114646" y="560141"/>
                </a:lnTo>
                <a:lnTo>
                  <a:pt x="115286" y="559467"/>
                </a:lnTo>
                <a:lnTo>
                  <a:pt x="115695" y="559694"/>
                </a:lnTo>
                <a:lnTo>
                  <a:pt x="115515" y="559495"/>
                </a:lnTo>
                <a:lnTo>
                  <a:pt x="115750" y="559381"/>
                </a:lnTo>
                <a:lnTo>
                  <a:pt x="115282" y="559150"/>
                </a:lnTo>
                <a:lnTo>
                  <a:pt x="114867" y="559079"/>
                </a:lnTo>
                <a:lnTo>
                  <a:pt x="115023" y="559291"/>
                </a:lnTo>
                <a:lnTo>
                  <a:pt x="114422" y="559923"/>
                </a:lnTo>
                <a:lnTo>
                  <a:pt x="114524" y="559503"/>
                </a:lnTo>
                <a:lnTo>
                  <a:pt x="114038" y="559710"/>
                </a:lnTo>
                <a:lnTo>
                  <a:pt x="114154" y="560027"/>
                </a:lnTo>
                <a:lnTo>
                  <a:pt x="113904" y="559865"/>
                </a:lnTo>
                <a:lnTo>
                  <a:pt x="113764" y="560019"/>
                </a:lnTo>
                <a:lnTo>
                  <a:pt x="114005" y="560177"/>
                </a:lnTo>
                <a:lnTo>
                  <a:pt x="113542" y="560048"/>
                </a:lnTo>
                <a:lnTo>
                  <a:pt x="114131" y="559597"/>
                </a:lnTo>
                <a:lnTo>
                  <a:pt x="113941" y="559546"/>
                </a:lnTo>
                <a:lnTo>
                  <a:pt x="114004" y="559287"/>
                </a:lnTo>
                <a:lnTo>
                  <a:pt x="114227" y="559465"/>
                </a:lnTo>
                <a:lnTo>
                  <a:pt x="114049" y="559278"/>
                </a:lnTo>
                <a:lnTo>
                  <a:pt x="114232" y="559091"/>
                </a:lnTo>
                <a:lnTo>
                  <a:pt x="114445" y="559273"/>
                </a:lnTo>
                <a:lnTo>
                  <a:pt x="114262" y="559067"/>
                </a:lnTo>
                <a:lnTo>
                  <a:pt x="114488" y="558810"/>
                </a:lnTo>
                <a:lnTo>
                  <a:pt x="114747" y="559038"/>
                </a:lnTo>
                <a:lnTo>
                  <a:pt x="114648" y="558679"/>
                </a:lnTo>
                <a:lnTo>
                  <a:pt x="115744" y="558143"/>
                </a:lnTo>
                <a:lnTo>
                  <a:pt x="113648" y="559033"/>
                </a:lnTo>
                <a:lnTo>
                  <a:pt x="113103" y="558600"/>
                </a:lnTo>
                <a:lnTo>
                  <a:pt x="113074" y="558789"/>
                </a:lnTo>
                <a:lnTo>
                  <a:pt x="112791" y="558682"/>
                </a:lnTo>
                <a:lnTo>
                  <a:pt x="113158" y="558512"/>
                </a:lnTo>
                <a:lnTo>
                  <a:pt x="112743" y="558476"/>
                </a:lnTo>
                <a:lnTo>
                  <a:pt x="110931" y="558843"/>
                </a:lnTo>
                <a:lnTo>
                  <a:pt x="110911" y="559781"/>
                </a:lnTo>
                <a:lnTo>
                  <a:pt x="109827" y="560434"/>
                </a:lnTo>
                <a:lnTo>
                  <a:pt x="109325" y="561723"/>
                </a:lnTo>
                <a:lnTo>
                  <a:pt x="108272" y="562438"/>
                </a:lnTo>
                <a:lnTo>
                  <a:pt x="108452" y="563154"/>
                </a:lnTo>
                <a:lnTo>
                  <a:pt x="108005" y="563597"/>
                </a:lnTo>
                <a:lnTo>
                  <a:pt x="108410" y="564296"/>
                </a:lnTo>
                <a:lnTo>
                  <a:pt x="108453" y="564916"/>
                </a:lnTo>
                <a:lnTo>
                  <a:pt x="108184" y="565465"/>
                </a:lnTo>
                <a:lnTo>
                  <a:pt x="107735" y="565471"/>
                </a:lnTo>
                <a:lnTo>
                  <a:pt x="107672" y="565679"/>
                </a:lnTo>
                <a:lnTo>
                  <a:pt x="107785" y="566050"/>
                </a:lnTo>
                <a:lnTo>
                  <a:pt x="108548" y="566341"/>
                </a:lnTo>
                <a:lnTo>
                  <a:pt x="108694" y="566792"/>
                </a:lnTo>
                <a:lnTo>
                  <a:pt x="108340" y="567551"/>
                </a:lnTo>
                <a:lnTo>
                  <a:pt x="108148" y="567421"/>
                </a:lnTo>
                <a:lnTo>
                  <a:pt x="108573" y="568272"/>
                </a:lnTo>
                <a:lnTo>
                  <a:pt x="107940" y="568489"/>
                </a:lnTo>
                <a:lnTo>
                  <a:pt x="108082" y="569556"/>
                </a:lnTo>
                <a:lnTo>
                  <a:pt x="107780" y="569947"/>
                </a:lnTo>
                <a:lnTo>
                  <a:pt x="107856" y="570823"/>
                </a:lnTo>
                <a:lnTo>
                  <a:pt x="107130" y="571648"/>
                </a:lnTo>
                <a:lnTo>
                  <a:pt x="106879" y="571674"/>
                </a:lnTo>
                <a:lnTo>
                  <a:pt x="106685" y="572186"/>
                </a:lnTo>
                <a:lnTo>
                  <a:pt x="106392" y="572080"/>
                </a:lnTo>
                <a:lnTo>
                  <a:pt x="106063" y="572629"/>
                </a:lnTo>
                <a:lnTo>
                  <a:pt x="105790" y="572651"/>
                </a:lnTo>
                <a:lnTo>
                  <a:pt x="105645" y="573029"/>
                </a:lnTo>
                <a:lnTo>
                  <a:pt x="104964" y="573022"/>
                </a:lnTo>
                <a:lnTo>
                  <a:pt x="104930" y="573338"/>
                </a:lnTo>
                <a:lnTo>
                  <a:pt x="104427" y="573832"/>
                </a:lnTo>
                <a:lnTo>
                  <a:pt x="104530" y="574756"/>
                </a:lnTo>
                <a:lnTo>
                  <a:pt x="104184" y="575402"/>
                </a:lnTo>
                <a:lnTo>
                  <a:pt x="104356" y="575834"/>
                </a:lnTo>
                <a:lnTo>
                  <a:pt x="104212" y="576034"/>
                </a:lnTo>
                <a:lnTo>
                  <a:pt x="103830" y="575924"/>
                </a:lnTo>
                <a:lnTo>
                  <a:pt x="104140" y="576095"/>
                </a:lnTo>
                <a:lnTo>
                  <a:pt x="104194" y="576585"/>
                </a:lnTo>
                <a:lnTo>
                  <a:pt x="103257" y="577084"/>
                </a:lnTo>
                <a:lnTo>
                  <a:pt x="103458" y="577407"/>
                </a:lnTo>
                <a:lnTo>
                  <a:pt x="103202" y="578217"/>
                </a:lnTo>
                <a:lnTo>
                  <a:pt x="102909" y="578421"/>
                </a:lnTo>
                <a:lnTo>
                  <a:pt x="103073" y="578965"/>
                </a:lnTo>
                <a:lnTo>
                  <a:pt x="101784" y="579666"/>
                </a:lnTo>
                <a:lnTo>
                  <a:pt x="100243" y="579823"/>
                </a:lnTo>
                <a:lnTo>
                  <a:pt x="101161" y="580177"/>
                </a:lnTo>
                <a:lnTo>
                  <a:pt x="100733" y="581168"/>
                </a:lnTo>
                <a:lnTo>
                  <a:pt x="100026" y="581424"/>
                </a:lnTo>
                <a:lnTo>
                  <a:pt x="99870" y="581742"/>
                </a:lnTo>
                <a:lnTo>
                  <a:pt x="100359" y="582328"/>
                </a:lnTo>
                <a:lnTo>
                  <a:pt x="101654" y="582678"/>
                </a:lnTo>
                <a:lnTo>
                  <a:pt x="102178" y="583101"/>
                </a:lnTo>
                <a:lnTo>
                  <a:pt x="102366" y="583891"/>
                </a:lnTo>
                <a:lnTo>
                  <a:pt x="103002" y="584305"/>
                </a:lnTo>
                <a:lnTo>
                  <a:pt x="102928" y="584614"/>
                </a:lnTo>
                <a:lnTo>
                  <a:pt x="103081" y="584474"/>
                </a:lnTo>
                <a:lnTo>
                  <a:pt x="104488" y="585078"/>
                </a:lnTo>
                <a:lnTo>
                  <a:pt x="105498" y="584058"/>
                </a:lnTo>
                <a:lnTo>
                  <a:pt x="105753" y="583377"/>
                </a:lnTo>
                <a:lnTo>
                  <a:pt x="105471" y="583850"/>
                </a:lnTo>
                <a:lnTo>
                  <a:pt x="105049" y="583441"/>
                </a:lnTo>
                <a:lnTo>
                  <a:pt x="105507" y="582806"/>
                </a:lnTo>
                <a:lnTo>
                  <a:pt x="105622" y="583308"/>
                </a:lnTo>
                <a:lnTo>
                  <a:pt x="105571" y="582575"/>
                </a:lnTo>
                <a:lnTo>
                  <a:pt x="106639" y="582426"/>
                </a:lnTo>
                <a:lnTo>
                  <a:pt x="107292" y="582939"/>
                </a:lnTo>
                <a:lnTo>
                  <a:pt x="107408" y="583909"/>
                </a:lnTo>
                <a:lnTo>
                  <a:pt x="108318" y="585100"/>
                </a:lnTo>
                <a:lnTo>
                  <a:pt x="107753" y="586711"/>
                </a:lnTo>
                <a:lnTo>
                  <a:pt x="106620" y="587420"/>
                </a:lnTo>
                <a:lnTo>
                  <a:pt x="106682" y="588441"/>
                </a:lnTo>
                <a:lnTo>
                  <a:pt x="106418" y="588822"/>
                </a:lnTo>
                <a:lnTo>
                  <a:pt x="106706" y="589090"/>
                </a:lnTo>
                <a:lnTo>
                  <a:pt x="106000" y="589704"/>
                </a:lnTo>
                <a:lnTo>
                  <a:pt x="106453" y="590536"/>
                </a:lnTo>
                <a:lnTo>
                  <a:pt x="106904" y="590849"/>
                </a:lnTo>
                <a:lnTo>
                  <a:pt x="107161" y="592133"/>
                </a:lnTo>
                <a:lnTo>
                  <a:pt x="106490" y="595319"/>
                </a:lnTo>
                <a:lnTo>
                  <a:pt x="105873" y="596046"/>
                </a:lnTo>
                <a:lnTo>
                  <a:pt x="104891" y="595645"/>
                </a:lnTo>
                <a:lnTo>
                  <a:pt x="104049" y="597105"/>
                </a:lnTo>
                <a:lnTo>
                  <a:pt x="102786" y="597484"/>
                </a:lnTo>
                <a:lnTo>
                  <a:pt x="102528" y="597960"/>
                </a:lnTo>
                <a:lnTo>
                  <a:pt x="102920" y="598065"/>
                </a:lnTo>
                <a:lnTo>
                  <a:pt x="102300" y="598626"/>
                </a:lnTo>
                <a:lnTo>
                  <a:pt x="102356" y="599156"/>
                </a:lnTo>
                <a:lnTo>
                  <a:pt x="102991" y="600408"/>
                </a:lnTo>
                <a:lnTo>
                  <a:pt x="103616" y="600718"/>
                </a:lnTo>
                <a:lnTo>
                  <a:pt x="105159" y="603606"/>
                </a:lnTo>
                <a:lnTo>
                  <a:pt x="105914" y="604026"/>
                </a:lnTo>
                <a:lnTo>
                  <a:pt x="106275" y="603503"/>
                </a:lnTo>
                <a:lnTo>
                  <a:pt x="107114" y="603513"/>
                </a:lnTo>
                <a:lnTo>
                  <a:pt x="108552" y="604656"/>
                </a:lnTo>
                <a:lnTo>
                  <a:pt x="109667" y="606466"/>
                </a:lnTo>
                <a:lnTo>
                  <a:pt x="109978" y="607260"/>
                </a:lnTo>
                <a:lnTo>
                  <a:pt x="109608" y="607684"/>
                </a:lnTo>
                <a:lnTo>
                  <a:pt x="109787" y="608782"/>
                </a:lnTo>
                <a:lnTo>
                  <a:pt x="111058" y="611934"/>
                </a:lnTo>
                <a:lnTo>
                  <a:pt x="110854" y="613514"/>
                </a:lnTo>
                <a:lnTo>
                  <a:pt x="111403" y="614520"/>
                </a:lnTo>
                <a:lnTo>
                  <a:pt x="111566" y="615357"/>
                </a:lnTo>
                <a:lnTo>
                  <a:pt x="111197" y="615610"/>
                </a:lnTo>
                <a:lnTo>
                  <a:pt x="111826" y="616079"/>
                </a:lnTo>
                <a:lnTo>
                  <a:pt x="111511" y="616548"/>
                </a:lnTo>
                <a:lnTo>
                  <a:pt x="111546" y="616941"/>
                </a:lnTo>
                <a:lnTo>
                  <a:pt x="112117" y="617788"/>
                </a:lnTo>
                <a:lnTo>
                  <a:pt x="111515" y="618406"/>
                </a:lnTo>
                <a:lnTo>
                  <a:pt x="111527" y="618782"/>
                </a:lnTo>
                <a:lnTo>
                  <a:pt x="112122" y="619191"/>
                </a:lnTo>
                <a:lnTo>
                  <a:pt x="112807" y="619305"/>
                </a:lnTo>
                <a:lnTo>
                  <a:pt x="113357" y="620792"/>
                </a:lnTo>
                <a:lnTo>
                  <a:pt x="113976" y="621154"/>
                </a:lnTo>
                <a:lnTo>
                  <a:pt x="115181" y="623510"/>
                </a:lnTo>
                <a:lnTo>
                  <a:pt x="115092" y="624052"/>
                </a:lnTo>
                <a:lnTo>
                  <a:pt x="114651" y="624344"/>
                </a:lnTo>
                <a:lnTo>
                  <a:pt x="115394" y="624731"/>
                </a:lnTo>
                <a:lnTo>
                  <a:pt x="115718" y="625198"/>
                </a:lnTo>
                <a:lnTo>
                  <a:pt x="116617" y="625574"/>
                </a:lnTo>
                <a:lnTo>
                  <a:pt x="116847" y="625792"/>
                </a:lnTo>
                <a:lnTo>
                  <a:pt x="116690" y="626289"/>
                </a:lnTo>
                <a:lnTo>
                  <a:pt x="117549" y="626608"/>
                </a:lnTo>
                <a:lnTo>
                  <a:pt x="117540" y="627052"/>
                </a:lnTo>
                <a:lnTo>
                  <a:pt x="118542" y="627833"/>
                </a:lnTo>
                <a:lnTo>
                  <a:pt x="119054" y="627878"/>
                </a:lnTo>
                <a:lnTo>
                  <a:pt x="120634" y="628728"/>
                </a:lnTo>
                <a:lnTo>
                  <a:pt x="121339" y="628520"/>
                </a:lnTo>
                <a:lnTo>
                  <a:pt x="122436" y="628804"/>
                </a:lnTo>
                <a:lnTo>
                  <a:pt x="122817" y="629329"/>
                </a:lnTo>
                <a:lnTo>
                  <a:pt x="122785" y="629747"/>
                </a:lnTo>
                <a:lnTo>
                  <a:pt x="123773" y="630263"/>
                </a:lnTo>
                <a:lnTo>
                  <a:pt x="124649" y="631301"/>
                </a:lnTo>
                <a:lnTo>
                  <a:pt x="124620" y="631899"/>
                </a:lnTo>
                <a:lnTo>
                  <a:pt x="125590" y="631605"/>
                </a:lnTo>
                <a:lnTo>
                  <a:pt x="125844" y="631158"/>
                </a:lnTo>
                <a:lnTo>
                  <a:pt x="128088" y="631560"/>
                </a:lnTo>
                <a:lnTo>
                  <a:pt x="127766" y="631098"/>
                </a:lnTo>
                <a:lnTo>
                  <a:pt x="126682" y="630424"/>
                </a:lnTo>
                <a:lnTo>
                  <a:pt x="126827" y="630369"/>
                </a:lnTo>
                <a:lnTo>
                  <a:pt x="126603" y="630122"/>
                </a:lnTo>
                <a:lnTo>
                  <a:pt x="125952" y="630123"/>
                </a:lnTo>
                <a:lnTo>
                  <a:pt x="124944" y="629185"/>
                </a:lnTo>
                <a:lnTo>
                  <a:pt x="124428" y="629028"/>
                </a:lnTo>
                <a:lnTo>
                  <a:pt x="123789" y="627778"/>
                </a:lnTo>
                <a:lnTo>
                  <a:pt x="123763" y="627077"/>
                </a:lnTo>
                <a:lnTo>
                  <a:pt x="123427" y="626386"/>
                </a:lnTo>
                <a:lnTo>
                  <a:pt x="122903" y="626053"/>
                </a:lnTo>
                <a:lnTo>
                  <a:pt x="122772" y="625697"/>
                </a:lnTo>
                <a:lnTo>
                  <a:pt x="122815" y="625344"/>
                </a:lnTo>
                <a:lnTo>
                  <a:pt x="123335" y="625086"/>
                </a:lnTo>
                <a:lnTo>
                  <a:pt x="122698" y="624303"/>
                </a:lnTo>
                <a:lnTo>
                  <a:pt x="123001" y="623928"/>
                </a:lnTo>
                <a:lnTo>
                  <a:pt x="123049" y="623065"/>
                </a:lnTo>
                <a:lnTo>
                  <a:pt x="123465" y="622249"/>
                </a:lnTo>
                <a:lnTo>
                  <a:pt x="123305" y="621417"/>
                </a:lnTo>
                <a:lnTo>
                  <a:pt x="124340" y="619030"/>
                </a:lnTo>
                <a:lnTo>
                  <a:pt x="124272" y="618579"/>
                </a:lnTo>
                <a:lnTo>
                  <a:pt x="123332" y="617901"/>
                </a:lnTo>
                <a:lnTo>
                  <a:pt x="123129" y="617057"/>
                </a:lnTo>
                <a:lnTo>
                  <a:pt x="123538" y="616221"/>
                </a:lnTo>
                <a:lnTo>
                  <a:pt x="123877" y="616115"/>
                </a:lnTo>
                <a:lnTo>
                  <a:pt x="124488" y="615232"/>
                </a:lnTo>
                <a:lnTo>
                  <a:pt x="124296" y="615086"/>
                </a:lnTo>
                <a:lnTo>
                  <a:pt x="124008" y="613167"/>
                </a:lnTo>
                <a:lnTo>
                  <a:pt x="124435" y="612768"/>
                </a:lnTo>
                <a:lnTo>
                  <a:pt x="124096" y="612616"/>
                </a:lnTo>
                <a:lnTo>
                  <a:pt x="123969" y="612201"/>
                </a:lnTo>
                <a:lnTo>
                  <a:pt x="123983" y="611769"/>
                </a:lnTo>
                <a:lnTo>
                  <a:pt x="124241" y="611675"/>
                </a:lnTo>
                <a:lnTo>
                  <a:pt x="124000" y="611352"/>
                </a:lnTo>
                <a:lnTo>
                  <a:pt x="123546" y="611318"/>
                </a:lnTo>
                <a:lnTo>
                  <a:pt x="122896" y="610564"/>
                </a:lnTo>
                <a:lnTo>
                  <a:pt x="122067" y="608123"/>
                </a:lnTo>
                <a:lnTo>
                  <a:pt x="121475" y="607528"/>
                </a:lnTo>
                <a:lnTo>
                  <a:pt x="121348" y="606907"/>
                </a:lnTo>
                <a:lnTo>
                  <a:pt x="120874" y="606250"/>
                </a:lnTo>
                <a:lnTo>
                  <a:pt x="120581" y="606301"/>
                </a:lnTo>
                <a:lnTo>
                  <a:pt x="120383" y="605859"/>
                </a:lnTo>
                <a:lnTo>
                  <a:pt x="119822" y="605705"/>
                </a:lnTo>
                <a:lnTo>
                  <a:pt x="119209" y="604679"/>
                </a:lnTo>
                <a:lnTo>
                  <a:pt x="118583" y="604246"/>
                </a:lnTo>
                <a:lnTo>
                  <a:pt x="118571" y="604472"/>
                </a:lnTo>
                <a:lnTo>
                  <a:pt x="118974" y="604638"/>
                </a:lnTo>
                <a:lnTo>
                  <a:pt x="118841" y="604788"/>
                </a:lnTo>
                <a:lnTo>
                  <a:pt x="119182" y="604714"/>
                </a:lnTo>
                <a:lnTo>
                  <a:pt x="119316" y="605149"/>
                </a:lnTo>
                <a:lnTo>
                  <a:pt x="118933" y="605273"/>
                </a:lnTo>
                <a:lnTo>
                  <a:pt x="118666" y="604855"/>
                </a:lnTo>
                <a:lnTo>
                  <a:pt x="118490" y="605000"/>
                </a:lnTo>
                <a:lnTo>
                  <a:pt x="118642" y="605230"/>
                </a:lnTo>
                <a:lnTo>
                  <a:pt x="118295" y="605245"/>
                </a:lnTo>
                <a:lnTo>
                  <a:pt x="118452" y="605028"/>
                </a:lnTo>
                <a:lnTo>
                  <a:pt x="118282" y="605237"/>
                </a:lnTo>
                <a:lnTo>
                  <a:pt x="118110" y="604841"/>
                </a:lnTo>
                <a:lnTo>
                  <a:pt x="118429" y="604511"/>
                </a:lnTo>
                <a:lnTo>
                  <a:pt x="118059" y="604819"/>
                </a:lnTo>
                <a:lnTo>
                  <a:pt x="118258" y="605241"/>
                </a:lnTo>
                <a:lnTo>
                  <a:pt x="117955" y="605574"/>
                </a:lnTo>
                <a:lnTo>
                  <a:pt x="117386" y="605388"/>
                </a:lnTo>
                <a:lnTo>
                  <a:pt x="117003" y="604656"/>
                </a:lnTo>
                <a:lnTo>
                  <a:pt x="116960" y="603249"/>
                </a:lnTo>
                <a:lnTo>
                  <a:pt x="117815" y="601266"/>
                </a:lnTo>
                <a:lnTo>
                  <a:pt x="117493" y="600410"/>
                </a:lnTo>
                <a:lnTo>
                  <a:pt x="117715" y="600010"/>
                </a:lnTo>
                <a:lnTo>
                  <a:pt x="118023" y="599944"/>
                </a:lnTo>
                <a:lnTo>
                  <a:pt x="118585" y="598647"/>
                </a:lnTo>
                <a:lnTo>
                  <a:pt x="118208" y="597725"/>
                </a:lnTo>
                <a:lnTo>
                  <a:pt x="117458" y="597282"/>
                </a:lnTo>
                <a:lnTo>
                  <a:pt x="118142" y="595965"/>
                </a:lnTo>
                <a:lnTo>
                  <a:pt x="118413" y="595765"/>
                </a:lnTo>
                <a:lnTo>
                  <a:pt x="119450" y="595770"/>
                </a:lnTo>
                <a:lnTo>
                  <a:pt x="119929" y="595110"/>
                </a:lnTo>
                <a:lnTo>
                  <a:pt x="119510" y="595251"/>
                </a:lnTo>
                <a:lnTo>
                  <a:pt x="119550" y="594994"/>
                </a:lnTo>
                <a:lnTo>
                  <a:pt x="119855" y="595077"/>
                </a:lnTo>
                <a:lnTo>
                  <a:pt x="119670" y="594873"/>
                </a:lnTo>
                <a:lnTo>
                  <a:pt x="121843" y="592648"/>
                </a:lnTo>
                <a:lnTo>
                  <a:pt x="122056" y="591973"/>
                </a:lnTo>
                <a:lnTo>
                  <a:pt x="123613" y="591085"/>
                </a:lnTo>
                <a:lnTo>
                  <a:pt x="126594" y="589801"/>
                </a:lnTo>
                <a:lnTo>
                  <a:pt x="131162" y="588450"/>
                </a:lnTo>
                <a:lnTo>
                  <a:pt x="133298" y="588128"/>
                </a:lnTo>
                <a:lnTo>
                  <a:pt x="137885" y="586392"/>
                </a:lnTo>
                <a:lnTo>
                  <a:pt x="140992" y="585598"/>
                </a:lnTo>
                <a:lnTo>
                  <a:pt x="142273" y="585585"/>
                </a:lnTo>
                <a:lnTo>
                  <a:pt x="143507" y="585159"/>
                </a:lnTo>
                <a:lnTo>
                  <a:pt x="145657" y="584982"/>
                </a:lnTo>
                <a:lnTo>
                  <a:pt x="147708" y="584869"/>
                </a:lnTo>
                <a:lnTo>
                  <a:pt x="150936" y="585066"/>
                </a:lnTo>
                <a:lnTo>
                  <a:pt x="151492" y="584943"/>
                </a:lnTo>
                <a:lnTo>
                  <a:pt x="151263" y="584942"/>
                </a:lnTo>
                <a:lnTo>
                  <a:pt x="151336" y="584690"/>
                </a:lnTo>
                <a:lnTo>
                  <a:pt x="152056" y="584587"/>
                </a:lnTo>
                <a:lnTo>
                  <a:pt x="154678" y="584602"/>
                </a:lnTo>
                <a:lnTo>
                  <a:pt x="158295" y="584884"/>
                </a:lnTo>
                <a:lnTo>
                  <a:pt x="162699" y="585873"/>
                </a:lnTo>
                <a:lnTo>
                  <a:pt x="168125" y="588394"/>
                </a:lnTo>
                <a:lnTo>
                  <a:pt x="169289" y="589863"/>
                </a:lnTo>
                <a:lnTo>
                  <a:pt x="169624" y="590866"/>
                </a:lnTo>
                <a:lnTo>
                  <a:pt x="170625" y="591613"/>
                </a:lnTo>
                <a:lnTo>
                  <a:pt x="170799" y="592191"/>
                </a:lnTo>
                <a:lnTo>
                  <a:pt x="171866" y="593156"/>
                </a:lnTo>
                <a:lnTo>
                  <a:pt x="173074" y="594863"/>
                </a:lnTo>
                <a:lnTo>
                  <a:pt x="174128" y="595901"/>
                </a:lnTo>
                <a:lnTo>
                  <a:pt x="174236" y="596475"/>
                </a:lnTo>
                <a:lnTo>
                  <a:pt x="174446" y="596283"/>
                </a:lnTo>
                <a:lnTo>
                  <a:pt x="174260" y="595929"/>
                </a:lnTo>
                <a:lnTo>
                  <a:pt x="174757" y="596173"/>
                </a:lnTo>
                <a:lnTo>
                  <a:pt x="174601" y="596505"/>
                </a:lnTo>
                <a:lnTo>
                  <a:pt x="174366" y="596470"/>
                </a:lnTo>
                <a:lnTo>
                  <a:pt x="174596" y="596553"/>
                </a:lnTo>
                <a:lnTo>
                  <a:pt x="174786" y="596407"/>
                </a:lnTo>
                <a:lnTo>
                  <a:pt x="175207" y="596878"/>
                </a:lnTo>
                <a:lnTo>
                  <a:pt x="175652" y="596947"/>
                </a:lnTo>
                <a:lnTo>
                  <a:pt x="175968" y="597536"/>
                </a:lnTo>
                <a:lnTo>
                  <a:pt x="175973" y="597791"/>
                </a:lnTo>
                <a:lnTo>
                  <a:pt x="175385" y="598232"/>
                </a:lnTo>
                <a:lnTo>
                  <a:pt x="174706" y="598290"/>
                </a:lnTo>
                <a:lnTo>
                  <a:pt x="174959" y="598381"/>
                </a:lnTo>
                <a:lnTo>
                  <a:pt x="174821" y="598560"/>
                </a:lnTo>
                <a:lnTo>
                  <a:pt x="174629" y="598223"/>
                </a:lnTo>
                <a:lnTo>
                  <a:pt x="174759" y="598711"/>
                </a:lnTo>
                <a:lnTo>
                  <a:pt x="172078" y="599807"/>
                </a:lnTo>
                <a:lnTo>
                  <a:pt x="171115" y="600499"/>
                </a:lnTo>
                <a:lnTo>
                  <a:pt x="169910" y="601677"/>
                </a:lnTo>
                <a:lnTo>
                  <a:pt x="169550" y="602795"/>
                </a:lnTo>
                <a:lnTo>
                  <a:pt x="169619" y="603474"/>
                </a:lnTo>
                <a:lnTo>
                  <a:pt x="169942" y="603381"/>
                </a:lnTo>
                <a:lnTo>
                  <a:pt x="169808" y="603677"/>
                </a:lnTo>
                <a:lnTo>
                  <a:pt x="170978" y="605089"/>
                </a:lnTo>
                <a:lnTo>
                  <a:pt x="171216" y="605111"/>
                </a:lnTo>
                <a:lnTo>
                  <a:pt x="171493" y="605970"/>
                </a:lnTo>
                <a:lnTo>
                  <a:pt x="171778" y="606191"/>
                </a:lnTo>
                <a:lnTo>
                  <a:pt x="171355" y="607085"/>
                </a:lnTo>
                <a:lnTo>
                  <a:pt x="171944" y="607392"/>
                </a:lnTo>
                <a:lnTo>
                  <a:pt x="171771" y="607675"/>
                </a:lnTo>
                <a:lnTo>
                  <a:pt x="172782" y="608320"/>
                </a:lnTo>
                <a:lnTo>
                  <a:pt x="174529" y="610321"/>
                </a:lnTo>
                <a:lnTo>
                  <a:pt x="174540" y="611348"/>
                </a:lnTo>
                <a:lnTo>
                  <a:pt x="174865" y="611612"/>
                </a:lnTo>
                <a:lnTo>
                  <a:pt x="174771" y="612057"/>
                </a:lnTo>
                <a:lnTo>
                  <a:pt x="175063" y="612592"/>
                </a:lnTo>
                <a:lnTo>
                  <a:pt x="174513" y="614804"/>
                </a:lnTo>
                <a:lnTo>
                  <a:pt x="173441" y="615696"/>
                </a:lnTo>
                <a:lnTo>
                  <a:pt x="171835" y="616275"/>
                </a:lnTo>
                <a:lnTo>
                  <a:pt x="171604" y="616591"/>
                </a:lnTo>
                <a:lnTo>
                  <a:pt x="171006" y="617945"/>
                </a:lnTo>
                <a:lnTo>
                  <a:pt x="171050" y="618368"/>
                </a:lnTo>
                <a:lnTo>
                  <a:pt x="170568" y="619035"/>
                </a:lnTo>
                <a:lnTo>
                  <a:pt x="170983" y="620282"/>
                </a:lnTo>
                <a:lnTo>
                  <a:pt x="170765" y="620468"/>
                </a:lnTo>
                <a:lnTo>
                  <a:pt x="170514" y="620085"/>
                </a:lnTo>
                <a:lnTo>
                  <a:pt x="169974" y="620103"/>
                </a:lnTo>
                <a:lnTo>
                  <a:pt x="169727" y="619847"/>
                </a:lnTo>
                <a:lnTo>
                  <a:pt x="169539" y="620303"/>
                </a:lnTo>
                <a:lnTo>
                  <a:pt x="169749" y="620520"/>
                </a:lnTo>
                <a:lnTo>
                  <a:pt x="169643" y="620942"/>
                </a:lnTo>
                <a:lnTo>
                  <a:pt x="169937" y="621180"/>
                </a:lnTo>
                <a:lnTo>
                  <a:pt x="169689" y="621252"/>
                </a:lnTo>
                <a:lnTo>
                  <a:pt x="170004" y="621422"/>
                </a:lnTo>
                <a:lnTo>
                  <a:pt x="169445" y="621990"/>
                </a:lnTo>
                <a:lnTo>
                  <a:pt x="169857" y="622507"/>
                </a:lnTo>
                <a:lnTo>
                  <a:pt x="170105" y="622238"/>
                </a:lnTo>
                <a:lnTo>
                  <a:pt x="170600" y="622275"/>
                </a:lnTo>
                <a:lnTo>
                  <a:pt x="170523" y="622743"/>
                </a:lnTo>
                <a:lnTo>
                  <a:pt x="170198" y="622852"/>
                </a:lnTo>
                <a:lnTo>
                  <a:pt x="170381" y="623142"/>
                </a:lnTo>
                <a:lnTo>
                  <a:pt x="170177" y="623360"/>
                </a:lnTo>
                <a:lnTo>
                  <a:pt x="170580" y="623721"/>
                </a:lnTo>
                <a:lnTo>
                  <a:pt x="170609" y="624310"/>
                </a:lnTo>
                <a:lnTo>
                  <a:pt x="171026" y="624506"/>
                </a:lnTo>
                <a:lnTo>
                  <a:pt x="170916" y="625440"/>
                </a:lnTo>
                <a:lnTo>
                  <a:pt x="171556" y="626349"/>
                </a:lnTo>
                <a:lnTo>
                  <a:pt x="172507" y="626634"/>
                </a:lnTo>
                <a:lnTo>
                  <a:pt x="172190" y="627717"/>
                </a:lnTo>
                <a:lnTo>
                  <a:pt x="171766" y="627888"/>
                </a:lnTo>
                <a:lnTo>
                  <a:pt x="171265" y="627742"/>
                </a:lnTo>
                <a:lnTo>
                  <a:pt x="170591" y="628142"/>
                </a:lnTo>
                <a:lnTo>
                  <a:pt x="169905" y="627995"/>
                </a:lnTo>
                <a:lnTo>
                  <a:pt x="169614" y="628331"/>
                </a:lnTo>
                <a:lnTo>
                  <a:pt x="170785" y="629675"/>
                </a:lnTo>
                <a:lnTo>
                  <a:pt x="170550" y="629858"/>
                </a:lnTo>
                <a:lnTo>
                  <a:pt x="170483" y="630805"/>
                </a:lnTo>
                <a:lnTo>
                  <a:pt x="171003" y="631100"/>
                </a:lnTo>
                <a:lnTo>
                  <a:pt x="170769" y="631462"/>
                </a:lnTo>
                <a:lnTo>
                  <a:pt x="171147" y="631790"/>
                </a:lnTo>
                <a:lnTo>
                  <a:pt x="171066" y="632201"/>
                </a:lnTo>
                <a:lnTo>
                  <a:pt x="171883" y="632203"/>
                </a:lnTo>
                <a:lnTo>
                  <a:pt x="172177" y="632579"/>
                </a:lnTo>
                <a:lnTo>
                  <a:pt x="172125" y="633356"/>
                </a:lnTo>
                <a:lnTo>
                  <a:pt x="171500" y="633472"/>
                </a:lnTo>
                <a:lnTo>
                  <a:pt x="171666" y="633854"/>
                </a:lnTo>
                <a:lnTo>
                  <a:pt x="172171" y="633866"/>
                </a:lnTo>
                <a:lnTo>
                  <a:pt x="172125" y="634560"/>
                </a:lnTo>
                <a:lnTo>
                  <a:pt x="173465" y="634510"/>
                </a:lnTo>
                <a:lnTo>
                  <a:pt x="173586" y="634237"/>
                </a:lnTo>
                <a:lnTo>
                  <a:pt x="172835" y="633544"/>
                </a:lnTo>
                <a:lnTo>
                  <a:pt x="172869" y="633298"/>
                </a:lnTo>
                <a:lnTo>
                  <a:pt x="173124" y="633279"/>
                </a:lnTo>
                <a:lnTo>
                  <a:pt x="173296" y="632948"/>
                </a:lnTo>
                <a:lnTo>
                  <a:pt x="173945" y="633138"/>
                </a:lnTo>
                <a:lnTo>
                  <a:pt x="174347" y="632846"/>
                </a:lnTo>
                <a:lnTo>
                  <a:pt x="175063" y="633290"/>
                </a:lnTo>
                <a:lnTo>
                  <a:pt x="175272" y="633749"/>
                </a:lnTo>
                <a:lnTo>
                  <a:pt x="175973" y="633680"/>
                </a:lnTo>
                <a:lnTo>
                  <a:pt x="175659" y="634474"/>
                </a:lnTo>
                <a:lnTo>
                  <a:pt x="176023" y="634904"/>
                </a:lnTo>
                <a:lnTo>
                  <a:pt x="176164" y="634459"/>
                </a:lnTo>
                <a:lnTo>
                  <a:pt x="176923" y="634497"/>
                </a:lnTo>
                <a:lnTo>
                  <a:pt x="176910" y="634180"/>
                </a:lnTo>
                <a:lnTo>
                  <a:pt x="176222" y="633267"/>
                </a:lnTo>
                <a:lnTo>
                  <a:pt x="176331" y="632849"/>
                </a:lnTo>
                <a:lnTo>
                  <a:pt x="176126" y="632705"/>
                </a:lnTo>
                <a:lnTo>
                  <a:pt x="176402" y="632229"/>
                </a:lnTo>
                <a:lnTo>
                  <a:pt x="176753" y="632278"/>
                </a:lnTo>
                <a:lnTo>
                  <a:pt x="177127" y="631680"/>
                </a:lnTo>
                <a:lnTo>
                  <a:pt x="178438" y="631242"/>
                </a:lnTo>
                <a:lnTo>
                  <a:pt x="179897" y="632069"/>
                </a:lnTo>
                <a:lnTo>
                  <a:pt x="179867" y="631745"/>
                </a:lnTo>
                <a:lnTo>
                  <a:pt x="180299" y="631727"/>
                </a:lnTo>
                <a:lnTo>
                  <a:pt x="180961" y="632245"/>
                </a:lnTo>
                <a:lnTo>
                  <a:pt x="181527" y="631949"/>
                </a:lnTo>
                <a:lnTo>
                  <a:pt x="181095" y="631573"/>
                </a:lnTo>
                <a:lnTo>
                  <a:pt x="181383" y="630909"/>
                </a:lnTo>
                <a:lnTo>
                  <a:pt x="181991" y="631033"/>
                </a:lnTo>
                <a:lnTo>
                  <a:pt x="181995" y="630506"/>
                </a:lnTo>
                <a:lnTo>
                  <a:pt x="182587" y="630120"/>
                </a:lnTo>
                <a:lnTo>
                  <a:pt x="182538" y="629643"/>
                </a:lnTo>
                <a:lnTo>
                  <a:pt x="183276" y="629191"/>
                </a:lnTo>
                <a:lnTo>
                  <a:pt x="184491" y="629038"/>
                </a:lnTo>
                <a:lnTo>
                  <a:pt x="185004" y="629388"/>
                </a:lnTo>
                <a:lnTo>
                  <a:pt x="185437" y="629144"/>
                </a:lnTo>
                <a:lnTo>
                  <a:pt x="186029" y="629235"/>
                </a:lnTo>
                <a:lnTo>
                  <a:pt x="186365" y="628757"/>
                </a:lnTo>
                <a:lnTo>
                  <a:pt x="187654" y="629201"/>
                </a:lnTo>
                <a:lnTo>
                  <a:pt x="188453" y="629142"/>
                </a:lnTo>
                <a:lnTo>
                  <a:pt x="188618" y="629444"/>
                </a:lnTo>
                <a:lnTo>
                  <a:pt x="190551" y="629734"/>
                </a:lnTo>
                <a:lnTo>
                  <a:pt x="190882" y="629617"/>
                </a:lnTo>
                <a:lnTo>
                  <a:pt x="190703" y="629378"/>
                </a:lnTo>
                <a:lnTo>
                  <a:pt x="191221" y="629127"/>
                </a:lnTo>
                <a:lnTo>
                  <a:pt x="191957" y="629109"/>
                </a:lnTo>
                <a:lnTo>
                  <a:pt x="192376" y="628210"/>
                </a:lnTo>
                <a:lnTo>
                  <a:pt x="193145" y="627772"/>
                </a:lnTo>
                <a:lnTo>
                  <a:pt x="193275" y="627338"/>
                </a:lnTo>
                <a:lnTo>
                  <a:pt x="194847" y="626442"/>
                </a:lnTo>
                <a:lnTo>
                  <a:pt x="195650" y="626839"/>
                </a:lnTo>
                <a:lnTo>
                  <a:pt x="196758" y="626738"/>
                </a:lnTo>
                <a:lnTo>
                  <a:pt x="196722" y="626918"/>
                </a:lnTo>
                <a:lnTo>
                  <a:pt x="197091" y="626964"/>
                </a:lnTo>
                <a:lnTo>
                  <a:pt x="197625" y="626618"/>
                </a:lnTo>
                <a:lnTo>
                  <a:pt x="199103" y="626410"/>
                </a:lnTo>
                <a:lnTo>
                  <a:pt x="199577" y="626439"/>
                </a:lnTo>
                <a:lnTo>
                  <a:pt x="199701" y="626693"/>
                </a:lnTo>
                <a:lnTo>
                  <a:pt x="199983" y="625939"/>
                </a:lnTo>
                <a:lnTo>
                  <a:pt x="200668" y="625785"/>
                </a:lnTo>
                <a:lnTo>
                  <a:pt x="204306" y="627262"/>
                </a:lnTo>
                <a:lnTo>
                  <a:pt x="207231" y="629060"/>
                </a:lnTo>
                <a:lnTo>
                  <a:pt x="208939" y="630441"/>
                </a:lnTo>
                <a:lnTo>
                  <a:pt x="211122" y="632638"/>
                </a:lnTo>
                <a:lnTo>
                  <a:pt x="212007" y="633960"/>
                </a:lnTo>
                <a:lnTo>
                  <a:pt x="212162" y="634761"/>
                </a:lnTo>
                <a:lnTo>
                  <a:pt x="211162" y="635589"/>
                </a:lnTo>
                <a:lnTo>
                  <a:pt x="211326" y="635685"/>
                </a:lnTo>
                <a:lnTo>
                  <a:pt x="211223" y="636304"/>
                </a:lnTo>
                <a:lnTo>
                  <a:pt x="211964" y="636842"/>
                </a:lnTo>
                <a:lnTo>
                  <a:pt x="211672" y="637372"/>
                </a:lnTo>
                <a:lnTo>
                  <a:pt x="212014" y="637289"/>
                </a:lnTo>
                <a:lnTo>
                  <a:pt x="212294" y="637691"/>
                </a:lnTo>
                <a:lnTo>
                  <a:pt x="213674" y="637673"/>
                </a:lnTo>
                <a:lnTo>
                  <a:pt x="213610" y="637969"/>
                </a:lnTo>
                <a:lnTo>
                  <a:pt x="214261" y="637993"/>
                </a:lnTo>
                <a:lnTo>
                  <a:pt x="214613" y="638496"/>
                </a:lnTo>
                <a:lnTo>
                  <a:pt x="215254" y="638122"/>
                </a:lnTo>
                <a:lnTo>
                  <a:pt x="216280" y="638180"/>
                </a:lnTo>
                <a:lnTo>
                  <a:pt x="216931" y="637584"/>
                </a:lnTo>
                <a:lnTo>
                  <a:pt x="217492" y="637606"/>
                </a:lnTo>
                <a:lnTo>
                  <a:pt x="218348" y="637126"/>
                </a:lnTo>
                <a:lnTo>
                  <a:pt x="218589" y="637280"/>
                </a:lnTo>
                <a:lnTo>
                  <a:pt x="218617" y="637824"/>
                </a:lnTo>
                <a:lnTo>
                  <a:pt x="219838" y="637685"/>
                </a:lnTo>
                <a:lnTo>
                  <a:pt x="220060" y="638006"/>
                </a:lnTo>
                <a:lnTo>
                  <a:pt x="220878" y="638254"/>
                </a:lnTo>
                <a:lnTo>
                  <a:pt x="220972" y="638731"/>
                </a:lnTo>
                <a:lnTo>
                  <a:pt x="221512" y="639168"/>
                </a:lnTo>
                <a:lnTo>
                  <a:pt x="222866" y="638917"/>
                </a:lnTo>
                <a:lnTo>
                  <a:pt x="222866" y="640089"/>
                </a:lnTo>
                <a:lnTo>
                  <a:pt x="223189" y="639990"/>
                </a:lnTo>
                <a:lnTo>
                  <a:pt x="223428" y="640249"/>
                </a:lnTo>
                <a:lnTo>
                  <a:pt x="224898" y="640411"/>
                </a:lnTo>
                <a:lnTo>
                  <a:pt x="225843" y="639991"/>
                </a:lnTo>
                <a:lnTo>
                  <a:pt x="226173" y="639616"/>
                </a:lnTo>
                <a:lnTo>
                  <a:pt x="225724" y="639634"/>
                </a:lnTo>
                <a:lnTo>
                  <a:pt x="226016" y="639069"/>
                </a:lnTo>
                <a:lnTo>
                  <a:pt x="226413" y="639013"/>
                </a:lnTo>
                <a:lnTo>
                  <a:pt x="226719" y="638468"/>
                </a:lnTo>
                <a:lnTo>
                  <a:pt x="227039" y="638389"/>
                </a:lnTo>
                <a:lnTo>
                  <a:pt x="227165" y="637874"/>
                </a:lnTo>
                <a:lnTo>
                  <a:pt x="227479" y="637659"/>
                </a:lnTo>
                <a:lnTo>
                  <a:pt x="228014" y="637945"/>
                </a:lnTo>
                <a:lnTo>
                  <a:pt x="228227" y="637825"/>
                </a:lnTo>
                <a:lnTo>
                  <a:pt x="228127" y="637496"/>
                </a:lnTo>
                <a:lnTo>
                  <a:pt x="228356" y="637093"/>
                </a:lnTo>
                <a:lnTo>
                  <a:pt x="228938" y="636777"/>
                </a:lnTo>
                <a:lnTo>
                  <a:pt x="229200" y="636288"/>
                </a:lnTo>
                <a:lnTo>
                  <a:pt x="229427" y="636165"/>
                </a:lnTo>
                <a:lnTo>
                  <a:pt x="229605" y="636370"/>
                </a:lnTo>
                <a:lnTo>
                  <a:pt x="230763" y="635927"/>
                </a:lnTo>
                <a:lnTo>
                  <a:pt x="231253" y="635457"/>
                </a:lnTo>
                <a:lnTo>
                  <a:pt x="231593" y="635619"/>
                </a:lnTo>
                <a:lnTo>
                  <a:pt x="232286" y="635438"/>
                </a:lnTo>
                <a:lnTo>
                  <a:pt x="232666" y="635898"/>
                </a:lnTo>
                <a:lnTo>
                  <a:pt x="232917" y="635759"/>
                </a:lnTo>
                <a:lnTo>
                  <a:pt x="233234" y="636061"/>
                </a:lnTo>
                <a:lnTo>
                  <a:pt x="234088" y="636260"/>
                </a:lnTo>
                <a:lnTo>
                  <a:pt x="237408" y="638829"/>
                </a:lnTo>
                <a:lnTo>
                  <a:pt x="241438" y="643489"/>
                </a:lnTo>
                <a:lnTo>
                  <a:pt x="243796" y="647233"/>
                </a:lnTo>
                <a:lnTo>
                  <a:pt x="245086" y="649898"/>
                </a:lnTo>
                <a:lnTo>
                  <a:pt x="245864" y="651922"/>
                </a:lnTo>
                <a:lnTo>
                  <a:pt x="245801" y="652604"/>
                </a:lnTo>
                <a:lnTo>
                  <a:pt x="246348" y="653643"/>
                </a:lnTo>
                <a:lnTo>
                  <a:pt x="246516" y="655097"/>
                </a:lnTo>
                <a:lnTo>
                  <a:pt x="247043" y="656373"/>
                </a:lnTo>
                <a:lnTo>
                  <a:pt x="246965" y="656846"/>
                </a:lnTo>
                <a:lnTo>
                  <a:pt x="246033" y="657189"/>
                </a:lnTo>
                <a:lnTo>
                  <a:pt x="246255" y="657375"/>
                </a:lnTo>
                <a:lnTo>
                  <a:pt x="245314" y="658014"/>
                </a:lnTo>
                <a:lnTo>
                  <a:pt x="245107" y="658583"/>
                </a:lnTo>
                <a:lnTo>
                  <a:pt x="244306" y="658724"/>
                </a:lnTo>
                <a:lnTo>
                  <a:pt x="244338" y="659025"/>
                </a:lnTo>
                <a:lnTo>
                  <a:pt x="243920" y="658993"/>
                </a:lnTo>
                <a:lnTo>
                  <a:pt x="243664" y="659233"/>
                </a:lnTo>
                <a:lnTo>
                  <a:pt x="243531" y="660263"/>
                </a:lnTo>
                <a:lnTo>
                  <a:pt x="243933" y="660186"/>
                </a:lnTo>
                <a:lnTo>
                  <a:pt x="243079" y="661055"/>
                </a:lnTo>
                <a:lnTo>
                  <a:pt x="243013" y="661475"/>
                </a:lnTo>
                <a:lnTo>
                  <a:pt x="242442" y="662209"/>
                </a:lnTo>
                <a:lnTo>
                  <a:pt x="242446" y="662522"/>
                </a:lnTo>
                <a:lnTo>
                  <a:pt x="242978" y="662910"/>
                </a:lnTo>
                <a:lnTo>
                  <a:pt x="242700" y="663161"/>
                </a:lnTo>
                <a:lnTo>
                  <a:pt x="242913" y="663318"/>
                </a:lnTo>
                <a:lnTo>
                  <a:pt x="242834" y="663556"/>
                </a:lnTo>
                <a:lnTo>
                  <a:pt x="242049" y="663844"/>
                </a:lnTo>
                <a:lnTo>
                  <a:pt x="242055" y="663413"/>
                </a:lnTo>
                <a:lnTo>
                  <a:pt x="241881" y="664377"/>
                </a:lnTo>
                <a:lnTo>
                  <a:pt x="241478" y="664986"/>
                </a:lnTo>
                <a:lnTo>
                  <a:pt x="240758" y="667195"/>
                </a:lnTo>
                <a:lnTo>
                  <a:pt x="240129" y="667631"/>
                </a:lnTo>
                <a:lnTo>
                  <a:pt x="239864" y="667457"/>
                </a:lnTo>
                <a:lnTo>
                  <a:pt x="239007" y="667820"/>
                </a:lnTo>
                <a:lnTo>
                  <a:pt x="238481" y="667720"/>
                </a:lnTo>
                <a:lnTo>
                  <a:pt x="238227" y="668128"/>
                </a:lnTo>
                <a:lnTo>
                  <a:pt x="237267" y="668676"/>
                </a:lnTo>
                <a:lnTo>
                  <a:pt x="237218" y="668982"/>
                </a:lnTo>
                <a:lnTo>
                  <a:pt x="237463" y="669049"/>
                </a:lnTo>
                <a:lnTo>
                  <a:pt x="237183" y="669623"/>
                </a:lnTo>
                <a:lnTo>
                  <a:pt x="236976" y="669926"/>
                </a:lnTo>
                <a:lnTo>
                  <a:pt x="236462" y="670015"/>
                </a:lnTo>
                <a:lnTo>
                  <a:pt x="236533" y="670193"/>
                </a:lnTo>
                <a:lnTo>
                  <a:pt x="235998" y="670832"/>
                </a:lnTo>
                <a:lnTo>
                  <a:pt x="235979" y="671101"/>
                </a:lnTo>
                <a:lnTo>
                  <a:pt x="236332" y="671082"/>
                </a:lnTo>
                <a:lnTo>
                  <a:pt x="236449" y="670925"/>
                </a:lnTo>
                <a:lnTo>
                  <a:pt x="236233" y="670771"/>
                </a:lnTo>
                <a:lnTo>
                  <a:pt x="236705" y="670736"/>
                </a:lnTo>
                <a:lnTo>
                  <a:pt x="236507" y="670953"/>
                </a:lnTo>
                <a:lnTo>
                  <a:pt x="236834" y="671109"/>
                </a:lnTo>
                <a:lnTo>
                  <a:pt x="236300" y="671405"/>
                </a:lnTo>
                <a:lnTo>
                  <a:pt x="236634" y="671503"/>
                </a:lnTo>
                <a:lnTo>
                  <a:pt x="236951" y="671227"/>
                </a:lnTo>
                <a:lnTo>
                  <a:pt x="237331" y="671493"/>
                </a:lnTo>
                <a:lnTo>
                  <a:pt x="237570" y="671111"/>
                </a:lnTo>
                <a:lnTo>
                  <a:pt x="237968" y="671286"/>
                </a:lnTo>
                <a:lnTo>
                  <a:pt x="238388" y="670549"/>
                </a:lnTo>
                <a:lnTo>
                  <a:pt x="238882" y="670534"/>
                </a:lnTo>
                <a:lnTo>
                  <a:pt x="239292" y="669590"/>
                </a:lnTo>
                <a:lnTo>
                  <a:pt x="239679" y="669726"/>
                </a:lnTo>
                <a:lnTo>
                  <a:pt x="239722" y="669999"/>
                </a:lnTo>
                <a:lnTo>
                  <a:pt x="240087" y="669876"/>
                </a:lnTo>
                <a:lnTo>
                  <a:pt x="240335" y="670104"/>
                </a:lnTo>
                <a:lnTo>
                  <a:pt x="241301" y="669718"/>
                </a:lnTo>
                <a:lnTo>
                  <a:pt x="242489" y="670209"/>
                </a:lnTo>
                <a:lnTo>
                  <a:pt x="243155" y="669881"/>
                </a:lnTo>
                <a:lnTo>
                  <a:pt x="243520" y="669989"/>
                </a:lnTo>
                <a:lnTo>
                  <a:pt x="244202" y="669195"/>
                </a:lnTo>
                <a:lnTo>
                  <a:pt x="244186" y="668706"/>
                </a:lnTo>
                <a:lnTo>
                  <a:pt x="244634" y="668185"/>
                </a:lnTo>
                <a:lnTo>
                  <a:pt x="245169" y="668064"/>
                </a:lnTo>
                <a:lnTo>
                  <a:pt x="245505" y="668307"/>
                </a:lnTo>
                <a:lnTo>
                  <a:pt x="246006" y="668270"/>
                </a:lnTo>
                <a:lnTo>
                  <a:pt x="246365" y="667820"/>
                </a:lnTo>
                <a:lnTo>
                  <a:pt x="246975" y="668029"/>
                </a:lnTo>
                <a:lnTo>
                  <a:pt x="246633" y="667760"/>
                </a:lnTo>
                <a:lnTo>
                  <a:pt x="247388" y="667991"/>
                </a:lnTo>
                <a:lnTo>
                  <a:pt x="247340" y="667620"/>
                </a:lnTo>
                <a:lnTo>
                  <a:pt x="247470" y="667830"/>
                </a:lnTo>
                <a:lnTo>
                  <a:pt x="248324" y="667964"/>
                </a:lnTo>
                <a:lnTo>
                  <a:pt x="248656" y="667371"/>
                </a:lnTo>
                <a:lnTo>
                  <a:pt x="250495" y="666510"/>
                </a:lnTo>
                <a:lnTo>
                  <a:pt x="251863" y="666579"/>
                </a:lnTo>
                <a:lnTo>
                  <a:pt x="253222" y="667292"/>
                </a:lnTo>
                <a:lnTo>
                  <a:pt x="255263" y="669688"/>
                </a:lnTo>
                <a:lnTo>
                  <a:pt x="255713" y="670404"/>
                </a:lnTo>
                <a:lnTo>
                  <a:pt x="256777" y="673407"/>
                </a:lnTo>
                <a:lnTo>
                  <a:pt x="257351" y="674131"/>
                </a:lnTo>
                <a:lnTo>
                  <a:pt x="260310" y="674850"/>
                </a:lnTo>
                <a:lnTo>
                  <a:pt x="260853" y="675186"/>
                </a:lnTo>
                <a:lnTo>
                  <a:pt x="260628" y="675459"/>
                </a:lnTo>
                <a:lnTo>
                  <a:pt x="260771" y="675619"/>
                </a:lnTo>
                <a:lnTo>
                  <a:pt x="261143" y="675452"/>
                </a:lnTo>
                <a:lnTo>
                  <a:pt x="261095" y="675177"/>
                </a:lnTo>
                <a:lnTo>
                  <a:pt x="262503" y="675223"/>
                </a:lnTo>
                <a:lnTo>
                  <a:pt x="262835" y="675494"/>
                </a:lnTo>
                <a:lnTo>
                  <a:pt x="262563" y="675572"/>
                </a:lnTo>
                <a:lnTo>
                  <a:pt x="262770" y="675882"/>
                </a:lnTo>
                <a:lnTo>
                  <a:pt x="262968" y="675801"/>
                </a:lnTo>
                <a:lnTo>
                  <a:pt x="262908" y="676019"/>
                </a:lnTo>
                <a:lnTo>
                  <a:pt x="263445" y="675690"/>
                </a:lnTo>
                <a:lnTo>
                  <a:pt x="263649" y="675820"/>
                </a:lnTo>
                <a:lnTo>
                  <a:pt x="263171" y="676400"/>
                </a:lnTo>
                <a:lnTo>
                  <a:pt x="263376" y="676550"/>
                </a:lnTo>
                <a:lnTo>
                  <a:pt x="263880" y="676178"/>
                </a:lnTo>
                <a:lnTo>
                  <a:pt x="263720" y="676520"/>
                </a:lnTo>
                <a:lnTo>
                  <a:pt x="264370" y="676316"/>
                </a:lnTo>
                <a:lnTo>
                  <a:pt x="265192" y="676534"/>
                </a:lnTo>
                <a:lnTo>
                  <a:pt x="266071" y="676062"/>
                </a:lnTo>
                <a:lnTo>
                  <a:pt x="266802" y="676293"/>
                </a:lnTo>
                <a:lnTo>
                  <a:pt x="268069" y="677173"/>
                </a:lnTo>
                <a:lnTo>
                  <a:pt x="268467" y="677750"/>
                </a:lnTo>
                <a:lnTo>
                  <a:pt x="268509" y="678338"/>
                </a:lnTo>
                <a:lnTo>
                  <a:pt x="268237" y="678221"/>
                </a:lnTo>
                <a:lnTo>
                  <a:pt x="268109" y="678428"/>
                </a:lnTo>
                <a:lnTo>
                  <a:pt x="268208" y="679203"/>
                </a:lnTo>
                <a:lnTo>
                  <a:pt x="269095" y="679234"/>
                </a:lnTo>
                <a:lnTo>
                  <a:pt x="269173" y="679569"/>
                </a:lnTo>
                <a:lnTo>
                  <a:pt x="269717" y="679455"/>
                </a:lnTo>
                <a:lnTo>
                  <a:pt x="269572" y="680014"/>
                </a:lnTo>
                <a:lnTo>
                  <a:pt x="270320" y="680332"/>
                </a:lnTo>
                <a:lnTo>
                  <a:pt x="270136" y="681141"/>
                </a:lnTo>
                <a:lnTo>
                  <a:pt x="271026" y="682705"/>
                </a:lnTo>
                <a:lnTo>
                  <a:pt x="271398" y="682849"/>
                </a:lnTo>
                <a:lnTo>
                  <a:pt x="271834" y="682676"/>
                </a:lnTo>
                <a:lnTo>
                  <a:pt x="271858" y="682960"/>
                </a:lnTo>
                <a:lnTo>
                  <a:pt x="272162" y="682754"/>
                </a:lnTo>
                <a:lnTo>
                  <a:pt x="272638" y="682897"/>
                </a:lnTo>
                <a:lnTo>
                  <a:pt x="273298" y="683535"/>
                </a:lnTo>
                <a:lnTo>
                  <a:pt x="273193" y="683840"/>
                </a:lnTo>
                <a:lnTo>
                  <a:pt x="274153" y="683832"/>
                </a:lnTo>
                <a:lnTo>
                  <a:pt x="274154" y="684034"/>
                </a:lnTo>
                <a:lnTo>
                  <a:pt x="274458" y="684023"/>
                </a:lnTo>
                <a:lnTo>
                  <a:pt x="274228" y="684236"/>
                </a:lnTo>
                <a:lnTo>
                  <a:pt x="274343" y="684465"/>
                </a:lnTo>
                <a:lnTo>
                  <a:pt x="274097" y="684342"/>
                </a:lnTo>
                <a:lnTo>
                  <a:pt x="273632" y="684761"/>
                </a:lnTo>
                <a:lnTo>
                  <a:pt x="274209" y="685177"/>
                </a:lnTo>
                <a:lnTo>
                  <a:pt x="275939" y="685205"/>
                </a:lnTo>
                <a:lnTo>
                  <a:pt x="276058" y="684481"/>
                </a:lnTo>
                <a:lnTo>
                  <a:pt x="276641" y="684693"/>
                </a:lnTo>
                <a:lnTo>
                  <a:pt x="277067" y="685528"/>
                </a:lnTo>
                <a:lnTo>
                  <a:pt x="276797" y="686050"/>
                </a:lnTo>
                <a:lnTo>
                  <a:pt x="276967" y="686293"/>
                </a:lnTo>
                <a:lnTo>
                  <a:pt x="277473" y="686041"/>
                </a:lnTo>
                <a:lnTo>
                  <a:pt x="277675" y="686527"/>
                </a:lnTo>
                <a:lnTo>
                  <a:pt x="277526" y="686706"/>
                </a:lnTo>
                <a:lnTo>
                  <a:pt x="277752" y="686707"/>
                </a:lnTo>
                <a:lnTo>
                  <a:pt x="277377" y="688042"/>
                </a:lnTo>
                <a:lnTo>
                  <a:pt x="277889" y="688145"/>
                </a:lnTo>
                <a:lnTo>
                  <a:pt x="278386" y="687938"/>
                </a:lnTo>
                <a:lnTo>
                  <a:pt x="277792" y="688348"/>
                </a:lnTo>
                <a:lnTo>
                  <a:pt x="277959" y="688664"/>
                </a:lnTo>
                <a:lnTo>
                  <a:pt x="278747" y="688704"/>
                </a:lnTo>
                <a:lnTo>
                  <a:pt x="278867" y="689248"/>
                </a:lnTo>
                <a:lnTo>
                  <a:pt x="279432" y="689679"/>
                </a:lnTo>
                <a:lnTo>
                  <a:pt x="280054" y="689677"/>
                </a:lnTo>
                <a:lnTo>
                  <a:pt x="281368" y="688908"/>
                </a:lnTo>
                <a:lnTo>
                  <a:pt x="282236" y="689197"/>
                </a:lnTo>
                <a:lnTo>
                  <a:pt x="283570" y="691540"/>
                </a:lnTo>
                <a:lnTo>
                  <a:pt x="283574" y="692753"/>
                </a:lnTo>
                <a:lnTo>
                  <a:pt x="282744" y="693317"/>
                </a:lnTo>
                <a:lnTo>
                  <a:pt x="283248" y="693594"/>
                </a:lnTo>
                <a:lnTo>
                  <a:pt x="283665" y="693695"/>
                </a:lnTo>
                <a:lnTo>
                  <a:pt x="284300" y="693242"/>
                </a:lnTo>
                <a:lnTo>
                  <a:pt x="284183" y="693658"/>
                </a:lnTo>
                <a:lnTo>
                  <a:pt x="284971" y="694096"/>
                </a:lnTo>
                <a:lnTo>
                  <a:pt x="285596" y="694034"/>
                </a:lnTo>
                <a:lnTo>
                  <a:pt x="285271" y="693794"/>
                </a:lnTo>
                <a:lnTo>
                  <a:pt x="285542" y="693608"/>
                </a:lnTo>
                <a:lnTo>
                  <a:pt x="285849" y="693592"/>
                </a:lnTo>
                <a:lnTo>
                  <a:pt x="285967" y="693808"/>
                </a:lnTo>
                <a:lnTo>
                  <a:pt x="286695" y="693711"/>
                </a:lnTo>
                <a:lnTo>
                  <a:pt x="286327" y="694004"/>
                </a:lnTo>
                <a:lnTo>
                  <a:pt x="286298" y="694306"/>
                </a:lnTo>
                <a:lnTo>
                  <a:pt x="286559" y="694398"/>
                </a:lnTo>
                <a:lnTo>
                  <a:pt x="286810" y="693839"/>
                </a:lnTo>
                <a:lnTo>
                  <a:pt x="288483" y="693469"/>
                </a:lnTo>
                <a:lnTo>
                  <a:pt x="287726" y="692524"/>
                </a:lnTo>
                <a:lnTo>
                  <a:pt x="289034" y="691617"/>
                </a:lnTo>
                <a:lnTo>
                  <a:pt x="289275" y="690632"/>
                </a:lnTo>
                <a:lnTo>
                  <a:pt x="291024" y="690070"/>
                </a:lnTo>
                <a:lnTo>
                  <a:pt x="291512" y="690310"/>
                </a:lnTo>
                <a:lnTo>
                  <a:pt x="292875" y="690206"/>
                </a:lnTo>
                <a:lnTo>
                  <a:pt x="295268" y="690904"/>
                </a:lnTo>
                <a:lnTo>
                  <a:pt x="296807" y="690878"/>
                </a:lnTo>
                <a:lnTo>
                  <a:pt x="297592" y="691294"/>
                </a:lnTo>
                <a:lnTo>
                  <a:pt x="297906" y="691000"/>
                </a:lnTo>
                <a:lnTo>
                  <a:pt x="298553" y="691140"/>
                </a:lnTo>
                <a:lnTo>
                  <a:pt x="299589" y="690336"/>
                </a:lnTo>
                <a:lnTo>
                  <a:pt x="300384" y="690086"/>
                </a:lnTo>
                <a:lnTo>
                  <a:pt x="302698" y="690087"/>
                </a:lnTo>
                <a:lnTo>
                  <a:pt x="304463" y="690482"/>
                </a:lnTo>
                <a:lnTo>
                  <a:pt x="305375" y="690055"/>
                </a:lnTo>
                <a:lnTo>
                  <a:pt x="305618" y="690163"/>
                </a:lnTo>
                <a:lnTo>
                  <a:pt x="305790" y="689779"/>
                </a:lnTo>
                <a:lnTo>
                  <a:pt x="307710" y="689418"/>
                </a:lnTo>
                <a:lnTo>
                  <a:pt x="307978" y="689483"/>
                </a:lnTo>
                <a:lnTo>
                  <a:pt x="308100" y="689874"/>
                </a:lnTo>
                <a:lnTo>
                  <a:pt x="309350" y="689821"/>
                </a:lnTo>
                <a:lnTo>
                  <a:pt x="311342" y="690367"/>
                </a:lnTo>
                <a:lnTo>
                  <a:pt x="312274" y="689802"/>
                </a:lnTo>
                <a:lnTo>
                  <a:pt x="312878" y="690016"/>
                </a:lnTo>
                <a:lnTo>
                  <a:pt x="313143" y="689850"/>
                </a:lnTo>
                <a:lnTo>
                  <a:pt x="313198" y="690130"/>
                </a:lnTo>
                <a:lnTo>
                  <a:pt x="313265" y="689927"/>
                </a:lnTo>
                <a:lnTo>
                  <a:pt x="313471" y="690092"/>
                </a:lnTo>
                <a:lnTo>
                  <a:pt x="314253" y="689791"/>
                </a:lnTo>
                <a:lnTo>
                  <a:pt x="316074" y="690831"/>
                </a:lnTo>
                <a:lnTo>
                  <a:pt x="316715" y="692320"/>
                </a:lnTo>
                <a:lnTo>
                  <a:pt x="318505" y="692575"/>
                </a:lnTo>
                <a:lnTo>
                  <a:pt x="321162" y="694439"/>
                </a:lnTo>
                <a:lnTo>
                  <a:pt x="322974" y="696276"/>
                </a:lnTo>
                <a:lnTo>
                  <a:pt x="323136" y="696715"/>
                </a:lnTo>
                <a:lnTo>
                  <a:pt x="323565" y="696890"/>
                </a:lnTo>
                <a:lnTo>
                  <a:pt x="323954" y="697549"/>
                </a:lnTo>
                <a:lnTo>
                  <a:pt x="324356" y="697170"/>
                </a:lnTo>
                <a:lnTo>
                  <a:pt x="325046" y="697394"/>
                </a:lnTo>
                <a:lnTo>
                  <a:pt x="325625" y="697270"/>
                </a:lnTo>
                <a:lnTo>
                  <a:pt x="325788" y="697909"/>
                </a:lnTo>
                <a:lnTo>
                  <a:pt x="326145" y="698230"/>
                </a:lnTo>
                <a:lnTo>
                  <a:pt x="326986" y="698283"/>
                </a:lnTo>
                <a:lnTo>
                  <a:pt x="327325" y="698622"/>
                </a:lnTo>
                <a:lnTo>
                  <a:pt x="326873" y="699204"/>
                </a:lnTo>
                <a:lnTo>
                  <a:pt x="327568" y="698738"/>
                </a:lnTo>
                <a:lnTo>
                  <a:pt x="328105" y="698747"/>
                </a:lnTo>
                <a:lnTo>
                  <a:pt x="328625" y="699270"/>
                </a:lnTo>
                <a:lnTo>
                  <a:pt x="329632" y="699563"/>
                </a:lnTo>
                <a:lnTo>
                  <a:pt x="329401" y="699787"/>
                </a:lnTo>
                <a:lnTo>
                  <a:pt x="329746" y="699757"/>
                </a:lnTo>
                <a:lnTo>
                  <a:pt x="329808" y="700014"/>
                </a:lnTo>
                <a:lnTo>
                  <a:pt x="331107" y="699917"/>
                </a:lnTo>
                <a:lnTo>
                  <a:pt x="331466" y="700179"/>
                </a:lnTo>
                <a:lnTo>
                  <a:pt x="332267" y="699959"/>
                </a:lnTo>
                <a:lnTo>
                  <a:pt x="332434" y="700135"/>
                </a:lnTo>
                <a:lnTo>
                  <a:pt x="332860" y="699728"/>
                </a:lnTo>
                <a:lnTo>
                  <a:pt x="333581" y="699699"/>
                </a:lnTo>
                <a:lnTo>
                  <a:pt x="333263" y="699266"/>
                </a:lnTo>
                <a:lnTo>
                  <a:pt x="333823" y="698929"/>
                </a:lnTo>
                <a:lnTo>
                  <a:pt x="333869" y="698498"/>
                </a:lnTo>
                <a:lnTo>
                  <a:pt x="335269" y="698543"/>
                </a:lnTo>
                <a:lnTo>
                  <a:pt x="335444" y="697890"/>
                </a:lnTo>
                <a:lnTo>
                  <a:pt x="335319" y="697330"/>
                </a:lnTo>
                <a:lnTo>
                  <a:pt x="335619" y="696841"/>
                </a:lnTo>
                <a:lnTo>
                  <a:pt x="338625" y="696765"/>
                </a:lnTo>
                <a:lnTo>
                  <a:pt x="339276" y="696346"/>
                </a:lnTo>
                <a:lnTo>
                  <a:pt x="339240" y="695829"/>
                </a:lnTo>
                <a:lnTo>
                  <a:pt x="339976" y="695356"/>
                </a:lnTo>
                <a:lnTo>
                  <a:pt x="339994" y="694758"/>
                </a:lnTo>
                <a:lnTo>
                  <a:pt x="339761" y="694526"/>
                </a:lnTo>
                <a:lnTo>
                  <a:pt x="339225" y="694516"/>
                </a:lnTo>
                <a:lnTo>
                  <a:pt x="338930" y="694174"/>
                </a:lnTo>
                <a:lnTo>
                  <a:pt x="338446" y="694230"/>
                </a:lnTo>
                <a:lnTo>
                  <a:pt x="337856" y="693237"/>
                </a:lnTo>
                <a:lnTo>
                  <a:pt x="337560" y="692378"/>
                </a:lnTo>
                <a:lnTo>
                  <a:pt x="337667" y="690405"/>
                </a:lnTo>
                <a:lnTo>
                  <a:pt x="338843" y="687562"/>
                </a:lnTo>
                <a:lnTo>
                  <a:pt x="341680" y="684134"/>
                </a:lnTo>
                <a:lnTo>
                  <a:pt x="343948" y="682246"/>
                </a:lnTo>
                <a:lnTo>
                  <a:pt x="346847" y="680401"/>
                </a:lnTo>
                <a:lnTo>
                  <a:pt x="353136" y="677260"/>
                </a:lnTo>
                <a:lnTo>
                  <a:pt x="356405" y="676280"/>
                </a:lnTo>
                <a:lnTo>
                  <a:pt x="359349" y="675954"/>
                </a:lnTo>
                <a:lnTo>
                  <a:pt x="359680" y="675749"/>
                </a:lnTo>
                <a:lnTo>
                  <a:pt x="361580" y="675882"/>
                </a:lnTo>
                <a:lnTo>
                  <a:pt x="362251" y="676242"/>
                </a:lnTo>
                <a:lnTo>
                  <a:pt x="362246" y="675758"/>
                </a:lnTo>
                <a:lnTo>
                  <a:pt x="361872" y="675397"/>
                </a:lnTo>
                <a:lnTo>
                  <a:pt x="361982" y="674872"/>
                </a:lnTo>
                <a:lnTo>
                  <a:pt x="361768" y="674752"/>
                </a:lnTo>
                <a:lnTo>
                  <a:pt x="361978" y="674401"/>
                </a:lnTo>
                <a:lnTo>
                  <a:pt x="361603" y="674149"/>
                </a:lnTo>
                <a:lnTo>
                  <a:pt x="361781" y="673906"/>
                </a:lnTo>
                <a:lnTo>
                  <a:pt x="361596" y="673833"/>
                </a:lnTo>
                <a:lnTo>
                  <a:pt x="361710" y="673117"/>
                </a:lnTo>
                <a:lnTo>
                  <a:pt x="362045" y="672693"/>
                </a:lnTo>
                <a:lnTo>
                  <a:pt x="361636" y="672405"/>
                </a:lnTo>
                <a:lnTo>
                  <a:pt x="361625" y="671473"/>
                </a:lnTo>
                <a:lnTo>
                  <a:pt x="362236" y="670211"/>
                </a:lnTo>
                <a:lnTo>
                  <a:pt x="363416" y="668796"/>
                </a:lnTo>
                <a:lnTo>
                  <a:pt x="366102" y="666889"/>
                </a:lnTo>
                <a:lnTo>
                  <a:pt x="368567" y="665627"/>
                </a:lnTo>
                <a:lnTo>
                  <a:pt x="369739" y="665369"/>
                </a:lnTo>
                <a:lnTo>
                  <a:pt x="374160" y="662802"/>
                </a:lnTo>
                <a:lnTo>
                  <a:pt x="375596" y="660296"/>
                </a:lnTo>
                <a:lnTo>
                  <a:pt x="376526" y="659485"/>
                </a:lnTo>
                <a:lnTo>
                  <a:pt x="381605" y="656781"/>
                </a:lnTo>
                <a:lnTo>
                  <a:pt x="382945" y="656474"/>
                </a:lnTo>
                <a:lnTo>
                  <a:pt x="383068" y="656115"/>
                </a:lnTo>
                <a:lnTo>
                  <a:pt x="383322" y="656276"/>
                </a:lnTo>
                <a:lnTo>
                  <a:pt x="383307" y="655996"/>
                </a:lnTo>
                <a:lnTo>
                  <a:pt x="384324" y="654958"/>
                </a:lnTo>
                <a:lnTo>
                  <a:pt x="384580" y="654521"/>
                </a:lnTo>
                <a:lnTo>
                  <a:pt x="384522" y="654104"/>
                </a:lnTo>
                <a:lnTo>
                  <a:pt x="385075" y="653512"/>
                </a:lnTo>
                <a:lnTo>
                  <a:pt x="385049" y="652993"/>
                </a:lnTo>
                <a:lnTo>
                  <a:pt x="386319" y="649797"/>
                </a:lnTo>
                <a:lnTo>
                  <a:pt x="389068" y="646347"/>
                </a:lnTo>
                <a:lnTo>
                  <a:pt x="393358" y="643116"/>
                </a:lnTo>
                <a:lnTo>
                  <a:pt x="395956" y="641633"/>
                </a:lnTo>
                <a:lnTo>
                  <a:pt x="399529" y="640208"/>
                </a:lnTo>
                <a:lnTo>
                  <a:pt x="400227" y="639644"/>
                </a:lnTo>
                <a:lnTo>
                  <a:pt x="402523" y="638828"/>
                </a:lnTo>
                <a:lnTo>
                  <a:pt x="403571" y="638732"/>
                </a:lnTo>
                <a:lnTo>
                  <a:pt x="404019" y="638304"/>
                </a:lnTo>
                <a:lnTo>
                  <a:pt x="404691" y="638301"/>
                </a:lnTo>
                <a:lnTo>
                  <a:pt x="405043" y="637961"/>
                </a:lnTo>
                <a:lnTo>
                  <a:pt x="406400" y="637726"/>
                </a:lnTo>
                <a:lnTo>
                  <a:pt x="406503" y="637490"/>
                </a:lnTo>
                <a:lnTo>
                  <a:pt x="407150" y="637328"/>
                </a:lnTo>
                <a:lnTo>
                  <a:pt x="407532" y="637467"/>
                </a:lnTo>
                <a:lnTo>
                  <a:pt x="407726" y="637193"/>
                </a:lnTo>
                <a:lnTo>
                  <a:pt x="409192" y="636837"/>
                </a:lnTo>
                <a:lnTo>
                  <a:pt x="410600" y="636752"/>
                </a:lnTo>
                <a:lnTo>
                  <a:pt x="411703" y="636225"/>
                </a:lnTo>
                <a:lnTo>
                  <a:pt x="416843" y="635720"/>
                </a:lnTo>
                <a:lnTo>
                  <a:pt x="419557" y="635940"/>
                </a:lnTo>
                <a:lnTo>
                  <a:pt x="419687" y="635774"/>
                </a:lnTo>
                <a:lnTo>
                  <a:pt x="420008" y="636079"/>
                </a:lnTo>
                <a:lnTo>
                  <a:pt x="420565" y="636172"/>
                </a:lnTo>
                <a:lnTo>
                  <a:pt x="421270" y="636014"/>
                </a:lnTo>
                <a:lnTo>
                  <a:pt x="421625" y="635683"/>
                </a:lnTo>
                <a:lnTo>
                  <a:pt x="422266" y="635707"/>
                </a:lnTo>
                <a:lnTo>
                  <a:pt x="424682" y="636216"/>
                </a:lnTo>
                <a:lnTo>
                  <a:pt x="425298" y="636004"/>
                </a:lnTo>
                <a:lnTo>
                  <a:pt x="426209" y="636314"/>
                </a:lnTo>
                <a:lnTo>
                  <a:pt x="426883" y="636009"/>
                </a:lnTo>
                <a:lnTo>
                  <a:pt x="426949" y="635682"/>
                </a:lnTo>
                <a:lnTo>
                  <a:pt x="427802" y="636402"/>
                </a:lnTo>
                <a:lnTo>
                  <a:pt x="429868" y="636410"/>
                </a:lnTo>
                <a:lnTo>
                  <a:pt x="432635" y="637183"/>
                </a:lnTo>
                <a:lnTo>
                  <a:pt x="433787" y="637077"/>
                </a:lnTo>
                <a:lnTo>
                  <a:pt x="435438" y="637485"/>
                </a:lnTo>
                <a:lnTo>
                  <a:pt x="435931" y="637940"/>
                </a:lnTo>
                <a:lnTo>
                  <a:pt x="438412" y="638238"/>
                </a:lnTo>
                <a:lnTo>
                  <a:pt x="439053" y="638704"/>
                </a:lnTo>
                <a:lnTo>
                  <a:pt x="441459" y="638358"/>
                </a:lnTo>
                <a:lnTo>
                  <a:pt x="442666" y="639069"/>
                </a:lnTo>
                <a:lnTo>
                  <a:pt x="442728" y="638588"/>
                </a:lnTo>
                <a:lnTo>
                  <a:pt x="443429" y="638404"/>
                </a:lnTo>
                <a:lnTo>
                  <a:pt x="443212" y="637879"/>
                </a:lnTo>
                <a:lnTo>
                  <a:pt x="443779" y="637411"/>
                </a:lnTo>
                <a:lnTo>
                  <a:pt x="445528" y="637553"/>
                </a:lnTo>
                <a:lnTo>
                  <a:pt x="445553" y="637241"/>
                </a:lnTo>
                <a:lnTo>
                  <a:pt x="444927" y="636440"/>
                </a:lnTo>
                <a:lnTo>
                  <a:pt x="445807" y="635130"/>
                </a:lnTo>
                <a:lnTo>
                  <a:pt x="445409" y="634880"/>
                </a:lnTo>
                <a:lnTo>
                  <a:pt x="445721" y="634658"/>
                </a:lnTo>
                <a:lnTo>
                  <a:pt x="445515" y="634206"/>
                </a:lnTo>
                <a:lnTo>
                  <a:pt x="445516" y="632988"/>
                </a:lnTo>
                <a:lnTo>
                  <a:pt x="445112" y="632203"/>
                </a:lnTo>
                <a:lnTo>
                  <a:pt x="445377" y="631680"/>
                </a:lnTo>
                <a:lnTo>
                  <a:pt x="444928" y="631077"/>
                </a:lnTo>
                <a:lnTo>
                  <a:pt x="443704" y="630690"/>
                </a:lnTo>
                <a:lnTo>
                  <a:pt x="443131" y="629077"/>
                </a:lnTo>
                <a:lnTo>
                  <a:pt x="442452" y="628416"/>
                </a:lnTo>
                <a:lnTo>
                  <a:pt x="442857" y="627152"/>
                </a:lnTo>
                <a:lnTo>
                  <a:pt x="443217" y="626668"/>
                </a:lnTo>
                <a:lnTo>
                  <a:pt x="448193" y="623068"/>
                </a:lnTo>
                <a:lnTo>
                  <a:pt x="453573" y="621271"/>
                </a:lnTo>
                <a:lnTo>
                  <a:pt x="462658" y="620881"/>
                </a:lnTo>
                <a:lnTo>
                  <a:pt x="462750" y="621114"/>
                </a:lnTo>
                <a:lnTo>
                  <a:pt x="463436" y="621235"/>
                </a:lnTo>
                <a:lnTo>
                  <a:pt x="464931" y="621188"/>
                </a:lnTo>
                <a:lnTo>
                  <a:pt x="468005" y="621773"/>
                </a:lnTo>
                <a:lnTo>
                  <a:pt x="468820" y="621493"/>
                </a:lnTo>
                <a:lnTo>
                  <a:pt x="476203" y="622461"/>
                </a:lnTo>
                <a:lnTo>
                  <a:pt x="478088" y="623028"/>
                </a:lnTo>
                <a:lnTo>
                  <a:pt x="480421" y="623396"/>
                </a:lnTo>
                <a:lnTo>
                  <a:pt x="486637" y="625369"/>
                </a:lnTo>
                <a:lnTo>
                  <a:pt x="490174" y="626808"/>
                </a:lnTo>
                <a:lnTo>
                  <a:pt x="490530" y="627115"/>
                </a:lnTo>
                <a:lnTo>
                  <a:pt x="490573" y="627533"/>
                </a:lnTo>
                <a:lnTo>
                  <a:pt x="491244" y="627556"/>
                </a:lnTo>
                <a:lnTo>
                  <a:pt x="492135" y="628436"/>
                </a:lnTo>
                <a:lnTo>
                  <a:pt x="492423" y="628241"/>
                </a:lnTo>
                <a:lnTo>
                  <a:pt x="492840" y="628636"/>
                </a:lnTo>
                <a:lnTo>
                  <a:pt x="493278" y="628693"/>
                </a:lnTo>
                <a:lnTo>
                  <a:pt x="493722" y="628371"/>
                </a:lnTo>
                <a:lnTo>
                  <a:pt x="494322" y="628952"/>
                </a:lnTo>
                <a:lnTo>
                  <a:pt x="495689" y="628808"/>
                </a:lnTo>
                <a:lnTo>
                  <a:pt x="495828" y="629181"/>
                </a:lnTo>
                <a:lnTo>
                  <a:pt x="495985" y="629052"/>
                </a:lnTo>
                <a:lnTo>
                  <a:pt x="497130" y="629411"/>
                </a:lnTo>
                <a:lnTo>
                  <a:pt x="499357" y="630596"/>
                </a:lnTo>
                <a:lnTo>
                  <a:pt x="499943" y="630427"/>
                </a:lnTo>
                <a:lnTo>
                  <a:pt x="501633" y="631525"/>
                </a:lnTo>
                <a:lnTo>
                  <a:pt x="501726" y="631354"/>
                </a:lnTo>
                <a:lnTo>
                  <a:pt x="502617" y="631474"/>
                </a:lnTo>
                <a:lnTo>
                  <a:pt x="502852" y="631833"/>
                </a:lnTo>
                <a:lnTo>
                  <a:pt x="504383" y="631615"/>
                </a:lnTo>
                <a:lnTo>
                  <a:pt x="504799" y="630982"/>
                </a:lnTo>
                <a:lnTo>
                  <a:pt x="505449" y="630836"/>
                </a:lnTo>
                <a:lnTo>
                  <a:pt x="505576" y="630513"/>
                </a:lnTo>
                <a:lnTo>
                  <a:pt x="507283" y="631118"/>
                </a:lnTo>
                <a:lnTo>
                  <a:pt x="507779" y="630817"/>
                </a:lnTo>
                <a:lnTo>
                  <a:pt x="507697" y="630260"/>
                </a:lnTo>
                <a:lnTo>
                  <a:pt x="508039" y="629707"/>
                </a:lnTo>
                <a:lnTo>
                  <a:pt x="508724" y="629798"/>
                </a:lnTo>
                <a:lnTo>
                  <a:pt x="510094" y="628509"/>
                </a:lnTo>
                <a:lnTo>
                  <a:pt x="511007" y="628548"/>
                </a:lnTo>
                <a:lnTo>
                  <a:pt x="511301" y="628767"/>
                </a:lnTo>
                <a:lnTo>
                  <a:pt x="511683" y="628649"/>
                </a:lnTo>
                <a:lnTo>
                  <a:pt x="512162" y="629095"/>
                </a:lnTo>
                <a:lnTo>
                  <a:pt x="512524" y="629050"/>
                </a:lnTo>
                <a:lnTo>
                  <a:pt x="513818" y="627102"/>
                </a:lnTo>
                <a:lnTo>
                  <a:pt x="514534" y="626661"/>
                </a:lnTo>
                <a:lnTo>
                  <a:pt x="515603" y="626944"/>
                </a:lnTo>
                <a:lnTo>
                  <a:pt x="516140" y="626116"/>
                </a:lnTo>
                <a:lnTo>
                  <a:pt x="517893" y="625440"/>
                </a:lnTo>
                <a:lnTo>
                  <a:pt x="518072" y="625023"/>
                </a:lnTo>
                <a:lnTo>
                  <a:pt x="517849" y="624980"/>
                </a:lnTo>
                <a:lnTo>
                  <a:pt x="517802" y="624617"/>
                </a:lnTo>
                <a:lnTo>
                  <a:pt x="518064" y="624551"/>
                </a:lnTo>
                <a:lnTo>
                  <a:pt x="518073" y="624208"/>
                </a:lnTo>
                <a:lnTo>
                  <a:pt x="518431" y="623845"/>
                </a:lnTo>
                <a:lnTo>
                  <a:pt x="518829" y="623952"/>
                </a:lnTo>
                <a:lnTo>
                  <a:pt x="519314" y="623669"/>
                </a:lnTo>
                <a:lnTo>
                  <a:pt x="520014" y="624298"/>
                </a:lnTo>
                <a:lnTo>
                  <a:pt x="520122" y="623640"/>
                </a:lnTo>
                <a:lnTo>
                  <a:pt x="519745" y="623016"/>
                </a:lnTo>
                <a:lnTo>
                  <a:pt x="519194" y="622753"/>
                </a:lnTo>
                <a:lnTo>
                  <a:pt x="519070" y="621911"/>
                </a:lnTo>
                <a:lnTo>
                  <a:pt x="520300" y="620765"/>
                </a:lnTo>
                <a:lnTo>
                  <a:pt x="522907" y="619869"/>
                </a:lnTo>
                <a:lnTo>
                  <a:pt x="523132" y="619996"/>
                </a:lnTo>
                <a:lnTo>
                  <a:pt x="526067" y="619567"/>
                </a:lnTo>
                <a:lnTo>
                  <a:pt x="526980" y="619818"/>
                </a:lnTo>
                <a:lnTo>
                  <a:pt x="528351" y="619585"/>
                </a:lnTo>
                <a:lnTo>
                  <a:pt x="530686" y="618461"/>
                </a:lnTo>
                <a:lnTo>
                  <a:pt x="531565" y="618685"/>
                </a:lnTo>
                <a:lnTo>
                  <a:pt x="532363" y="618019"/>
                </a:lnTo>
                <a:lnTo>
                  <a:pt x="534072" y="617849"/>
                </a:lnTo>
                <a:lnTo>
                  <a:pt x="536198" y="618591"/>
                </a:lnTo>
                <a:lnTo>
                  <a:pt x="537873" y="618434"/>
                </a:lnTo>
                <a:lnTo>
                  <a:pt x="539224" y="619008"/>
                </a:lnTo>
                <a:lnTo>
                  <a:pt x="540169" y="618788"/>
                </a:lnTo>
                <a:lnTo>
                  <a:pt x="540804" y="619233"/>
                </a:lnTo>
                <a:lnTo>
                  <a:pt x="544378" y="620299"/>
                </a:lnTo>
                <a:lnTo>
                  <a:pt x="546888" y="621430"/>
                </a:lnTo>
                <a:lnTo>
                  <a:pt x="547091" y="621301"/>
                </a:lnTo>
                <a:lnTo>
                  <a:pt x="547322" y="621640"/>
                </a:lnTo>
                <a:lnTo>
                  <a:pt x="548521" y="621589"/>
                </a:lnTo>
                <a:lnTo>
                  <a:pt x="551043" y="622529"/>
                </a:lnTo>
                <a:lnTo>
                  <a:pt x="551769" y="622335"/>
                </a:lnTo>
                <a:lnTo>
                  <a:pt x="552184" y="622677"/>
                </a:lnTo>
                <a:lnTo>
                  <a:pt x="553004" y="622681"/>
                </a:lnTo>
                <a:lnTo>
                  <a:pt x="554124" y="623271"/>
                </a:lnTo>
                <a:lnTo>
                  <a:pt x="555127" y="623089"/>
                </a:lnTo>
                <a:lnTo>
                  <a:pt x="555706" y="623641"/>
                </a:lnTo>
                <a:lnTo>
                  <a:pt x="557145" y="623449"/>
                </a:lnTo>
                <a:lnTo>
                  <a:pt x="557438" y="623623"/>
                </a:lnTo>
                <a:lnTo>
                  <a:pt x="558136" y="623277"/>
                </a:lnTo>
                <a:lnTo>
                  <a:pt x="558877" y="623681"/>
                </a:lnTo>
                <a:lnTo>
                  <a:pt x="559203" y="623284"/>
                </a:lnTo>
                <a:lnTo>
                  <a:pt x="560174" y="623692"/>
                </a:lnTo>
                <a:lnTo>
                  <a:pt x="560406" y="623371"/>
                </a:lnTo>
                <a:lnTo>
                  <a:pt x="560898" y="623426"/>
                </a:lnTo>
                <a:lnTo>
                  <a:pt x="561135" y="622598"/>
                </a:lnTo>
                <a:lnTo>
                  <a:pt x="561812" y="622174"/>
                </a:lnTo>
                <a:lnTo>
                  <a:pt x="563588" y="622177"/>
                </a:lnTo>
                <a:lnTo>
                  <a:pt x="564374" y="621732"/>
                </a:lnTo>
                <a:lnTo>
                  <a:pt x="565100" y="621906"/>
                </a:lnTo>
                <a:lnTo>
                  <a:pt x="568779" y="621185"/>
                </a:lnTo>
                <a:lnTo>
                  <a:pt x="569277" y="621509"/>
                </a:lnTo>
                <a:lnTo>
                  <a:pt x="569651" y="621166"/>
                </a:lnTo>
                <a:lnTo>
                  <a:pt x="570190" y="621224"/>
                </a:lnTo>
                <a:lnTo>
                  <a:pt x="570358" y="620845"/>
                </a:lnTo>
                <a:lnTo>
                  <a:pt x="571199" y="621028"/>
                </a:lnTo>
                <a:lnTo>
                  <a:pt x="572001" y="620458"/>
                </a:lnTo>
                <a:lnTo>
                  <a:pt x="573610" y="620329"/>
                </a:lnTo>
                <a:lnTo>
                  <a:pt x="574041" y="619987"/>
                </a:lnTo>
                <a:lnTo>
                  <a:pt x="574271" y="620125"/>
                </a:lnTo>
                <a:lnTo>
                  <a:pt x="576249" y="619175"/>
                </a:lnTo>
                <a:lnTo>
                  <a:pt x="577344" y="618047"/>
                </a:lnTo>
                <a:lnTo>
                  <a:pt x="579045" y="618016"/>
                </a:lnTo>
                <a:lnTo>
                  <a:pt x="579411" y="617370"/>
                </a:lnTo>
                <a:lnTo>
                  <a:pt x="580723" y="616452"/>
                </a:lnTo>
                <a:lnTo>
                  <a:pt x="580641" y="615614"/>
                </a:lnTo>
                <a:lnTo>
                  <a:pt x="581061" y="614853"/>
                </a:lnTo>
                <a:lnTo>
                  <a:pt x="581443" y="615044"/>
                </a:lnTo>
                <a:lnTo>
                  <a:pt x="583281" y="615023"/>
                </a:lnTo>
                <a:lnTo>
                  <a:pt x="584715" y="614070"/>
                </a:lnTo>
                <a:lnTo>
                  <a:pt x="583611" y="613502"/>
                </a:lnTo>
                <a:lnTo>
                  <a:pt x="583314" y="613099"/>
                </a:lnTo>
                <a:lnTo>
                  <a:pt x="583380" y="611926"/>
                </a:lnTo>
                <a:lnTo>
                  <a:pt x="583812" y="610944"/>
                </a:lnTo>
                <a:lnTo>
                  <a:pt x="585065" y="609650"/>
                </a:lnTo>
                <a:lnTo>
                  <a:pt x="586651" y="608790"/>
                </a:lnTo>
                <a:lnTo>
                  <a:pt x="586844" y="608460"/>
                </a:lnTo>
                <a:lnTo>
                  <a:pt x="587572" y="608624"/>
                </a:lnTo>
                <a:lnTo>
                  <a:pt x="588076" y="607966"/>
                </a:lnTo>
                <a:lnTo>
                  <a:pt x="588449" y="608204"/>
                </a:lnTo>
                <a:lnTo>
                  <a:pt x="588772" y="608006"/>
                </a:lnTo>
                <a:lnTo>
                  <a:pt x="588817" y="607626"/>
                </a:lnTo>
                <a:lnTo>
                  <a:pt x="588388" y="607762"/>
                </a:lnTo>
                <a:lnTo>
                  <a:pt x="587698" y="607341"/>
                </a:lnTo>
                <a:lnTo>
                  <a:pt x="587508" y="606898"/>
                </a:lnTo>
                <a:lnTo>
                  <a:pt x="584646" y="606409"/>
                </a:lnTo>
                <a:lnTo>
                  <a:pt x="584226" y="605356"/>
                </a:lnTo>
                <a:lnTo>
                  <a:pt x="584223" y="603620"/>
                </a:lnTo>
                <a:lnTo>
                  <a:pt x="584917" y="601512"/>
                </a:lnTo>
                <a:lnTo>
                  <a:pt x="586162" y="599700"/>
                </a:lnTo>
                <a:lnTo>
                  <a:pt x="590034" y="596333"/>
                </a:lnTo>
                <a:lnTo>
                  <a:pt x="593441" y="594520"/>
                </a:lnTo>
                <a:lnTo>
                  <a:pt x="597107" y="593338"/>
                </a:lnTo>
                <a:lnTo>
                  <a:pt x="602107" y="592434"/>
                </a:lnTo>
                <a:lnTo>
                  <a:pt x="604380" y="592240"/>
                </a:lnTo>
                <a:lnTo>
                  <a:pt x="605679" y="592323"/>
                </a:lnTo>
                <a:lnTo>
                  <a:pt x="606529" y="592780"/>
                </a:lnTo>
                <a:lnTo>
                  <a:pt x="607771" y="592876"/>
                </a:lnTo>
                <a:lnTo>
                  <a:pt x="608600" y="591852"/>
                </a:lnTo>
                <a:lnTo>
                  <a:pt x="609093" y="592052"/>
                </a:lnTo>
                <a:lnTo>
                  <a:pt x="610823" y="591944"/>
                </a:lnTo>
                <a:lnTo>
                  <a:pt x="611192" y="591665"/>
                </a:lnTo>
                <a:lnTo>
                  <a:pt x="612983" y="591237"/>
                </a:lnTo>
                <a:lnTo>
                  <a:pt x="613408" y="590889"/>
                </a:lnTo>
                <a:lnTo>
                  <a:pt x="614276" y="590770"/>
                </a:lnTo>
                <a:lnTo>
                  <a:pt x="614560" y="590342"/>
                </a:lnTo>
                <a:lnTo>
                  <a:pt x="615094" y="590728"/>
                </a:lnTo>
                <a:lnTo>
                  <a:pt x="615365" y="590108"/>
                </a:lnTo>
                <a:lnTo>
                  <a:pt x="615528" y="590255"/>
                </a:lnTo>
                <a:lnTo>
                  <a:pt x="616057" y="589980"/>
                </a:lnTo>
                <a:lnTo>
                  <a:pt x="616242" y="589212"/>
                </a:lnTo>
                <a:lnTo>
                  <a:pt x="617029" y="589025"/>
                </a:lnTo>
                <a:lnTo>
                  <a:pt x="617256" y="589275"/>
                </a:lnTo>
                <a:lnTo>
                  <a:pt x="616887" y="588193"/>
                </a:lnTo>
                <a:lnTo>
                  <a:pt x="615859" y="587937"/>
                </a:lnTo>
                <a:lnTo>
                  <a:pt x="615425" y="587255"/>
                </a:lnTo>
                <a:lnTo>
                  <a:pt x="615681" y="587837"/>
                </a:lnTo>
                <a:lnTo>
                  <a:pt x="615559" y="588244"/>
                </a:lnTo>
                <a:lnTo>
                  <a:pt x="615513" y="587977"/>
                </a:lnTo>
                <a:lnTo>
                  <a:pt x="615330" y="588182"/>
                </a:lnTo>
                <a:lnTo>
                  <a:pt x="615030" y="587880"/>
                </a:lnTo>
                <a:lnTo>
                  <a:pt x="615204" y="587432"/>
                </a:lnTo>
                <a:lnTo>
                  <a:pt x="614519" y="587986"/>
                </a:lnTo>
                <a:lnTo>
                  <a:pt x="613978" y="587112"/>
                </a:lnTo>
                <a:lnTo>
                  <a:pt x="612936" y="586795"/>
                </a:lnTo>
                <a:lnTo>
                  <a:pt x="612625" y="586466"/>
                </a:lnTo>
                <a:lnTo>
                  <a:pt x="612252" y="586496"/>
                </a:lnTo>
                <a:lnTo>
                  <a:pt x="611995" y="586037"/>
                </a:lnTo>
                <a:lnTo>
                  <a:pt x="610759" y="585671"/>
                </a:lnTo>
                <a:lnTo>
                  <a:pt x="610544" y="584427"/>
                </a:lnTo>
                <a:lnTo>
                  <a:pt x="610683" y="581915"/>
                </a:lnTo>
                <a:lnTo>
                  <a:pt x="612177" y="578076"/>
                </a:lnTo>
                <a:lnTo>
                  <a:pt x="612870" y="576937"/>
                </a:lnTo>
                <a:lnTo>
                  <a:pt x="615739" y="573556"/>
                </a:lnTo>
                <a:lnTo>
                  <a:pt x="616812" y="572623"/>
                </a:lnTo>
                <a:lnTo>
                  <a:pt x="622220" y="569909"/>
                </a:lnTo>
                <a:lnTo>
                  <a:pt x="625916" y="568545"/>
                </a:lnTo>
                <a:lnTo>
                  <a:pt x="631672" y="567346"/>
                </a:lnTo>
                <a:lnTo>
                  <a:pt x="636929" y="567023"/>
                </a:lnTo>
                <a:lnTo>
                  <a:pt x="639775" y="567144"/>
                </a:lnTo>
                <a:lnTo>
                  <a:pt x="641543" y="567540"/>
                </a:lnTo>
                <a:lnTo>
                  <a:pt x="642886" y="567454"/>
                </a:lnTo>
                <a:lnTo>
                  <a:pt x="644236" y="568094"/>
                </a:lnTo>
                <a:lnTo>
                  <a:pt x="644933" y="568259"/>
                </a:lnTo>
                <a:lnTo>
                  <a:pt x="645406" y="568116"/>
                </a:lnTo>
                <a:lnTo>
                  <a:pt x="646430" y="568592"/>
                </a:lnTo>
                <a:lnTo>
                  <a:pt x="646835" y="568345"/>
                </a:lnTo>
                <a:lnTo>
                  <a:pt x="647032" y="568450"/>
                </a:lnTo>
                <a:lnTo>
                  <a:pt x="647241" y="567756"/>
                </a:lnTo>
                <a:lnTo>
                  <a:pt x="647854" y="567441"/>
                </a:lnTo>
                <a:lnTo>
                  <a:pt x="648169" y="567471"/>
                </a:lnTo>
                <a:lnTo>
                  <a:pt x="648358" y="567926"/>
                </a:lnTo>
                <a:lnTo>
                  <a:pt x="649366" y="567585"/>
                </a:lnTo>
                <a:lnTo>
                  <a:pt x="650055" y="567886"/>
                </a:lnTo>
                <a:lnTo>
                  <a:pt x="651726" y="567933"/>
                </a:lnTo>
                <a:lnTo>
                  <a:pt x="652316" y="568245"/>
                </a:lnTo>
                <a:lnTo>
                  <a:pt x="652796" y="567676"/>
                </a:lnTo>
                <a:lnTo>
                  <a:pt x="653410" y="568115"/>
                </a:lnTo>
                <a:lnTo>
                  <a:pt x="653664" y="567766"/>
                </a:lnTo>
                <a:lnTo>
                  <a:pt x="653561" y="567528"/>
                </a:lnTo>
                <a:lnTo>
                  <a:pt x="654543" y="568032"/>
                </a:lnTo>
                <a:lnTo>
                  <a:pt x="655275" y="567594"/>
                </a:lnTo>
                <a:lnTo>
                  <a:pt x="655507" y="567668"/>
                </a:lnTo>
                <a:lnTo>
                  <a:pt x="655669" y="567364"/>
                </a:lnTo>
                <a:lnTo>
                  <a:pt x="655884" y="567634"/>
                </a:lnTo>
                <a:lnTo>
                  <a:pt x="657118" y="566561"/>
                </a:lnTo>
                <a:lnTo>
                  <a:pt x="658016" y="566262"/>
                </a:lnTo>
                <a:lnTo>
                  <a:pt x="658447" y="566647"/>
                </a:lnTo>
                <a:lnTo>
                  <a:pt x="658888" y="566287"/>
                </a:lnTo>
                <a:lnTo>
                  <a:pt x="660323" y="566787"/>
                </a:lnTo>
                <a:lnTo>
                  <a:pt x="660934" y="565733"/>
                </a:lnTo>
                <a:lnTo>
                  <a:pt x="661906" y="565389"/>
                </a:lnTo>
                <a:lnTo>
                  <a:pt x="662211" y="564849"/>
                </a:lnTo>
                <a:lnTo>
                  <a:pt x="662176" y="564369"/>
                </a:lnTo>
                <a:lnTo>
                  <a:pt x="663480" y="564078"/>
                </a:lnTo>
                <a:lnTo>
                  <a:pt x="664009" y="562953"/>
                </a:lnTo>
                <a:lnTo>
                  <a:pt x="664745" y="562853"/>
                </a:lnTo>
                <a:lnTo>
                  <a:pt x="665227" y="562386"/>
                </a:lnTo>
                <a:lnTo>
                  <a:pt x="665701" y="562360"/>
                </a:lnTo>
                <a:lnTo>
                  <a:pt x="666005" y="561880"/>
                </a:lnTo>
                <a:lnTo>
                  <a:pt x="667772" y="561291"/>
                </a:lnTo>
                <a:lnTo>
                  <a:pt x="668111" y="560601"/>
                </a:lnTo>
                <a:lnTo>
                  <a:pt x="668846" y="559915"/>
                </a:lnTo>
                <a:lnTo>
                  <a:pt x="668753" y="559012"/>
                </a:lnTo>
                <a:lnTo>
                  <a:pt x="669289" y="559185"/>
                </a:lnTo>
                <a:lnTo>
                  <a:pt x="669852" y="558892"/>
                </a:lnTo>
                <a:lnTo>
                  <a:pt x="669963" y="557999"/>
                </a:lnTo>
                <a:lnTo>
                  <a:pt x="670381" y="558180"/>
                </a:lnTo>
                <a:lnTo>
                  <a:pt x="670857" y="557736"/>
                </a:lnTo>
                <a:lnTo>
                  <a:pt x="673089" y="557627"/>
                </a:lnTo>
                <a:lnTo>
                  <a:pt x="685186" y="559677"/>
                </a:lnTo>
                <a:lnTo>
                  <a:pt x="692464" y="561687"/>
                </a:lnTo>
                <a:lnTo>
                  <a:pt x="697763" y="563624"/>
                </a:lnTo>
                <a:lnTo>
                  <a:pt x="697970" y="564089"/>
                </a:lnTo>
                <a:lnTo>
                  <a:pt x="698221" y="563854"/>
                </a:lnTo>
                <a:lnTo>
                  <a:pt x="697930" y="563513"/>
                </a:lnTo>
                <a:lnTo>
                  <a:pt x="697955" y="563172"/>
                </a:lnTo>
                <a:lnTo>
                  <a:pt x="698402" y="562571"/>
                </a:lnTo>
                <a:lnTo>
                  <a:pt x="698964" y="562381"/>
                </a:lnTo>
                <a:lnTo>
                  <a:pt x="702141" y="563007"/>
                </a:lnTo>
                <a:lnTo>
                  <a:pt x="703464" y="563814"/>
                </a:lnTo>
                <a:lnTo>
                  <a:pt x="707852" y="565567"/>
                </a:lnTo>
                <a:lnTo>
                  <a:pt x="711536" y="566271"/>
                </a:lnTo>
                <a:lnTo>
                  <a:pt x="714231" y="567018"/>
                </a:lnTo>
                <a:lnTo>
                  <a:pt x="714309" y="567218"/>
                </a:lnTo>
                <a:lnTo>
                  <a:pt x="714737" y="567160"/>
                </a:lnTo>
                <a:lnTo>
                  <a:pt x="720443" y="569136"/>
                </a:lnTo>
                <a:lnTo>
                  <a:pt x="723365" y="570534"/>
                </a:lnTo>
                <a:lnTo>
                  <a:pt x="723940" y="571020"/>
                </a:lnTo>
                <a:lnTo>
                  <a:pt x="724262" y="571911"/>
                </a:lnTo>
                <a:lnTo>
                  <a:pt x="724534" y="571489"/>
                </a:lnTo>
                <a:lnTo>
                  <a:pt x="725624" y="571628"/>
                </a:lnTo>
                <a:lnTo>
                  <a:pt x="726159" y="572407"/>
                </a:lnTo>
                <a:lnTo>
                  <a:pt x="726599" y="572342"/>
                </a:lnTo>
                <a:lnTo>
                  <a:pt x="726921" y="572894"/>
                </a:lnTo>
                <a:lnTo>
                  <a:pt x="726273" y="571543"/>
                </a:lnTo>
                <a:lnTo>
                  <a:pt x="726763" y="570430"/>
                </a:lnTo>
                <a:lnTo>
                  <a:pt x="728167" y="569666"/>
                </a:lnTo>
                <a:lnTo>
                  <a:pt x="730744" y="569319"/>
                </a:lnTo>
                <a:lnTo>
                  <a:pt x="732096" y="569571"/>
                </a:lnTo>
                <a:lnTo>
                  <a:pt x="732226" y="569795"/>
                </a:lnTo>
                <a:lnTo>
                  <a:pt x="733862" y="569941"/>
                </a:lnTo>
                <a:lnTo>
                  <a:pt x="734261" y="570188"/>
                </a:lnTo>
                <a:lnTo>
                  <a:pt x="734125" y="570498"/>
                </a:lnTo>
                <a:lnTo>
                  <a:pt x="734346" y="570297"/>
                </a:lnTo>
                <a:lnTo>
                  <a:pt x="734563" y="570510"/>
                </a:lnTo>
                <a:lnTo>
                  <a:pt x="734711" y="570255"/>
                </a:lnTo>
                <a:lnTo>
                  <a:pt x="735138" y="570457"/>
                </a:lnTo>
                <a:lnTo>
                  <a:pt x="735307" y="571242"/>
                </a:lnTo>
                <a:lnTo>
                  <a:pt x="736138" y="571253"/>
                </a:lnTo>
                <a:lnTo>
                  <a:pt x="736220" y="571053"/>
                </a:lnTo>
                <a:lnTo>
                  <a:pt x="736369" y="571290"/>
                </a:lnTo>
                <a:lnTo>
                  <a:pt x="737075" y="571458"/>
                </a:lnTo>
                <a:lnTo>
                  <a:pt x="737262" y="571033"/>
                </a:lnTo>
                <a:lnTo>
                  <a:pt x="738177" y="570840"/>
                </a:lnTo>
                <a:lnTo>
                  <a:pt x="738327" y="571252"/>
                </a:lnTo>
                <a:lnTo>
                  <a:pt x="738659" y="570977"/>
                </a:lnTo>
                <a:lnTo>
                  <a:pt x="738976" y="571158"/>
                </a:lnTo>
                <a:lnTo>
                  <a:pt x="739118" y="570959"/>
                </a:lnTo>
                <a:lnTo>
                  <a:pt x="739649" y="570946"/>
                </a:lnTo>
                <a:lnTo>
                  <a:pt x="739849" y="571139"/>
                </a:lnTo>
                <a:lnTo>
                  <a:pt x="740042" y="570907"/>
                </a:lnTo>
                <a:lnTo>
                  <a:pt x="741204" y="571586"/>
                </a:lnTo>
                <a:lnTo>
                  <a:pt x="741202" y="571048"/>
                </a:lnTo>
                <a:lnTo>
                  <a:pt x="741690" y="571059"/>
                </a:lnTo>
                <a:lnTo>
                  <a:pt x="742433" y="570653"/>
                </a:lnTo>
                <a:lnTo>
                  <a:pt x="742769" y="570886"/>
                </a:lnTo>
                <a:lnTo>
                  <a:pt x="743111" y="570339"/>
                </a:lnTo>
                <a:lnTo>
                  <a:pt x="743462" y="570750"/>
                </a:lnTo>
                <a:lnTo>
                  <a:pt x="743692" y="570602"/>
                </a:lnTo>
                <a:lnTo>
                  <a:pt x="744316" y="570870"/>
                </a:lnTo>
                <a:lnTo>
                  <a:pt x="745064" y="570561"/>
                </a:lnTo>
                <a:lnTo>
                  <a:pt x="745462" y="570532"/>
                </a:lnTo>
                <a:lnTo>
                  <a:pt x="745749" y="570835"/>
                </a:lnTo>
                <a:lnTo>
                  <a:pt x="745902" y="570616"/>
                </a:lnTo>
                <a:lnTo>
                  <a:pt x="747099" y="570551"/>
                </a:lnTo>
                <a:lnTo>
                  <a:pt x="747310" y="570985"/>
                </a:lnTo>
                <a:lnTo>
                  <a:pt x="747544" y="570901"/>
                </a:lnTo>
                <a:lnTo>
                  <a:pt x="748108" y="571567"/>
                </a:lnTo>
                <a:lnTo>
                  <a:pt x="748324" y="571376"/>
                </a:lnTo>
                <a:lnTo>
                  <a:pt x="748417" y="571626"/>
                </a:lnTo>
                <a:lnTo>
                  <a:pt x="748572" y="571274"/>
                </a:lnTo>
                <a:lnTo>
                  <a:pt x="748946" y="571461"/>
                </a:lnTo>
                <a:lnTo>
                  <a:pt x="749318" y="571144"/>
                </a:lnTo>
                <a:lnTo>
                  <a:pt x="749778" y="571110"/>
                </a:lnTo>
                <a:lnTo>
                  <a:pt x="750073" y="571342"/>
                </a:lnTo>
                <a:lnTo>
                  <a:pt x="750617" y="571070"/>
                </a:lnTo>
                <a:lnTo>
                  <a:pt x="750844" y="571298"/>
                </a:lnTo>
                <a:lnTo>
                  <a:pt x="751054" y="571014"/>
                </a:lnTo>
                <a:lnTo>
                  <a:pt x="751598" y="570880"/>
                </a:lnTo>
                <a:lnTo>
                  <a:pt x="751662" y="571153"/>
                </a:lnTo>
                <a:lnTo>
                  <a:pt x="752021" y="570864"/>
                </a:lnTo>
                <a:lnTo>
                  <a:pt x="752263" y="571441"/>
                </a:lnTo>
                <a:lnTo>
                  <a:pt x="752784" y="571635"/>
                </a:lnTo>
                <a:lnTo>
                  <a:pt x="753039" y="571246"/>
                </a:lnTo>
                <a:lnTo>
                  <a:pt x="753412" y="571473"/>
                </a:lnTo>
                <a:lnTo>
                  <a:pt x="753721" y="571187"/>
                </a:lnTo>
                <a:lnTo>
                  <a:pt x="754623" y="571301"/>
                </a:lnTo>
                <a:lnTo>
                  <a:pt x="754941" y="571105"/>
                </a:lnTo>
                <a:lnTo>
                  <a:pt x="755323" y="571423"/>
                </a:lnTo>
                <a:lnTo>
                  <a:pt x="756340" y="571150"/>
                </a:lnTo>
                <a:lnTo>
                  <a:pt x="756526" y="571645"/>
                </a:lnTo>
                <a:lnTo>
                  <a:pt x="756849" y="571389"/>
                </a:lnTo>
                <a:lnTo>
                  <a:pt x="757162" y="571557"/>
                </a:lnTo>
                <a:lnTo>
                  <a:pt x="757651" y="571438"/>
                </a:lnTo>
                <a:lnTo>
                  <a:pt x="758450" y="572204"/>
                </a:lnTo>
                <a:lnTo>
                  <a:pt x="758720" y="571786"/>
                </a:lnTo>
                <a:lnTo>
                  <a:pt x="758988" y="571971"/>
                </a:lnTo>
                <a:lnTo>
                  <a:pt x="758946" y="571734"/>
                </a:lnTo>
                <a:lnTo>
                  <a:pt x="759379" y="571601"/>
                </a:lnTo>
                <a:lnTo>
                  <a:pt x="759491" y="571820"/>
                </a:lnTo>
                <a:lnTo>
                  <a:pt x="759788" y="571501"/>
                </a:lnTo>
                <a:lnTo>
                  <a:pt x="760414" y="571890"/>
                </a:lnTo>
                <a:lnTo>
                  <a:pt x="761223" y="571891"/>
                </a:lnTo>
                <a:lnTo>
                  <a:pt x="762315" y="572687"/>
                </a:lnTo>
                <a:lnTo>
                  <a:pt x="762608" y="572252"/>
                </a:lnTo>
                <a:lnTo>
                  <a:pt x="763097" y="572730"/>
                </a:lnTo>
                <a:lnTo>
                  <a:pt x="764184" y="572304"/>
                </a:lnTo>
                <a:lnTo>
                  <a:pt x="764326" y="572620"/>
                </a:lnTo>
                <a:lnTo>
                  <a:pt x="764643" y="572491"/>
                </a:lnTo>
                <a:lnTo>
                  <a:pt x="765173" y="572793"/>
                </a:lnTo>
                <a:lnTo>
                  <a:pt x="765041" y="573180"/>
                </a:lnTo>
                <a:lnTo>
                  <a:pt x="765497" y="572973"/>
                </a:lnTo>
                <a:lnTo>
                  <a:pt x="765559" y="573350"/>
                </a:lnTo>
                <a:lnTo>
                  <a:pt x="765936" y="573539"/>
                </a:lnTo>
                <a:lnTo>
                  <a:pt x="767075" y="573305"/>
                </a:lnTo>
                <a:lnTo>
                  <a:pt x="767201" y="573570"/>
                </a:lnTo>
                <a:lnTo>
                  <a:pt x="768072" y="573833"/>
                </a:lnTo>
                <a:lnTo>
                  <a:pt x="768859" y="573478"/>
                </a:lnTo>
                <a:lnTo>
                  <a:pt x="769025" y="573840"/>
                </a:lnTo>
                <a:lnTo>
                  <a:pt x="770596" y="573770"/>
                </a:lnTo>
                <a:lnTo>
                  <a:pt x="770817" y="574066"/>
                </a:lnTo>
                <a:lnTo>
                  <a:pt x="771831" y="574012"/>
                </a:lnTo>
                <a:lnTo>
                  <a:pt x="772820" y="573423"/>
                </a:lnTo>
                <a:lnTo>
                  <a:pt x="773799" y="573923"/>
                </a:lnTo>
                <a:lnTo>
                  <a:pt x="774825" y="573603"/>
                </a:lnTo>
                <a:lnTo>
                  <a:pt x="775404" y="573831"/>
                </a:lnTo>
                <a:lnTo>
                  <a:pt x="775940" y="573593"/>
                </a:lnTo>
                <a:lnTo>
                  <a:pt x="776088" y="573893"/>
                </a:lnTo>
                <a:lnTo>
                  <a:pt x="776684" y="573996"/>
                </a:lnTo>
                <a:lnTo>
                  <a:pt x="776737" y="574243"/>
                </a:lnTo>
                <a:lnTo>
                  <a:pt x="777410" y="574276"/>
                </a:lnTo>
                <a:lnTo>
                  <a:pt x="777723" y="574546"/>
                </a:lnTo>
                <a:lnTo>
                  <a:pt x="778605" y="574374"/>
                </a:lnTo>
                <a:lnTo>
                  <a:pt x="779354" y="573678"/>
                </a:lnTo>
                <a:lnTo>
                  <a:pt x="781039" y="573793"/>
                </a:lnTo>
                <a:lnTo>
                  <a:pt x="781686" y="574344"/>
                </a:lnTo>
                <a:lnTo>
                  <a:pt x="781771" y="574662"/>
                </a:lnTo>
                <a:lnTo>
                  <a:pt x="781423" y="574781"/>
                </a:lnTo>
                <a:lnTo>
                  <a:pt x="781515" y="574915"/>
                </a:lnTo>
                <a:lnTo>
                  <a:pt x="782082" y="574796"/>
                </a:lnTo>
                <a:lnTo>
                  <a:pt x="782074" y="574327"/>
                </a:lnTo>
                <a:lnTo>
                  <a:pt x="784256" y="575305"/>
                </a:lnTo>
                <a:lnTo>
                  <a:pt x="784363" y="575015"/>
                </a:lnTo>
                <a:lnTo>
                  <a:pt x="784957" y="574946"/>
                </a:lnTo>
                <a:lnTo>
                  <a:pt x="785003" y="574600"/>
                </a:lnTo>
                <a:lnTo>
                  <a:pt x="784379" y="574481"/>
                </a:lnTo>
                <a:lnTo>
                  <a:pt x="782955" y="573587"/>
                </a:lnTo>
                <a:lnTo>
                  <a:pt x="781011" y="573565"/>
                </a:lnTo>
                <a:lnTo>
                  <a:pt x="780030" y="573194"/>
                </a:lnTo>
                <a:lnTo>
                  <a:pt x="779480" y="571256"/>
                </a:lnTo>
                <a:lnTo>
                  <a:pt x="779473" y="570073"/>
                </a:lnTo>
                <a:lnTo>
                  <a:pt x="780136" y="568183"/>
                </a:lnTo>
                <a:lnTo>
                  <a:pt x="780739" y="567195"/>
                </a:lnTo>
                <a:lnTo>
                  <a:pt x="780364" y="567107"/>
                </a:lnTo>
                <a:lnTo>
                  <a:pt x="780363" y="566296"/>
                </a:lnTo>
                <a:lnTo>
                  <a:pt x="780760" y="566000"/>
                </a:lnTo>
                <a:lnTo>
                  <a:pt x="780415" y="566000"/>
                </a:lnTo>
                <a:lnTo>
                  <a:pt x="780300" y="565668"/>
                </a:lnTo>
                <a:lnTo>
                  <a:pt x="781176" y="563852"/>
                </a:lnTo>
                <a:lnTo>
                  <a:pt x="782793" y="562194"/>
                </a:lnTo>
                <a:lnTo>
                  <a:pt x="784905" y="560504"/>
                </a:lnTo>
                <a:lnTo>
                  <a:pt x="787428" y="559128"/>
                </a:lnTo>
                <a:lnTo>
                  <a:pt x="790262" y="558172"/>
                </a:lnTo>
                <a:lnTo>
                  <a:pt x="792458" y="557917"/>
                </a:lnTo>
                <a:lnTo>
                  <a:pt x="792688" y="557690"/>
                </a:lnTo>
                <a:lnTo>
                  <a:pt x="793583" y="557941"/>
                </a:lnTo>
                <a:lnTo>
                  <a:pt x="794520" y="557691"/>
                </a:lnTo>
                <a:lnTo>
                  <a:pt x="794817" y="557994"/>
                </a:lnTo>
                <a:lnTo>
                  <a:pt x="795111" y="557736"/>
                </a:lnTo>
                <a:lnTo>
                  <a:pt x="795555" y="557848"/>
                </a:lnTo>
                <a:lnTo>
                  <a:pt x="795762" y="558163"/>
                </a:lnTo>
                <a:lnTo>
                  <a:pt x="795723" y="557937"/>
                </a:lnTo>
                <a:lnTo>
                  <a:pt x="796250" y="557427"/>
                </a:lnTo>
                <a:lnTo>
                  <a:pt x="797767" y="557451"/>
                </a:lnTo>
                <a:lnTo>
                  <a:pt x="798283" y="557674"/>
                </a:lnTo>
                <a:lnTo>
                  <a:pt x="798375" y="557484"/>
                </a:lnTo>
                <a:lnTo>
                  <a:pt x="799226" y="557583"/>
                </a:lnTo>
                <a:lnTo>
                  <a:pt x="800455" y="557350"/>
                </a:lnTo>
                <a:lnTo>
                  <a:pt x="800790" y="557092"/>
                </a:lnTo>
                <a:lnTo>
                  <a:pt x="801115" y="556093"/>
                </a:lnTo>
                <a:lnTo>
                  <a:pt x="801525" y="555653"/>
                </a:lnTo>
                <a:lnTo>
                  <a:pt x="801978" y="555863"/>
                </a:lnTo>
                <a:lnTo>
                  <a:pt x="802923" y="555569"/>
                </a:lnTo>
                <a:lnTo>
                  <a:pt x="803218" y="554976"/>
                </a:lnTo>
                <a:lnTo>
                  <a:pt x="804241" y="554538"/>
                </a:lnTo>
                <a:lnTo>
                  <a:pt x="806741" y="554366"/>
                </a:lnTo>
                <a:lnTo>
                  <a:pt x="807186" y="554846"/>
                </a:lnTo>
                <a:lnTo>
                  <a:pt x="808964" y="554594"/>
                </a:lnTo>
                <a:lnTo>
                  <a:pt x="809969" y="554073"/>
                </a:lnTo>
                <a:lnTo>
                  <a:pt x="811479" y="554210"/>
                </a:lnTo>
                <a:lnTo>
                  <a:pt x="812371" y="553906"/>
                </a:lnTo>
                <a:lnTo>
                  <a:pt x="812566" y="554203"/>
                </a:lnTo>
                <a:lnTo>
                  <a:pt x="814152" y="554280"/>
                </a:lnTo>
                <a:lnTo>
                  <a:pt x="814873" y="554548"/>
                </a:lnTo>
                <a:lnTo>
                  <a:pt x="816022" y="554060"/>
                </a:lnTo>
                <a:lnTo>
                  <a:pt x="816405" y="554149"/>
                </a:lnTo>
                <a:lnTo>
                  <a:pt x="816464" y="553609"/>
                </a:lnTo>
                <a:lnTo>
                  <a:pt x="816183" y="553384"/>
                </a:lnTo>
                <a:lnTo>
                  <a:pt x="816459" y="552883"/>
                </a:lnTo>
                <a:lnTo>
                  <a:pt x="816049" y="551461"/>
                </a:lnTo>
                <a:lnTo>
                  <a:pt x="816245" y="551240"/>
                </a:lnTo>
                <a:lnTo>
                  <a:pt x="815570" y="550006"/>
                </a:lnTo>
                <a:lnTo>
                  <a:pt x="815141" y="550081"/>
                </a:lnTo>
                <a:lnTo>
                  <a:pt x="814719" y="549573"/>
                </a:lnTo>
                <a:lnTo>
                  <a:pt x="814782" y="547638"/>
                </a:lnTo>
                <a:lnTo>
                  <a:pt x="815241" y="547184"/>
                </a:lnTo>
                <a:lnTo>
                  <a:pt x="815029" y="546776"/>
                </a:lnTo>
                <a:lnTo>
                  <a:pt x="815522" y="546545"/>
                </a:lnTo>
                <a:lnTo>
                  <a:pt x="815428" y="546192"/>
                </a:lnTo>
                <a:lnTo>
                  <a:pt x="815870" y="546326"/>
                </a:lnTo>
                <a:lnTo>
                  <a:pt x="816072" y="546134"/>
                </a:lnTo>
                <a:lnTo>
                  <a:pt x="815964" y="545626"/>
                </a:lnTo>
                <a:lnTo>
                  <a:pt x="815430" y="545098"/>
                </a:lnTo>
                <a:lnTo>
                  <a:pt x="815866" y="544794"/>
                </a:lnTo>
                <a:lnTo>
                  <a:pt x="815803" y="544393"/>
                </a:lnTo>
                <a:lnTo>
                  <a:pt x="815073" y="543296"/>
                </a:lnTo>
                <a:lnTo>
                  <a:pt x="815405" y="542769"/>
                </a:lnTo>
                <a:lnTo>
                  <a:pt x="817082" y="542745"/>
                </a:lnTo>
                <a:lnTo>
                  <a:pt x="817685" y="542314"/>
                </a:lnTo>
                <a:lnTo>
                  <a:pt x="817796" y="541980"/>
                </a:lnTo>
                <a:lnTo>
                  <a:pt x="817443" y="541799"/>
                </a:lnTo>
                <a:lnTo>
                  <a:pt x="817694" y="541559"/>
                </a:lnTo>
                <a:lnTo>
                  <a:pt x="816724" y="541035"/>
                </a:lnTo>
                <a:lnTo>
                  <a:pt x="816663" y="540730"/>
                </a:lnTo>
                <a:lnTo>
                  <a:pt x="816433" y="540677"/>
                </a:lnTo>
                <a:lnTo>
                  <a:pt x="816594" y="540320"/>
                </a:lnTo>
                <a:lnTo>
                  <a:pt x="816406" y="540044"/>
                </a:lnTo>
                <a:lnTo>
                  <a:pt x="816977" y="540035"/>
                </a:lnTo>
                <a:lnTo>
                  <a:pt x="817546" y="539088"/>
                </a:lnTo>
                <a:lnTo>
                  <a:pt x="817828" y="539226"/>
                </a:lnTo>
                <a:lnTo>
                  <a:pt x="818991" y="538732"/>
                </a:lnTo>
                <a:lnTo>
                  <a:pt x="819336" y="538857"/>
                </a:lnTo>
                <a:lnTo>
                  <a:pt x="819576" y="538539"/>
                </a:lnTo>
                <a:lnTo>
                  <a:pt x="821192" y="538622"/>
                </a:lnTo>
                <a:lnTo>
                  <a:pt x="821879" y="537807"/>
                </a:lnTo>
                <a:lnTo>
                  <a:pt x="822703" y="536040"/>
                </a:lnTo>
                <a:lnTo>
                  <a:pt x="823555" y="535943"/>
                </a:lnTo>
                <a:lnTo>
                  <a:pt x="823916" y="535409"/>
                </a:lnTo>
                <a:lnTo>
                  <a:pt x="812732" y="532095"/>
                </a:lnTo>
                <a:lnTo>
                  <a:pt x="811083" y="530444"/>
                </a:lnTo>
                <a:lnTo>
                  <a:pt x="804873" y="529824"/>
                </a:lnTo>
                <a:lnTo>
                  <a:pt x="803784" y="524592"/>
                </a:lnTo>
                <a:lnTo>
                  <a:pt x="804231" y="524117"/>
                </a:lnTo>
                <a:lnTo>
                  <a:pt x="799034" y="522323"/>
                </a:lnTo>
                <a:lnTo>
                  <a:pt x="798915" y="522886"/>
                </a:lnTo>
                <a:lnTo>
                  <a:pt x="794889" y="523846"/>
                </a:lnTo>
                <a:lnTo>
                  <a:pt x="795045" y="526422"/>
                </a:lnTo>
                <a:lnTo>
                  <a:pt x="792216" y="526427"/>
                </a:lnTo>
                <a:lnTo>
                  <a:pt x="790349" y="525751"/>
                </a:lnTo>
                <a:lnTo>
                  <a:pt x="786779" y="525099"/>
                </a:lnTo>
                <a:lnTo>
                  <a:pt x="785332" y="524399"/>
                </a:lnTo>
                <a:lnTo>
                  <a:pt x="782373" y="524089"/>
                </a:lnTo>
                <a:lnTo>
                  <a:pt x="787064" y="519103"/>
                </a:lnTo>
                <a:lnTo>
                  <a:pt x="788356" y="511967"/>
                </a:lnTo>
                <a:lnTo>
                  <a:pt x="793130" y="511989"/>
                </a:lnTo>
                <a:lnTo>
                  <a:pt x="802001" y="509041"/>
                </a:lnTo>
                <a:lnTo>
                  <a:pt x="802044" y="506384"/>
                </a:lnTo>
                <a:lnTo>
                  <a:pt x="803906" y="504762"/>
                </a:lnTo>
                <a:lnTo>
                  <a:pt x="804025" y="501319"/>
                </a:lnTo>
                <a:lnTo>
                  <a:pt x="808001" y="504714"/>
                </a:lnTo>
                <a:lnTo>
                  <a:pt x="813781" y="504145"/>
                </a:lnTo>
                <a:lnTo>
                  <a:pt x="819401" y="504648"/>
                </a:lnTo>
                <a:lnTo>
                  <a:pt x="819990" y="497143"/>
                </a:lnTo>
                <a:lnTo>
                  <a:pt x="812538" y="491639"/>
                </a:lnTo>
                <a:lnTo>
                  <a:pt x="812105" y="488120"/>
                </a:lnTo>
                <a:lnTo>
                  <a:pt x="809329" y="488602"/>
                </a:lnTo>
                <a:lnTo>
                  <a:pt x="809832" y="481365"/>
                </a:lnTo>
                <a:lnTo>
                  <a:pt x="810631" y="477481"/>
                </a:lnTo>
                <a:lnTo>
                  <a:pt x="810338" y="476365"/>
                </a:lnTo>
                <a:lnTo>
                  <a:pt x="806902" y="474654"/>
                </a:lnTo>
                <a:lnTo>
                  <a:pt x="806957" y="474493"/>
                </a:lnTo>
                <a:lnTo>
                  <a:pt x="798177" y="471000"/>
                </a:lnTo>
                <a:lnTo>
                  <a:pt x="795655" y="467909"/>
                </a:lnTo>
                <a:lnTo>
                  <a:pt x="791872" y="468680"/>
                </a:lnTo>
                <a:lnTo>
                  <a:pt x="785871" y="467717"/>
                </a:lnTo>
                <a:lnTo>
                  <a:pt x="781835" y="468334"/>
                </a:lnTo>
                <a:lnTo>
                  <a:pt x="779186" y="468301"/>
                </a:lnTo>
                <a:lnTo>
                  <a:pt x="776627" y="467635"/>
                </a:lnTo>
                <a:lnTo>
                  <a:pt x="777889" y="470936"/>
                </a:lnTo>
                <a:lnTo>
                  <a:pt x="771610" y="462090"/>
                </a:lnTo>
                <a:lnTo>
                  <a:pt x="768765" y="459236"/>
                </a:lnTo>
                <a:lnTo>
                  <a:pt x="754998" y="458922"/>
                </a:lnTo>
                <a:lnTo>
                  <a:pt x="746807" y="459216"/>
                </a:lnTo>
                <a:lnTo>
                  <a:pt x="743861" y="461357"/>
                </a:lnTo>
                <a:lnTo>
                  <a:pt x="737576" y="461315"/>
                </a:lnTo>
                <a:lnTo>
                  <a:pt x="719817" y="466106"/>
                </a:lnTo>
                <a:lnTo>
                  <a:pt x="705668" y="464620"/>
                </a:lnTo>
                <a:lnTo>
                  <a:pt x="698122" y="464801"/>
                </a:lnTo>
                <a:lnTo>
                  <a:pt x="699476" y="464111"/>
                </a:lnTo>
                <a:lnTo>
                  <a:pt x="692844" y="460843"/>
                </a:lnTo>
                <a:lnTo>
                  <a:pt x="693189" y="449461"/>
                </a:lnTo>
                <a:lnTo>
                  <a:pt x="697811" y="449779"/>
                </a:lnTo>
                <a:lnTo>
                  <a:pt x="697853" y="447009"/>
                </a:lnTo>
                <a:lnTo>
                  <a:pt x="700061" y="446711"/>
                </a:lnTo>
                <a:lnTo>
                  <a:pt x="706675" y="432645"/>
                </a:lnTo>
                <a:lnTo>
                  <a:pt x="711631" y="427249"/>
                </a:lnTo>
                <a:lnTo>
                  <a:pt x="713600" y="419949"/>
                </a:lnTo>
                <a:lnTo>
                  <a:pt x="722044" y="408864"/>
                </a:lnTo>
                <a:lnTo>
                  <a:pt x="722346" y="404348"/>
                </a:lnTo>
                <a:lnTo>
                  <a:pt x="719083" y="400615"/>
                </a:lnTo>
                <a:lnTo>
                  <a:pt x="719222" y="399228"/>
                </a:lnTo>
                <a:lnTo>
                  <a:pt x="723815" y="396026"/>
                </a:lnTo>
                <a:lnTo>
                  <a:pt x="720964" y="389086"/>
                </a:lnTo>
                <a:lnTo>
                  <a:pt x="728353" y="380703"/>
                </a:lnTo>
                <a:lnTo>
                  <a:pt x="728828" y="376606"/>
                </a:lnTo>
                <a:lnTo>
                  <a:pt x="741148" y="376649"/>
                </a:lnTo>
                <a:lnTo>
                  <a:pt x="743632" y="374107"/>
                </a:lnTo>
                <a:lnTo>
                  <a:pt x="739868" y="364678"/>
                </a:lnTo>
                <a:lnTo>
                  <a:pt x="747996" y="359407"/>
                </a:lnTo>
                <a:lnTo>
                  <a:pt x="753190" y="359482"/>
                </a:lnTo>
                <a:lnTo>
                  <a:pt x="755067" y="362351"/>
                </a:lnTo>
                <a:lnTo>
                  <a:pt x="761784" y="362827"/>
                </a:lnTo>
                <a:lnTo>
                  <a:pt x="769261" y="366145"/>
                </a:lnTo>
                <a:lnTo>
                  <a:pt x="779273" y="368585"/>
                </a:lnTo>
                <a:lnTo>
                  <a:pt x="781820" y="358680"/>
                </a:lnTo>
                <a:lnTo>
                  <a:pt x="775537" y="358762"/>
                </a:lnTo>
                <a:lnTo>
                  <a:pt x="775764" y="353239"/>
                </a:lnTo>
                <a:lnTo>
                  <a:pt x="772927" y="349102"/>
                </a:lnTo>
                <a:lnTo>
                  <a:pt x="764268" y="343987"/>
                </a:lnTo>
                <a:lnTo>
                  <a:pt x="768575" y="340796"/>
                </a:lnTo>
                <a:lnTo>
                  <a:pt x="769350" y="334334"/>
                </a:lnTo>
                <a:lnTo>
                  <a:pt x="766677" y="324638"/>
                </a:lnTo>
                <a:lnTo>
                  <a:pt x="760672" y="318568"/>
                </a:lnTo>
                <a:lnTo>
                  <a:pt x="761039" y="310866"/>
                </a:lnTo>
                <a:lnTo>
                  <a:pt x="757451" y="304411"/>
                </a:lnTo>
                <a:lnTo>
                  <a:pt x="764332" y="300449"/>
                </a:lnTo>
                <a:lnTo>
                  <a:pt x="766396" y="301001"/>
                </a:lnTo>
                <a:lnTo>
                  <a:pt x="769138" y="299658"/>
                </a:lnTo>
                <a:lnTo>
                  <a:pt x="772611" y="292440"/>
                </a:lnTo>
                <a:lnTo>
                  <a:pt x="774841" y="294561"/>
                </a:lnTo>
                <a:lnTo>
                  <a:pt x="783149" y="298504"/>
                </a:lnTo>
                <a:lnTo>
                  <a:pt x="785145" y="293195"/>
                </a:lnTo>
                <a:lnTo>
                  <a:pt x="788444" y="287879"/>
                </a:lnTo>
                <a:lnTo>
                  <a:pt x="798659" y="288719"/>
                </a:lnTo>
                <a:lnTo>
                  <a:pt x="803023" y="289766"/>
                </a:lnTo>
                <a:lnTo>
                  <a:pt x="807995" y="290616"/>
                </a:lnTo>
                <a:lnTo>
                  <a:pt x="818034" y="291141"/>
                </a:lnTo>
                <a:lnTo>
                  <a:pt x="819835" y="288705"/>
                </a:lnTo>
                <a:lnTo>
                  <a:pt x="816890" y="284659"/>
                </a:lnTo>
                <a:lnTo>
                  <a:pt x="815784" y="283718"/>
                </a:lnTo>
                <a:lnTo>
                  <a:pt x="818708" y="274008"/>
                </a:lnTo>
                <a:lnTo>
                  <a:pt x="821714" y="273323"/>
                </a:lnTo>
                <a:lnTo>
                  <a:pt x="823866" y="271017"/>
                </a:lnTo>
                <a:lnTo>
                  <a:pt x="826315" y="269291"/>
                </a:lnTo>
                <a:lnTo>
                  <a:pt x="829188" y="268035"/>
                </a:lnTo>
                <a:lnTo>
                  <a:pt x="831806" y="264501"/>
                </a:lnTo>
                <a:lnTo>
                  <a:pt x="836143" y="266960"/>
                </a:lnTo>
                <a:lnTo>
                  <a:pt x="843447" y="274739"/>
                </a:lnTo>
                <a:lnTo>
                  <a:pt x="845279" y="275778"/>
                </a:lnTo>
                <a:lnTo>
                  <a:pt x="849094" y="276731"/>
                </a:lnTo>
                <a:lnTo>
                  <a:pt x="853015" y="273267"/>
                </a:lnTo>
                <a:lnTo>
                  <a:pt x="854987" y="273026"/>
                </a:lnTo>
                <a:lnTo>
                  <a:pt x="857402" y="270539"/>
                </a:lnTo>
                <a:lnTo>
                  <a:pt x="858518" y="268939"/>
                </a:lnTo>
                <a:lnTo>
                  <a:pt x="861744" y="267633"/>
                </a:lnTo>
                <a:lnTo>
                  <a:pt x="861711" y="267308"/>
                </a:lnTo>
                <a:lnTo>
                  <a:pt x="861899" y="267541"/>
                </a:lnTo>
                <a:lnTo>
                  <a:pt x="868024" y="266842"/>
                </a:lnTo>
                <a:lnTo>
                  <a:pt x="869877" y="264981"/>
                </a:lnTo>
                <a:lnTo>
                  <a:pt x="869053" y="261159"/>
                </a:lnTo>
                <a:lnTo>
                  <a:pt x="873327" y="261478"/>
                </a:lnTo>
                <a:lnTo>
                  <a:pt x="875929" y="262079"/>
                </a:lnTo>
                <a:lnTo>
                  <a:pt x="877564" y="262108"/>
                </a:lnTo>
                <a:lnTo>
                  <a:pt x="879321" y="260008"/>
                </a:lnTo>
                <a:lnTo>
                  <a:pt x="877855" y="259669"/>
                </a:lnTo>
                <a:lnTo>
                  <a:pt x="879959" y="257483"/>
                </a:lnTo>
                <a:lnTo>
                  <a:pt x="881713" y="256961"/>
                </a:lnTo>
                <a:lnTo>
                  <a:pt x="882424" y="255543"/>
                </a:lnTo>
                <a:lnTo>
                  <a:pt x="882416" y="251479"/>
                </a:lnTo>
                <a:lnTo>
                  <a:pt x="878885" y="249294"/>
                </a:lnTo>
                <a:lnTo>
                  <a:pt x="877263" y="253550"/>
                </a:lnTo>
                <a:lnTo>
                  <a:pt x="877267" y="249434"/>
                </a:lnTo>
                <a:lnTo>
                  <a:pt x="877951" y="246978"/>
                </a:lnTo>
                <a:lnTo>
                  <a:pt x="878168" y="246616"/>
                </a:lnTo>
                <a:lnTo>
                  <a:pt x="879283" y="247001"/>
                </a:lnTo>
                <a:lnTo>
                  <a:pt x="879187" y="245652"/>
                </a:lnTo>
                <a:lnTo>
                  <a:pt x="880757" y="244736"/>
                </a:lnTo>
                <a:lnTo>
                  <a:pt x="882337" y="245424"/>
                </a:lnTo>
                <a:lnTo>
                  <a:pt x="883198" y="244004"/>
                </a:lnTo>
                <a:lnTo>
                  <a:pt x="881490" y="242376"/>
                </a:lnTo>
                <a:lnTo>
                  <a:pt x="883179" y="237629"/>
                </a:lnTo>
                <a:lnTo>
                  <a:pt x="887790" y="238958"/>
                </a:lnTo>
                <a:lnTo>
                  <a:pt x="887843" y="237771"/>
                </a:lnTo>
                <a:lnTo>
                  <a:pt x="889841" y="237725"/>
                </a:lnTo>
                <a:lnTo>
                  <a:pt x="889622" y="237070"/>
                </a:lnTo>
                <a:lnTo>
                  <a:pt x="890438" y="236532"/>
                </a:lnTo>
                <a:lnTo>
                  <a:pt x="888970" y="235101"/>
                </a:lnTo>
                <a:lnTo>
                  <a:pt x="894390" y="228630"/>
                </a:lnTo>
                <a:lnTo>
                  <a:pt x="892062" y="226383"/>
                </a:lnTo>
                <a:lnTo>
                  <a:pt x="891290" y="226524"/>
                </a:lnTo>
                <a:lnTo>
                  <a:pt x="889675" y="225084"/>
                </a:lnTo>
                <a:lnTo>
                  <a:pt x="890104" y="223981"/>
                </a:lnTo>
                <a:lnTo>
                  <a:pt x="890936" y="223455"/>
                </a:lnTo>
                <a:lnTo>
                  <a:pt x="886407" y="220059"/>
                </a:lnTo>
                <a:lnTo>
                  <a:pt x="883991" y="219162"/>
                </a:lnTo>
                <a:lnTo>
                  <a:pt x="884017" y="220101"/>
                </a:lnTo>
                <a:lnTo>
                  <a:pt x="882895" y="220542"/>
                </a:lnTo>
                <a:lnTo>
                  <a:pt x="878323" y="220764"/>
                </a:lnTo>
                <a:lnTo>
                  <a:pt x="878239" y="217542"/>
                </a:lnTo>
                <a:lnTo>
                  <a:pt x="878727" y="217435"/>
                </a:lnTo>
                <a:lnTo>
                  <a:pt x="880838" y="211171"/>
                </a:lnTo>
                <a:lnTo>
                  <a:pt x="884922" y="212420"/>
                </a:lnTo>
                <a:lnTo>
                  <a:pt x="885137" y="207206"/>
                </a:lnTo>
                <a:lnTo>
                  <a:pt x="885816" y="207313"/>
                </a:lnTo>
                <a:lnTo>
                  <a:pt x="888565" y="206714"/>
                </a:lnTo>
                <a:lnTo>
                  <a:pt x="889110" y="205732"/>
                </a:lnTo>
                <a:lnTo>
                  <a:pt x="885074" y="203320"/>
                </a:lnTo>
                <a:lnTo>
                  <a:pt x="884818" y="20176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5975" y="3914885"/>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Galp / IPG GIMTL</a:t>
            </a:r>
          </a:p>
          <a:p>
            <a:pPr>
              <a:spcAft>
                <a:spcPts val="300"/>
              </a:spcAft>
              <a:defRPr sz="900" b="1">
                <a:solidFill>
                  <a:srgbClr val="0A2373"/>
                </a:solidFill>
                <a:latin typeface="Lato"/>
              </a:defRPr>
            </a:pPr>
            <a:r>
              <a:t>60k m³ petrol/diesel</a:t>
            </a:r>
          </a:p>
        </p:txBody>
      </p:sp>
      <p:sp>
        <p:nvSpPr>
          <p:cNvPr id="31" name="TextBox 30"/>
          <p:cNvSpPr txBox="1"/>
          <p:nvPr/>
        </p:nvSpPr>
        <p:spPr>
          <a:xfrm>
            <a:off x="970265" y="3569455"/>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NAMCOR NOSF</a:t>
            </a:r>
          </a:p>
          <a:p>
            <a:pPr>
              <a:spcAft>
                <a:spcPts val="300"/>
              </a:spcAft>
              <a:defRPr sz="900" b="1">
                <a:solidFill>
                  <a:srgbClr val="0A2373"/>
                </a:solidFill>
                <a:latin typeface="Lato"/>
              </a:defRPr>
            </a:pPr>
            <a:r>
              <a:t>65k m³ petrol/diesel</a:t>
            </a:r>
          </a:p>
        </p:txBody>
      </p:sp>
      <p:sp>
        <p:nvSpPr>
          <p:cNvPr id="32" name="TextBox 31"/>
          <p:cNvSpPr txBox="1"/>
          <p:nvPr/>
        </p:nvSpPr>
        <p:spPr>
          <a:xfrm>
            <a:off x="457200" y="2039112"/>
            <a:ext cx="6446520" cy="164592"/>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Shading: provincial petrol + diesel sales, 2022 (bn litres/year)</a:t>
            </a:r>
          </a:p>
        </p:txBody>
      </p:sp>
      <p:sp>
        <p:nvSpPr>
          <p:cNvPr id="33" name="TextBox 32"/>
          <p:cNvSpPr txBox="1"/>
          <p:nvPr/>
        </p:nvSpPr>
        <p:spPr>
          <a:xfrm>
            <a:off x="2248406" y="2640223"/>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4" name="TextBox 33"/>
          <p:cNvSpPr txBox="1"/>
          <p:nvPr/>
        </p:nvSpPr>
        <p:spPr>
          <a:xfrm>
            <a:off x="3253837" y="2660825"/>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5" name="TextBox 34"/>
          <p:cNvSpPr txBox="1"/>
          <p:nvPr/>
        </p:nvSpPr>
        <p:spPr>
          <a:xfrm>
            <a:off x="3342719" y="4267890"/>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6" name="TextBox 35"/>
          <p:cNvSpPr txBox="1"/>
          <p:nvPr/>
        </p:nvSpPr>
        <p:spPr>
          <a:xfrm>
            <a:off x="4591126" y="270051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7" name="Connector 36"/>
          <p:cNvCxnSpPr/>
          <p:nvPr/>
        </p:nvCxnSpPr>
        <p:spPr>
          <a:xfrm flipV="1">
            <a:off x="2268713" y="3100387"/>
            <a:ext cx="379034" cy="8502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647747" y="3068316"/>
            <a:ext cx="281049" cy="3207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928796" y="2936674"/>
            <a:ext cx="398400" cy="13164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327196" y="2936674"/>
            <a:ext cx="347373" cy="43063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674569" y="3367310"/>
            <a:ext cx="286567" cy="422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929051" y="3409564"/>
            <a:ext cx="32085" cy="9602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929051" y="3505590"/>
            <a:ext cx="223461" cy="71847"/>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52512" y="3577437"/>
            <a:ext cx="113838" cy="8853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4839746" y="3570387"/>
            <a:ext cx="70197" cy="8846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99795" y="3567064"/>
            <a:ext cx="139951" cy="3323"/>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442350" y="3567064"/>
            <a:ext cx="257445" cy="5216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266350" y="3619226"/>
            <a:ext cx="176000" cy="46741"/>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67547" y="4221305"/>
            <a:ext cx="197928" cy="55261"/>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467547" y="4052060"/>
            <a:ext cx="34894" cy="16924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389351" y="4003686"/>
            <a:ext cx="113090" cy="4837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315753" y="3706237"/>
            <a:ext cx="73598" cy="297449"/>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266350" y="3665967"/>
            <a:ext cx="49403" cy="4027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510851" y="4199138"/>
            <a:ext cx="154624" cy="77428"/>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504166" y="4045693"/>
            <a:ext cx="6685" cy="153445"/>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4356051" y="3830059"/>
            <a:ext cx="148115" cy="21563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4315753" y="3706237"/>
            <a:ext cx="40298" cy="1238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2232137" y="3148831"/>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25713" y="327684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60" name="Oval 59"/>
          <p:cNvSpPr/>
          <p:nvPr/>
        </p:nvSpPr>
        <p:spPr>
          <a:xfrm>
            <a:off x="2611171" y="306381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281987" y="280777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62" name="Oval 61"/>
          <p:cNvSpPr/>
          <p:nvPr/>
        </p:nvSpPr>
        <p:spPr>
          <a:xfrm>
            <a:off x="3924560" y="33729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66776" y="3089524"/>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4" name="Rectangle 63"/>
          <p:cNvSpPr/>
          <p:nvPr/>
        </p:nvSpPr>
        <p:spPr>
          <a:xfrm>
            <a:off x="4873367" y="3622277"/>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01383" y="3613133"/>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6" name="Oval 65"/>
          <p:cNvSpPr/>
          <p:nvPr/>
        </p:nvSpPr>
        <p:spPr>
          <a:xfrm>
            <a:off x="4663219" y="35304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334035" y="3201304"/>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8" name="Oval 67"/>
          <p:cNvSpPr/>
          <p:nvPr/>
        </p:nvSpPr>
        <p:spPr>
          <a:xfrm>
            <a:off x="4229774" y="362939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260510" y="366596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70" name="Diamond 69"/>
          <p:cNvSpPr/>
          <p:nvPr/>
        </p:nvSpPr>
        <p:spPr>
          <a:xfrm>
            <a:off x="4279177" y="3669661"/>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812833" y="398055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72" name="Diamond 71"/>
          <p:cNvSpPr/>
          <p:nvPr/>
        </p:nvSpPr>
        <p:spPr>
          <a:xfrm>
            <a:off x="4628899" y="4239990"/>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56915" y="4441158"/>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4" name="TextBox 73"/>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5" name="Connector 74"/>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40080" y="5129784"/>
            <a:ext cx="72572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40080" y="4919472"/>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80" name="TextBox 79"/>
          <p:cNvSpPr txBox="1"/>
          <p:nvPr/>
        </p:nvSpPr>
        <p:spPr>
          <a:xfrm>
            <a:off x="1228643" y="4919472"/>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sp>
        <p:nvSpPr>
          <p:cNvPr id="81" name="Rectangle 80"/>
          <p:cNvSpPr/>
          <p:nvPr/>
        </p:nvSpPr>
        <p:spPr>
          <a:xfrm>
            <a:off x="457200" y="5477256"/>
            <a:ext cx="137160" cy="137160"/>
          </a:xfrm>
          <a:prstGeom prst="rect">
            <a:avLst/>
          </a:prstGeom>
          <a:solidFill>
            <a:srgbClr val="E3EBF6"/>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67512"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&lt;1</a:t>
            </a:r>
          </a:p>
        </p:txBody>
      </p:sp>
      <p:sp>
        <p:nvSpPr>
          <p:cNvPr id="83" name="Rectangle 82"/>
          <p:cNvSpPr/>
          <p:nvPr/>
        </p:nvSpPr>
        <p:spPr>
          <a:xfrm>
            <a:off x="1490472" y="5477256"/>
            <a:ext cx="137160" cy="137160"/>
          </a:xfrm>
          <a:prstGeom prst="rect">
            <a:avLst/>
          </a:prstGeom>
          <a:solidFill>
            <a:srgbClr val="BACCE4"/>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700784"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1–2</a:t>
            </a:r>
          </a:p>
        </p:txBody>
      </p:sp>
      <p:sp>
        <p:nvSpPr>
          <p:cNvPr id="85" name="Rectangle 84"/>
          <p:cNvSpPr/>
          <p:nvPr/>
        </p:nvSpPr>
        <p:spPr>
          <a:xfrm>
            <a:off x="2523744" y="5477256"/>
            <a:ext cx="137160" cy="137160"/>
          </a:xfrm>
          <a:prstGeom prst="rect">
            <a:avLst/>
          </a:prstGeom>
          <a:solidFill>
            <a:srgbClr val="809CC7"/>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734056"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2–4</a:t>
            </a:r>
          </a:p>
        </p:txBody>
      </p:sp>
      <p:sp>
        <p:nvSpPr>
          <p:cNvPr id="87" name="Rectangle 86"/>
          <p:cNvSpPr/>
          <p:nvPr/>
        </p:nvSpPr>
        <p:spPr>
          <a:xfrm>
            <a:off x="3557015" y="5477256"/>
            <a:ext cx="137160" cy="137160"/>
          </a:xfrm>
          <a:prstGeom prst="rect">
            <a:avLst/>
          </a:prstGeom>
          <a:solidFill>
            <a:srgbClr val="3D619D"/>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767328"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4–6</a:t>
            </a:r>
          </a:p>
        </p:txBody>
      </p:sp>
      <p:sp>
        <p:nvSpPr>
          <p:cNvPr id="89" name="Rectangle 88"/>
          <p:cNvSpPr/>
          <p:nvPr/>
        </p:nvSpPr>
        <p:spPr>
          <a:xfrm>
            <a:off x="4590288" y="5477256"/>
            <a:ext cx="137160" cy="137160"/>
          </a:xfrm>
          <a:prstGeom prst="rect">
            <a:avLst/>
          </a:prstGeom>
          <a:solidFill>
            <a:srgbClr val="0A2373"/>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800600"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6+</a:t>
            </a:r>
          </a:p>
        </p:txBody>
      </p:sp>
      <p:sp>
        <p:nvSpPr>
          <p:cNvPr id="91" name="Rectangle 90"/>
          <p:cNvSpPr/>
          <p:nvPr/>
        </p:nvSpPr>
        <p:spPr>
          <a:xfrm>
            <a:off x="5623559" y="5477256"/>
            <a:ext cx="137160" cy="137160"/>
          </a:xfrm>
          <a:prstGeom prst="rect">
            <a:avLst/>
          </a:prstGeom>
          <a:solidFill>
            <a:srgbClr val="EEEEEE"/>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833872" y="5422392"/>
            <a:ext cx="105156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Unassessed</a:t>
            </a:r>
          </a:p>
        </p:txBody>
      </p:sp>
      <p:sp>
        <p:nvSpPr>
          <p:cNvPr id="93" name="Diamond 92"/>
          <p:cNvSpPr/>
          <p:nvPr/>
        </p:nvSpPr>
        <p:spPr>
          <a:xfrm>
            <a:off x="484632" y="5760720"/>
            <a:ext cx="91440" cy="91440"/>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6751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Vopak facility</a:t>
            </a:r>
          </a:p>
        </p:txBody>
      </p:sp>
      <p:sp>
        <p:nvSpPr>
          <p:cNvPr id="95" name="Rectangle 94"/>
          <p:cNvSpPr/>
          <p:nvPr/>
        </p:nvSpPr>
        <p:spPr>
          <a:xfrm>
            <a:off x="2633472" y="5760720"/>
            <a:ext cx="91440" cy="914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1635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Port / fuel storage</a:t>
            </a:r>
          </a:p>
        </p:txBody>
      </p:sp>
      <p:sp>
        <p:nvSpPr>
          <p:cNvPr id="97" name="Oval 96"/>
          <p:cNvSpPr/>
          <p:nvPr/>
        </p:nvSpPr>
        <p:spPr>
          <a:xfrm>
            <a:off x="4873752" y="5760720"/>
            <a:ext cx="91440" cy="91440"/>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05663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Route waypoint</a:t>
            </a:r>
          </a:p>
        </p:txBody>
      </p:sp>
      <p:cxnSp>
        <p:nvCxnSpPr>
          <p:cNvPr id="99" name="Connector 98"/>
          <p:cNvCxnSpPr/>
          <p:nvPr/>
        </p:nvCxnSpPr>
        <p:spPr>
          <a:xfrm>
            <a:off x="457200" y="6062472"/>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896112"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Road: Durban–Gauteng</a:t>
            </a:r>
          </a:p>
        </p:txBody>
      </p:sp>
      <p:cxnSp>
        <p:nvCxnSpPr>
          <p:cNvPr id="101" name="Connector 100"/>
          <p:cNvCxnSpPr/>
          <p:nvPr/>
        </p:nvCxnSpPr>
        <p:spPr>
          <a:xfrm>
            <a:off x="3703320" y="6062472"/>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142231"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Road: Matola–Gauteng (N4)</a:t>
            </a:r>
          </a:p>
        </p:txBody>
      </p:sp>
      <p:cxnSp>
        <p:nvCxnSpPr>
          <p:cNvPr id="103" name="Connector 102"/>
          <p:cNvCxnSpPr/>
          <p:nvPr/>
        </p:nvCxnSpPr>
        <p:spPr>
          <a:xfrm>
            <a:off x="457200" y="6309360"/>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896112"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Pipeline: NMPP</a:t>
            </a:r>
          </a:p>
        </p:txBody>
      </p:sp>
      <p:cxnSp>
        <p:nvCxnSpPr>
          <p:cNvPr id="105" name="Connector 104"/>
          <p:cNvCxnSpPr/>
          <p:nvPr/>
        </p:nvCxnSpPr>
        <p:spPr>
          <a:xfrm>
            <a:off x="3703320" y="6309360"/>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4142231"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Walvis–Gauteng (Trans-Kalahari)</a:t>
            </a:r>
          </a:p>
        </p:txBody>
      </p:sp>
      <p:sp>
        <p:nvSpPr>
          <p:cNvPr id="107" name="TextBox 106"/>
          <p:cNvSpPr txBox="1"/>
          <p:nvPr/>
        </p:nvSpPr>
        <p:spPr>
          <a:xfrm>
            <a:off x="457200" y="6400800"/>
            <a:ext cx="644652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Routes schematic; access unverified. Colour measures provincial totals, not density or Vopak share.</a:t>
            </a:r>
          </a:p>
        </p:txBody>
      </p:sp>
      <p:cxnSp>
        <p:nvCxnSpPr>
          <p:cNvPr id="115" name="Connector 11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119" name="TextBox 11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Vopak has a South African footprint</a:t>
            </a:r>
          </a:p>
        </p:txBody>
      </p:sp>
      <p:sp>
        <p:nvSpPr>
          <p:cNvPr id="120" name="TextBox 11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Durban and Lesedi are highlighted against 2022 provincial sales. Colour shows sales totals; it does not establish Vopak market dominance.</a:t>
            </a:r>
          </a:p>
        </p:txBody>
      </p:sp>
      <p:sp>
        <p:nvSpPr>
          <p:cNvPr id="121" name="TextBox 12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has published fuel storage</a:t>
            </a:r>
          </a:p>
        </p:txBody>
      </p:sp>
      <p:sp>
        <p:nvSpPr>
          <p:cNvPr id="122" name="TextBox 12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Galp/IPG GIMTL lists 60,000 m³ of petrol/diesel tanks, plus 6,000 m³ LPG excluded here. N4 is the eastern inland comparison route.</a:t>
            </a:r>
          </a:p>
        </p:txBody>
      </p:sp>
      <p:sp>
        <p:nvSpPr>
          <p:cNvPr id="123" name="TextBox 12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has storage and handling</a:t>
            </a:r>
          </a:p>
        </p:txBody>
      </p:sp>
      <p:sp>
        <p:nvSpPr>
          <p:cNvPr id="124" name="TextBox 12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NAMCOR NOSF lists 75,000 m³ in total, including 65,000 m³ petrol/diesel. Trans-Kalahari is the western inland comparator.</a:t>
            </a:r>
          </a:p>
        </p:txBody>
      </p:sp>
      <p:cxnSp>
        <p:nvCxnSpPr>
          <p:cNvPr id="125" name="Connector 12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127" name="TextBox 12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available tanks, customer access and full delivered costs. Source Namibia/Mozambique demand before extending the heatmap; grey means unassessed.</a:t>
            </a:r>
          </a:p>
        </p:txBody>
      </p:sp>
      <p:sp>
        <p:nvSpPr>
          <p:cNvPr id="12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13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market demand, accessible volume and unique Vopak deliveries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market catchment and transfer examples. Not reported sales or actual Vopak flows.</a:t>
            </a:r>
          </a:p>
        </p:txBody>
      </p:sp>
      <p:sp>
        <p:nvSpPr>
          <p:cNvPr id="9" name="TextBox 8"/>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Market screens | illustrative bn litres/year</a:t>
            </a:r>
          </a:p>
        </p:txBody>
      </p:sp>
      <p:cxnSp>
        <p:nvCxnSpPr>
          <p:cNvPr id="10" name="Connector 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2167128"/>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Successive screens; these volumes are illustrative</a:t>
            </a:r>
          </a:p>
        </p:txBody>
      </p:sp>
      <p:sp>
        <p:nvSpPr>
          <p:cNvPr id="14" name="TextBox 13"/>
          <p:cNvSpPr txBox="1"/>
          <p:nvPr/>
        </p:nvSpPr>
        <p:spPr>
          <a:xfrm>
            <a:off x="457200" y="2697480"/>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Catchment demand</a:t>
            </a:r>
          </a:p>
        </p:txBody>
      </p:sp>
      <p:sp>
        <p:nvSpPr>
          <p:cNvPr id="15" name="Rectangle 14"/>
          <p:cNvSpPr/>
          <p:nvPr/>
        </p:nvSpPr>
        <p:spPr>
          <a:xfrm>
            <a:off x="2606040" y="2743200"/>
            <a:ext cx="3703320"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2697480"/>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14.5</a:t>
            </a:r>
          </a:p>
        </p:txBody>
      </p:sp>
      <p:sp>
        <p:nvSpPr>
          <p:cNvPr id="17" name="TextBox 16"/>
          <p:cNvSpPr txBox="1"/>
          <p:nvPr/>
        </p:nvSpPr>
        <p:spPr>
          <a:xfrm>
            <a:off x="457200" y="3273552"/>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Physically feasible</a:t>
            </a:r>
          </a:p>
        </p:txBody>
      </p:sp>
      <p:sp>
        <p:nvSpPr>
          <p:cNvPr id="18" name="Rectangle 17"/>
          <p:cNvSpPr/>
          <p:nvPr/>
        </p:nvSpPr>
        <p:spPr>
          <a:xfrm>
            <a:off x="2606040" y="3319272"/>
            <a:ext cx="3064816"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25720" y="3273552"/>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12.0</a:t>
            </a:r>
          </a:p>
        </p:txBody>
      </p:sp>
      <p:sp>
        <p:nvSpPr>
          <p:cNvPr id="20" name="TextBox 19"/>
          <p:cNvSpPr txBox="1"/>
          <p:nvPr/>
        </p:nvSpPr>
        <p:spPr>
          <a:xfrm>
            <a:off x="457200" y="3849624"/>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Commercial envelope</a:t>
            </a:r>
          </a:p>
        </p:txBody>
      </p:sp>
      <p:sp>
        <p:nvSpPr>
          <p:cNvPr id="21" name="Rectangle 20"/>
          <p:cNvSpPr/>
          <p:nvPr/>
        </p:nvSpPr>
        <p:spPr>
          <a:xfrm>
            <a:off x="2606040" y="3895344"/>
            <a:ext cx="2170911"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1815" y="3849624"/>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23" name="TextBox 22"/>
          <p:cNvSpPr txBox="1"/>
          <p:nvPr/>
        </p:nvSpPr>
        <p:spPr>
          <a:xfrm>
            <a:off x="457200" y="4425696"/>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unique deliveries</a:t>
            </a:r>
          </a:p>
        </p:txBody>
      </p:sp>
      <p:sp>
        <p:nvSpPr>
          <p:cNvPr id="24" name="Rectangle 23"/>
          <p:cNvSpPr/>
          <p:nvPr/>
        </p:nvSpPr>
        <p:spPr>
          <a:xfrm>
            <a:off x="2606040" y="4471416"/>
            <a:ext cx="766204" cy="27432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7108" y="4425696"/>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26" name="TextBox 25"/>
          <p:cNvSpPr txBox="1"/>
          <p:nvPr/>
        </p:nvSpPr>
        <p:spPr>
          <a:xfrm>
            <a:off x="457200" y="521208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Count Durban–Lesedi transfers once</a:t>
            </a:r>
          </a:p>
        </p:txBody>
      </p:sp>
      <p:sp>
        <p:nvSpPr>
          <p:cNvPr id="27" name="TextBox 26"/>
          <p:cNvSpPr txBox="1"/>
          <p:nvPr/>
        </p:nvSpPr>
        <p:spPr>
          <a:xfrm>
            <a:off x="457200" y="5632704"/>
            <a:ext cx="6446520" cy="32004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 2.8 + Lesedi 2.0 − shared transfer 1.8 = unique 3.0</a:t>
            </a:r>
          </a:p>
        </p:txBody>
      </p:sp>
      <p:sp>
        <p:nvSpPr>
          <p:cNvPr id="28" name="TextBox 27"/>
          <p:cNvSpPr txBox="1"/>
          <p:nvPr/>
        </p:nvSpPr>
        <p:spPr>
          <a:xfrm>
            <a:off x="457200" y="6126480"/>
            <a:ext cx="6446520" cy="25603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Demand ≠ terminal receipts ≠ storage capacity. Incremental opportunity is on page 13.</a:t>
            </a:r>
          </a:p>
        </p:txBody>
      </p:sp>
      <p:sp>
        <p:nvSpPr>
          <p:cNvPr id="29" name="TextBox 2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0" name="TextBox 2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Count customer demand once</a:t>
            </a:r>
          </a:p>
        </p:txBody>
      </p:sp>
      <p:sp>
        <p:nvSpPr>
          <p:cNvPr id="31" name="TextBox 3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receipts of 2.8 at Durban and 2.0 at Lesedi include a shared 1.8 transfer. Unique demand served is therefore 3.0 bn litres.</a:t>
            </a:r>
          </a:p>
        </p:txBody>
      </p:sp>
      <p:sp>
        <p:nvSpPr>
          <p:cNvPr id="32" name="TextBox 3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Accessibility precedes opportunity sizing</a:t>
            </a:r>
          </a:p>
        </p:txBody>
      </p:sp>
      <p:sp>
        <p:nvSpPr>
          <p:cNvPr id="33" name="TextBox 3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catchment demand 14.5 → physically feasible 12.0 → commercial envelope 8.5. Each screen requires evidence.</a:t>
            </a:r>
          </a:p>
        </p:txBody>
      </p:sp>
      <p:sp>
        <p:nvSpPr>
          <p:cNvPr id="34" name="TextBox 3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Examples are separate from sales</a:t>
            </a:r>
          </a:p>
        </p:txBody>
      </p:sp>
      <p:sp>
        <p:nvSpPr>
          <p:cNvPr id="35" name="TextBox 3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market volumes illustrate the calculation. They are not the reported 2022 regional totals or actual Vopak deliveries.</a:t>
            </a:r>
          </a:p>
        </p:txBody>
      </p:sp>
      <p:cxnSp>
        <p:nvCxnSpPr>
          <p:cNvPr id="36" name="Connector 3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8" name="TextBox 3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customer deliveries, destinations and transfer records. Manish: calculate unique served demand before estimating additional access.</a:t>
            </a:r>
          </a:p>
        </p:txBody>
      </p:sp>
      <p:sp>
        <p:nvSpPr>
          <p:cNvPr id="39"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1"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regional demand with Vopak’s published storage footprint</a:t>
            </a:r>
          </a:p>
        </p:txBody>
      </p:sp>
      <p:sp>
        <p:nvSpPr>
          <p:cNvPr id="3" name="Slide Number Placeholder"/>
          <p:cNvSpPr>
            <a:spLocks noGrp="1"/>
          </p:cNvSpPr>
          <p:nvPr>
            <p:ph type="sldNum" sz="quarter" idx="12"/>
          </p:nvPr>
        </p:nvSpPr>
        <p:spPr/>
        <p:txBody>
          <a:bodyPr/>
          <a:lstStyle/>
          <a:p>
            <a:fld id="{5BCE8B0B-C128-4CBB-AE22-6F0637613B77}"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 tanks</a:t>
            </a:r>
          </a:p>
          <a:p>
            <a:pPr>
              <a:spcAft>
                <a:spcPts val="300"/>
              </a:spcAft>
              <a:defRPr sz="1200" b="1">
                <a:solidFill>
                  <a:srgbClr val="000000"/>
                </a:solidFill>
                <a:latin typeface="Lato"/>
              </a:defRPr>
            </a:pPr>
            <a:r>
              <a:t>000 m³</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 tanks</a:t>
            </a:r>
          </a:p>
          <a:p>
            <a:pPr>
              <a:spcAft>
                <a:spcPts val="300"/>
              </a:spcAft>
              <a:defRPr sz="1200" b="1">
                <a:solidFill>
                  <a:srgbClr val="000000"/>
                </a:solidFill>
                <a:latin typeface="Lato"/>
              </a:defRPr>
            </a:pPr>
            <a:r>
              <a:t>000 m³</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0182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49326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4800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13944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9417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3785616"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972491"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3587"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TextBox 30"/>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360.2</a:t>
            </a:r>
          </a:p>
        </p:txBody>
      </p:sp>
      <p:sp>
        <p:nvSpPr>
          <p:cNvPr id="32" name="TextBox 31"/>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923.1</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1857696"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68792"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TextBox 36"/>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140.0</a:t>
            </a:r>
          </a:p>
        </p:txBody>
      </p:sp>
      <p:sp>
        <p:nvSpPr>
          <p:cNvPr id="38" name="TextBox 37"/>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32.5</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63499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546089"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TextBox 42"/>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44" name="TextBox 4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122.0</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7298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84083"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TextBox 4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50" name="TextBox 49"/>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Unknown</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Published capacity is a provisional footprint measure, not annual demand served.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Partial gross inventory; mixed products and unknown Sasol/Transnet capacities.</a:t>
            </a:r>
          </a:p>
          <a:p>
            <a:pPr>
              <a:spcAft>
                <a:spcPts val="300"/>
              </a:spcAft>
              <a:defRPr sz="1000" b="0">
                <a:solidFill>
                  <a:srgbClr val="000000"/>
                </a:solidFill>
                <a:latin typeface="Lato"/>
              </a:defRPr>
            </a:pPr>
            <a:r>
              <a:t>Fuel-compatible capacity share and actual Vopak demand share remain unestablished.</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
        <p:nvSpPr>
          <p:cNvPr id="6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7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The illustrative additional opportunity is 5.5 billion litres a year</a:t>
            </a:r>
          </a:p>
        </p:txBody>
      </p:sp>
      <p:sp>
        <p:nvSpPr>
          <p:cNvPr id="3" name="Slide Number Placeholder"/>
          <p:cNvSpPr>
            <a:spLocks noGrp="1"/>
          </p:cNvSpPr>
          <p:nvPr>
            <p:ph type="sldNum" sz="quarter" idx="12"/>
          </p:nvPr>
        </p:nvSpPr>
        <p:spPr/>
        <p:txBody>
          <a:bodyPr/>
          <a:lstStyle/>
          <a:p>
            <a:fld id="{DD3C9464-43A2-4CAB-B6BD-1632DF6D2B1E}"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24912"/>
            <a:ext cx="6446520" cy="457200"/>
          </a:xfrm>
          <a:prstGeom prst="rect">
            <a:avLst/>
          </a:prstGeom>
          <a:noFill/>
        </p:spPr>
        <p:txBody>
          <a:bodyPr wrap="square" lIns="22860" rIns="22860" tIns="0" bIns="0">
            <a:spAutoFit/>
          </a:bodyPr>
          <a:lstStyle/>
          <a:p>
            <a:pPr>
              <a:spcAft>
                <a:spcPts val="300"/>
              </a:spcAft>
              <a:defRPr sz="2200" b="1">
                <a:solidFill>
                  <a:srgbClr val="0A2373"/>
                </a:solidFill>
                <a:latin typeface="Lato"/>
              </a:defRPr>
            </a:pPr>
            <a:r>
              <a:t>5.5 bn L/year additional candidate</a:t>
            </a:r>
          </a:p>
        </p:txBody>
      </p:sp>
      <p:sp>
        <p:nvSpPr>
          <p:cNvPr id="31" name="TextBox 30"/>
          <p:cNvSpPr txBox="1"/>
          <p:nvPr/>
        </p:nvSpPr>
        <p:spPr>
          <a:xfrm>
            <a:off x="457200" y="3255264"/>
            <a:ext cx="6446520" cy="283464"/>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3.0 current example + 5.5 additional = 8.5 total envelope</a:t>
            </a:r>
          </a:p>
        </p:txBody>
      </p:sp>
      <p:sp>
        <p:nvSpPr>
          <p:cNvPr id="32" name="Rectangle 31"/>
          <p:cNvSpPr/>
          <p:nvPr/>
        </p:nvSpPr>
        <p:spPr>
          <a:xfrm>
            <a:off x="457200" y="3813048"/>
            <a:ext cx="2275242" cy="59436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1208" y="3968496"/>
            <a:ext cx="2147226" cy="274320"/>
          </a:xfrm>
          <a:prstGeom prst="rect">
            <a:avLst/>
          </a:prstGeom>
          <a:noFill/>
        </p:spPr>
        <p:txBody>
          <a:bodyPr wrap="square" lIns="22860" rIns="22860" tIns="0" bIns="0">
            <a:spAutoFit/>
          </a:bodyPr>
          <a:lstStyle/>
          <a:p>
            <a:pPr>
              <a:spcAft>
                <a:spcPts val="300"/>
              </a:spcAft>
              <a:defRPr sz="1200" b="1">
                <a:solidFill>
                  <a:srgbClr val="FFFFFF"/>
                </a:solidFill>
                <a:latin typeface="Lato"/>
              </a:defRPr>
            </a:pPr>
            <a:r>
              <a:t>Current 3.0</a:t>
            </a:r>
          </a:p>
        </p:txBody>
      </p:sp>
      <p:sp>
        <p:nvSpPr>
          <p:cNvPr id="34" name="Rectangle 33"/>
          <p:cNvSpPr/>
          <p:nvPr/>
        </p:nvSpPr>
        <p:spPr>
          <a:xfrm>
            <a:off x="2732442" y="3813048"/>
            <a:ext cx="1137621" cy="59436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96450" y="3968496"/>
            <a:ext cx="1009605"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Coastal + 1.5</a:t>
            </a:r>
          </a:p>
        </p:txBody>
      </p:sp>
      <p:sp>
        <p:nvSpPr>
          <p:cNvPr id="36" name="Rectangle 35"/>
          <p:cNvSpPr/>
          <p:nvPr/>
        </p:nvSpPr>
        <p:spPr>
          <a:xfrm>
            <a:off x="3870063" y="3813048"/>
            <a:ext cx="3033656" cy="5943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4071" y="3968496"/>
            <a:ext cx="2905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 + 4.0</a:t>
            </a:r>
          </a:p>
        </p:txBody>
      </p:sp>
      <p:sp>
        <p:nvSpPr>
          <p:cNvPr id="38" name="TextBox 37"/>
          <p:cNvSpPr txBox="1"/>
          <p:nvPr/>
        </p:nvSpPr>
        <p:spPr>
          <a:xfrm>
            <a:off x="457200" y="480060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hold before any additional litres are counted?</a:t>
            </a:r>
          </a:p>
        </p:txBody>
      </p:sp>
      <p:graphicFrame>
        <p:nvGraphicFramePr>
          <p:cNvPr id="39" name="Table 38"/>
          <p:cNvGraphicFramePr>
            <a:graphicFrameLocks noGrp="1"/>
          </p:cNvGraphicFramePr>
          <p:nvPr/>
        </p:nvGraphicFramePr>
        <p:xfrm>
          <a:off x="457200" y="5349240"/>
          <a:ext cx="6446520" cy="576072"/>
        </p:xfrm>
        <a:graphic>
          <a:graphicData uri="http://schemas.openxmlformats.org/drawingml/2006/table">
            <a:tbl>
              <a:tblPr firstRow="1" bandRow="1">
                <a:tableStyleId>{2D5ABB26-0587-4C30-8999-92F81FD0307C}</a:tableStyleId>
              </a:tblPr>
              <a:tblGrid>
                <a:gridCol w="1609344"/>
                <a:gridCol w="1609344"/>
                <a:gridCol w="1609344"/>
                <a:gridCol w="1618488"/>
              </a:tblGrid>
              <a:tr h="576072">
                <a:tc>
                  <a:txBody>
                    <a:bodyPr/>
                    <a:lstStyle/>
                    <a:p>
                      <a:pPr>
                        <a:spcAft>
                          <a:spcPts val="0"/>
                        </a:spcAft>
                        <a:defRPr sz="1100" b="1">
                          <a:solidFill>
                            <a:srgbClr val="000000"/>
                          </a:solidFill>
                          <a:latin typeface="Lato"/>
                        </a:defRPr>
                      </a:pPr>
                      <a:r>
                        <a:t>Competitive cost</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Usable capacity</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Customer access</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Unique deliveries</a:t>
                      </a:r>
                    </a:p>
                  </a:txBody>
                  <a:tcPr marL="50292" marR="50292" marT="41148" marB="41148" anchor="ctr">
                    <a:lnB w="6350" cap="flat">
                      <a:solidFill>
                        <a:srgbClr val="EEEEEE"/>
                      </a:solidFill>
                    </a:lnB>
                    <a:solidFill>
                      <a:srgbClr val="FFFFFF"/>
                    </a:solidFill>
                  </a:tcPr>
                </a:tc>
              </a:tr>
            </a:tbl>
          </a:graphicData>
        </a:graphic>
      </p:graphicFrame>
      <p:sp>
        <p:nvSpPr>
          <p:cNvPr id="40" name="TextBox 39"/>
          <p:cNvSpPr txBox="1"/>
          <p:nvPr/>
        </p:nvSpPr>
        <p:spPr>
          <a:xfrm>
            <a:off x="457200" y="6035040"/>
            <a:ext cx="6446520" cy="36576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Detailed customer-by-route gates belong in the evidence register.</a:t>
            </a:r>
          </a:p>
          <a:p>
            <a:pPr>
              <a:spcAft>
                <a:spcPts val="300"/>
              </a:spcAft>
              <a:defRPr sz="1100" b="0">
                <a:solidFill>
                  <a:srgbClr val="000000"/>
                </a:solidFill>
                <a:latin typeface="Lato"/>
              </a:defRPr>
            </a:pPr>
            <a:r>
              <a:t>Illustration only; 5.5 is neither a forecast nor a confirmed capturable market.</a:t>
            </a:r>
          </a:p>
        </p:txBody>
      </p:sp>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
        <p:nvSpPr>
          <p:cNvPr id="51"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Durban leads the published storage subset</a:t>
            </a:r>
          </a:p>
        </p:txBody>
      </p:sp>
      <p:sp>
        <p:nvSpPr>
          <p:cNvPr id="3" name="Slide Number Placeholder"/>
          <p:cNvSpPr>
            <a:spLocks noGrp="1"/>
          </p:cNvSpPr>
          <p:nvPr>
            <p:ph type="sldNum" sz="quarter" idx="12"/>
          </p:nvPr>
        </p:nvSpPr>
        <p:spPr/>
        <p:txBody>
          <a:bodyPr/>
          <a:lstStyle/>
          <a:p>
            <a:fld id="{838E2482-7D57-43C7-90C4-1C6742DD99A8}"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
        <p:nvSpPr>
          <p:cNvPr id="7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8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Assess new storage only after the incremental flow case</a:t>
            </a:r>
          </a:p>
        </p:txBody>
      </p:sp>
      <p:sp>
        <p:nvSpPr>
          <p:cNvPr id="3" name="Slide Number Placeholder"/>
          <p:cNvSpPr>
            <a:spLocks noGrp="1"/>
          </p:cNvSpPr>
          <p:nvPr>
            <p:ph type="sldNum" sz="quarter" idx="12"/>
          </p:nvPr>
        </p:nvSpPr>
        <p:spPr/>
        <p:txBody>
          <a:bodyPr/>
          <a:lstStyle/>
          <a:p>
            <a:fld id="{828A9882-CD00-4733-9E65-FE6304603BD9}"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open evidence register, 6 Oct 2026. Placeholder; no forecast or actual share inferred.</a:t>
            </a:r>
          </a:p>
        </p:txBody>
      </p:sp>
      <p:sp>
        <p:nvSpPr>
          <p:cNvPr id="9" name="TextBox 8"/>
          <p:cNvSpPr txBox="1"/>
          <p:nvPr/>
        </p:nvSpPr>
        <p:spPr>
          <a:xfrm>
            <a:off x="457200" y="1627632"/>
            <a:ext cx="6446520" cy="50292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Resolution | optional service and investment assessment</a:t>
            </a:r>
          </a:p>
        </p:txBody>
      </p:sp>
      <p:sp>
        <p:nvSpPr>
          <p:cNvPr id="10" name="TextBox 9"/>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OPTIONAL NEXT STAGE | after customer flows and access are established</a:t>
            </a:r>
          </a:p>
        </p:txBody>
      </p:sp>
      <p:sp>
        <p:nvSpPr>
          <p:cNvPr id="11" name="TextBox 10"/>
          <p:cNvSpPr txBox="1"/>
          <p:nvPr/>
        </p:nvSpPr>
        <p:spPr>
          <a:xfrm>
            <a:off x="457200" y="263347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Translate incremental flows into service needs</a:t>
            </a:r>
          </a:p>
        </p:txBody>
      </p:sp>
      <p:sp>
        <p:nvSpPr>
          <p:cNvPr id="12" name="TextBox 11"/>
          <p:cNvSpPr txBox="1"/>
          <p:nvPr/>
        </p:nvSpPr>
        <p:spPr>
          <a:xfrm>
            <a:off x="457200" y="2971800"/>
            <a:ext cx="6446520" cy="84124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Use incremental customer deliveries, peak inventory and seasonality to assess receipt, storage and dispatch needs.
Then test usable tank space, inventory days, turnover and commercial returns.</a:t>
            </a:r>
          </a:p>
        </p:txBody>
      </p:sp>
      <p:sp>
        <p:nvSpPr>
          <p:cNvPr id="13" name="TextBox 12"/>
          <p:cNvSpPr txBox="1"/>
          <p:nvPr/>
        </p:nvSpPr>
        <p:spPr>
          <a:xfrm>
            <a:off x="457200" y="427939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Confirm usable assets before sizing additions</a:t>
            </a:r>
          </a:p>
        </p:txBody>
      </p:sp>
      <p:sp>
        <p:nvSpPr>
          <p:cNvPr id="14" name="TextBox 13"/>
          <p:cNvSpPr txBox="1"/>
          <p:nvPr/>
        </p:nvSpPr>
        <p:spPr>
          <a:xfrm>
            <a:off x="457200" y="4663440"/>
            <a:ext cx="6446520" cy="10058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Verify product compatibility, working capacity and operating status.
Detailed sizing follows the market case and remains secondary to fuel integration.</a:t>
            </a:r>
          </a:p>
        </p:txBody>
      </p:sp>
      <p:cxnSp>
        <p:nvCxnSpPr>
          <p:cNvPr id="22" name="Connector 2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6" name="TextBox 2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Flows set the service requirement</a:t>
            </a:r>
          </a:p>
        </p:txBody>
      </p:sp>
      <p:sp>
        <p:nvSpPr>
          <p:cNvPr id="27" name="TextBox 2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Incremental customer flows determine receipt, dispatch and inventory needs. A national import gap alone does not size new storage.</a:t>
            </a:r>
          </a:p>
        </p:txBody>
      </p:sp>
      <p:sp>
        <p:nvSpPr>
          <p:cNvPr id="28" name="TextBox 2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Published tanks are a starting point</a:t>
            </a:r>
          </a:p>
        </p:txBody>
      </p:sp>
      <p:sp>
        <p:nvSpPr>
          <p:cNvPr id="29" name="TextBox 2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inventory has mixed capacity bases and incomplete coverage. Usable petrol/diesel space and operating availability need confirmation.</a:t>
            </a:r>
          </a:p>
        </p:txBody>
      </p:sp>
      <p:sp>
        <p:nvSpPr>
          <p:cNvPr id="30" name="TextBox 2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Investment follows the market case</a:t>
            </a:r>
          </a:p>
        </p:txBody>
      </p:sp>
      <p:sp>
        <p:nvSpPr>
          <p:cNvPr id="31" name="TextBox 3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Storage sizing and returns remain optional until customer access and incremental flows are evidenced. No investment conclusion is established.</a:t>
            </a:r>
          </a:p>
        </p:txBody>
      </p:sp>
      <p:cxnSp>
        <p:nvCxnSpPr>
          <p:cNvPr id="32" name="Connector 3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4" name="TextBox 3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decide whether to prioritise investment after the flow case. Manish and Henry: assess inventory days, turnover, usable tanks and dispatch limits.</a:t>
            </a:r>
          </a:p>
        </p:txBody>
      </p:sp>
      <p:cxnSp>
        <p:nvCxnSpPr>
          <p:cNvPr id="35" name="SCR panel divider"/>
          <p:cNvCxnSpPr/>
          <p:nvPr/>
        </p:nvCxnSpPr>
        <p:spPr>
          <a:xfrm>
            <a:off x="7205472" y="1947672"/>
            <a:ext cx="0" cy="4325112"/>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6" name="SCR subtitle rule"/>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7" name="SCR subtitle rule"/>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Presentation palette | colours and HEX codes</a:t>
            </a:r>
          </a:p>
        </p:txBody>
      </p:sp>
      <p:sp>
        <p:nvSpPr>
          <p:cNvPr id="3" name="Slide Number Placeholder"/>
          <p:cNvSpPr>
            <a:spLocks noGrp="1"/>
          </p:cNvSpPr>
          <p:nvPr>
            <p:ph type="sldNum" sz="quarter" idx="12"/>
          </p:nvPr>
        </p:nvSpPr>
        <p:spPr/>
        <p:txBody>
          <a:bodyPr/>
          <a:lstStyle/>
          <a:p>
            <a:fld id="{4238C265-39B0-4A8D-938B-BF187BAF9C14}" type="slidenum">
              <a:rPr lang="en-US"/>
              <a:t>‹#›</a:t>
            </a:fld>
          </a:p>
        </p:txBody>
      </p:sp>
      <p:sp>
        <p:nvSpPr>
          <p:cNvPr id="4" name="TextBox 3"/>
          <p:cNvSpPr txBox="1"/>
          <p:nvPr/>
        </p:nvSpPr>
        <p:spPr>
          <a:xfrm>
            <a:off x="457200" y="1627632"/>
            <a:ext cx="10652760" cy="32004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Reference | colours used in this presentation</a:t>
            </a:r>
          </a:p>
        </p:txBody>
      </p:sp>
      <p:sp>
        <p:nvSpPr>
          <p:cNvPr id="5" name="TextBox 4"/>
          <p:cNvSpPr txBox="1"/>
          <p:nvPr/>
        </p:nvSpPr>
        <p:spPr>
          <a:xfrm>
            <a:off x="457200" y="21305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Core presentation colours</a:t>
            </a:r>
          </a:p>
        </p:txBody>
      </p:sp>
      <p:sp>
        <p:nvSpPr>
          <p:cNvPr id="6" name="Rectangle 5"/>
          <p:cNvSpPr/>
          <p:nvPr/>
        </p:nvSpPr>
        <p:spPr>
          <a:xfrm>
            <a:off x="457200" y="2487168"/>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Vopak blue</a:t>
            </a:r>
          </a:p>
        </p:txBody>
      </p:sp>
      <p:sp>
        <p:nvSpPr>
          <p:cNvPr id="8" name="TextBox 7"/>
          <p:cNvSpPr txBox="1"/>
          <p:nvPr/>
        </p:nvSpPr>
        <p:spPr>
          <a:xfrm>
            <a:off x="9052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#0A2373</a:t>
            </a:r>
          </a:p>
        </p:txBody>
      </p:sp>
      <p:sp>
        <p:nvSpPr>
          <p:cNvPr id="9" name="Rectangle 8"/>
          <p:cNvSpPr/>
          <p:nvPr/>
        </p:nvSpPr>
        <p:spPr>
          <a:xfrm>
            <a:off x="3200400" y="2487168"/>
            <a:ext cx="347472" cy="292608"/>
          </a:xfrm>
          <a:prstGeom prst="rect">
            <a:avLst/>
          </a:prstGeom>
          <a:solidFill>
            <a:srgbClr val="546CA2"/>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84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Secondary blue</a:t>
            </a:r>
          </a:p>
        </p:txBody>
      </p:sp>
      <p:sp>
        <p:nvSpPr>
          <p:cNvPr id="11" name="TextBox 10"/>
          <p:cNvSpPr txBox="1"/>
          <p:nvPr/>
        </p:nvSpPr>
        <p:spPr>
          <a:xfrm>
            <a:off x="36484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#546CA2</a:t>
            </a:r>
          </a:p>
        </p:txBody>
      </p:sp>
      <p:sp>
        <p:nvSpPr>
          <p:cNvPr id="12" name="Rectangle 11"/>
          <p:cNvSpPr/>
          <p:nvPr/>
        </p:nvSpPr>
        <p:spPr>
          <a:xfrm>
            <a:off x="5943600" y="2487168"/>
            <a:ext cx="347472" cy="292608"/>
          </a:xfrm>
          <a:prstGeom prst="rect">
            <a:avLst/>
          </a:prstGeom>
          <a:solidFill>
            <a:srgbClr val="00000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Text / ink</a:t>
            </a:r>
          </a:p>
        </p:txBody>
      </p:sp>
      <p:sp>
        <p:nvSpPr>
          <p:cNvPr id="14" name="TextBox 13"/>
          <p:cNvSpPr txBox="1"/>
          <p:nvPr/>
        </p:nvSpPr>
        <p:spPr>
          <a:xfrm>
            <a:off x="63916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#000000</a:t>
            </a:r>
          </a:p>
        </p:txBody>
      </p:sp>
      <p:sp>
        <p:nvSpPr>
          <p:cNvPr id="15" name="Rectangle 14"/>
          <p:cNvSpPr/>
          <p:nvPr/>
        </p:nvSpPr>
        <p:spPr>
          <a:xfrm>
            <a:off x="8686800" y="2487168"/>
            <a:ext cx="347472" cy="292608"/>
          </a:xfrm>
          <a:prstGeom prst="rect">
            <a:avLst/>
          </a:prstGeom>
          <a:solidFill>
            <a:srgbClr val="FFFFFF"/>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348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White</a:t>
            </a:r>
          </a:p>
        </p:txBody>
      </p:sp>
      <p:sp>
        <p:nvSpPr>
          <p:cNvPr id="17" name="TextBox 16"/>
          <p:cNvSpPr txBox="1"/>
          <p:nvPr/>
        </p:nvSpPr>
        <p:spPr>
          <a:xfrm>
            <a:off x="91348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#FFFFFF</a:t>
            </a:r>
          </a:p>
        </p:txBody>
      </p:sp>
      <p:sp>
        <p:nvSpPr>
          <p:cNvPr id="18" name="Rectangle 17"/>
          <p:cNvSpPr/>
          <p:nvPr/>
        </p:nvSpPr>
        <p:spPr>
          <a:xfrm>
            <a:off x="457200" y="2935224"/>
            <a:ext cx="347472" cy="292608"/>
          </a:xfrm>
          <a:prstGeom prst="rect">
            <a:avLst/>
          </a:prstGeom>
          <a:solidFill>
            <a:srgbClr val="EEEEEE"/>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52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Unassessed / neutral</a:t>
            </a:r>
          </a:p>
        </p:txBody>
      </p:sp>
      <p:sp>
        <p:nvSpPr>
          <p:cNvPr id="20" name="TextBox 19"/>
          <p:cNvSpPr txBox="1"/>
          <p:nvPr/>
        </p:nvSpPr>
        <p:spPr>
          <a:xfrm>
            <a:off x="9052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#EEEEEE</a:t>
            </a:r>
          </a:p>
        </p:txBody>
      </p:sp>
      <p:sp>
        <p:nvSpPr>
          <p:cNvPr id="21" name="Rectangle 20"/>
          <p:cNvSpPr/>
          <p:nvPr/>
        </p:nvSpPr>
        <p:spPr>
          <a:xfrm>
            <a:off x="3200400" y="2935224"/>
            <a:ext cx="347472" cy="292608"/>
          </a:xfrm>
          <a:prstGeom prst="rect">
            <a:avLst/>
          </a:prstGeom>
          <a:solidFill>
            <a:srgbClr val="A0A0A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484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Header divider</a:t>
            </a:r>
          </a:p>
        </p:txBody>
      </p:sp>
      <p:sp>
        <p:nvSpPr>
          <p:cNvPr id="23" name="TextBox 22"/>
          <p:cNvSpPr txBox="1"/>
          <p:nvPr/>
        </p:nvSpPr>
        <p:spPr>
          <a:xfrm>
            <a:off x="36484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#A0A0A0</a:t>
            </a:r>
          </a:p>
        </p:txBody>
      </p:sp>
      <p:sp>
        <p:nvSpPr>
          <p:cNvPr id="24" name="Rectangle 23"/>
          <p:cNvSpPr/>
          <p:nvPr/>
        </p:nvSpPr>
        <p:spPr>
          <a:xfrm>
            <a:off x="5943600" y="2935224"/>
            <a:ext cx="347472" cy="292608"/>
          </a:xfrm>
          <a:prstGeom prst="rect">
            <a:avLst/>
          </a:prstGeom>
          <a:solidFill>
            <a:srgbClr val="B8B8B8"/>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Body divider</a:t>
            </a:r>
          </a:p>
        </p:txBody>
      </p:sp>
      <p:sp>
        <p:nvSpPr>
          <p:cNvPr id="26" name="TextBox 25"/>
          <p:cNvSpPr txBox="1"/>
          <p:nvPr/>
        </p:nvSpPr>
        <p:spPr>
          <a:xfrm>
            <a:off x="63916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#B8B8B8</a:t>
            </a:r>
          </a:p>
        </p:txBody>
      </p:sp>
      <p:sp>
        <p:nvSpPr>
          <p:cNvPr id="27" name="Rectangle 26"/>
          <p:cNvSpPr/>
          <p:nvPr/>
        </p:nvSpPr>
        <p:spPr>
          <a:xfrm>
            <a:off x="8686800" y="2935224"/>
            <a:ext cx="347472" cy="292608"/>
          </a:xfrm>
          <a:prstGeom prst="rect">
            <a:avLst/>
          </a:prstGeom>
          <a:solidFill>
            <a:srgbClr val="B0B0B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48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Frame divider</a:t>
            </a:r>
          </a:p>
        </p:txBody>
      </p:sp>
      <p:sp>
        <p:nvSpPr>
          <p:cNvPr id="29" name="TextBox 28"/>
          <p:cNvSpPr txBox="1"/>
          <p:nvPr/>
        </p:nvSpPr>
        <p:spPr>
          <a:xfrm>
            <a:off x="91348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#B0B0B0</a:t>
            </a:r>
          </a:p>
        </p:txBody>
      </p:sp>
      <p:sp>
        <p:nvSpPr>
          <p:cNvPr id="30" name="TextBox 29"/>
          <p:cNvSpPr txBox="1"/>
          <p:nvPr/>
        </p:nvSpPr>
        <p:spPr>
          <a:xfrm>
            <a:off x="457200" y="35021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Sales-map colours | provincial totals, bn litres/year</a:t>
            </a:r>
          </a:p>
        </p:txBody>
      </p:sp>
      <p:sp>
        <p:nvSpPr>
          <p:cNvPr id="31" name="Rectangle 30"/>
          <p:cNvSpPr/>
          <p:nvPr/>
        </p:nvSpPr>
        <p:spPr>
          <a:xfrm>
            <a:off x="457200" y="3858768"/>
            <a:ext cx="347472" cy="292608"/>
          </a:xfrm>
          <a:prstGeom prst="rect">
            <a:avLst/>
          </a:prstGeom>
          <a:solidFill>
            <a:srgbClr val="E3EBF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Below 1</a:t>
            </a:r>
          </a:p>
        </p:txBody>
      </p:sp>
      <p:sp>
        <p:nvSpPr>
          <p:cNvPr id="33" name="TextBox 32"/>
          <p:cNvSpPr txBox="1"/>
          <p:nvPr/>
        </p:nvSpPr>
        <p:spPr>
          <a:xfrm>
            <a:off x="9052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#E3EBF6</a:t>
            </a:r>
          </a:p>
        </p:txBody>
      </p:sp>
      <p:sp>
        <p:nvSpPr>
          <p:cNvPr id="34" name="Rectangle 33"/>
          <p:cNvSpPr/>
          <p:nvPr/>
        </p:nvSpPr>
        <p:spPr>
          <a:xfrm>
            <a:off x="3200400" y="3858768"/>
            <a:ext cx="347472" cy="292608"/>
          </a:xfrm>
          <a:prstGeom prst="rect">
            <a:avLst/>
          </a:prstGeom>
          <a:solidFill>
            <a:srgbClr val="BACCE4"/>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484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1 to below 2</a:t>
            </a:r>
          </a:p>
        </p:txBody>
      </p:sp>
      <p:sp>
        <p:nvSpPr>
          <p:cNvPr id="36" name="TextBox 35"/>
          <p:cNvSpPr txBox="1"/>
          <p:nvPr/>
        </p:nvSpPr>
        <p:spPr>
          <a:xfrm>
            <a:off x="36484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#BACCE4</a:t>
            </a:r>
          </a:p>
        </p:txBody>
      </p:sp>
      <p:sp>
        <p:nvSpPr>
          <p:cNvPr id="37" name="Rectangle 36"/>
          <p:cNvSpPr/>
          <p:nvPr/>
        </p:nvSpPr>
        <p:spPr>
          <a:xfrm>
            <a:off x="5943600" y="3858768"/>
            <a:ext cx="347472" cy="292608"/>
          </a:xfrm>
          <a:prstGeom prst="rect">
            <a:avLst/>
          </a:prstGeom>
          <a:solidFill>
            <a:srgbClr val="809CC7"/>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916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2 to below 4</a:t>
            </a:r>
          </a:p>
        </p:txBody>
      </p:sp>
      <p:sp>
        <p:nvSpPr>
          <p:cNvPr id="39" name="TextBox 38"/>
          <p:cNvSpPr txBox="1"/>
          <p:nvPr/>
        </p:nvSpPr>
        <p:spPr>
          <a:xfrm>
            <a:off x="63916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#809CC7</a:t>
            </a:r>
          </a:p>
        </p:txBody>
      </p:sp>
      <p:sp>
        <p:nvSpPr>
          <p:cNvPr id="40" name="Rectangle 39"/>
          <p:cNvSpPr/>
          <p:nvPr/>
        </p:nvSpPr>
        <p:spPr>
          <a:xfrm>
            <a:off x="8686800" y="3858768"/>
            <a:ext cx="347472" cy="292608"/>
          </a:xfrm>
          <a:prstGeom prst="rect">
            <a:avLst/>
          </a:prstGeom>
          <a:solidFill>
            <a:srgbClr val="3D619D"/>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8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4 to below 6</a:t>
            </a:r>
          </a:p>
        </p:txBody>
      </p:sp>
      <p:sp>
        <p:nvSpPr>
          <p:cNvPr id="42" name="TextBox 41"/>
          <p:cNvSpPr txBox="1"/>
          <p:nvPr/>
        </p:nvSpPr>
        <p:spPr>
          <a:xfrm>
            <a:off x="91348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#3D619D</a:t>
            </a:r>
          </a:p>
        </p:txBody>
      </p:sp>
      <p:sp>
        <p:nvSpPr>
          <p:cNvPr id="43" name="Rectangle 42"/>
          <p:cNvSpPr/>
          <p:nvPr/>
        </p:nvSpPr>
        <p:spPr>
          <a:xfrm>
            <a:off x="457200" y="4306824"/>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6 and above</a:t>
            </a:r>
          </a:p>
        </p:txBody>
      </p:sp>
      <p:sp>
        <p:nvSpPr>
          <p:cNvPr id="45" name="TextBox 44"/>
          <p:cNvSpPr txBox="1"/>
          <p:nvPr/>
        </p:nvSpPr>
        <p:spPr>
          <a:xfrm>
            <a:off x="905256" y="44714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#0A2373</a:t>
            </a:r>
          </a:p>
        </p:txBody>
      </p:sp>
      <p:sp>
        <p:nvSpPr>
          <p:cNvPr id="46" name="Rectangle 45"/>
          <p:cNvSpPr/>
          <p:nvPr/>
        </p:nvSpPr>
        <p:spPr>
          <a:xfrm>
            <a:off x="3200400" y="4306824"/>
            <a:ext cx="347472" cy="292608"/>
          </a:xfrm>
          <a:prstGeom prst="rect">
            <a:avLst/>
          </a:prstGeom>
          <a:solidFill>
            <a:srgbClr val="F5F8FB"/>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484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Map background</a:t>
            </a:r>
          </a:p>
        </p:txBody>
      </p:sp>
      <p:sp>
        <p:nvSpPr>
          <p:cNvPr id="48" name="TextBox 47"/>
          <p:cNvSpPr txBox="1"/>
          <p:nvPr/>
        </p:nvSpPr>
        <p:spPr>
          <a:xfrm>
            <a:off x="3648456" y="44714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#F5F8FB</a:t>
            </a:r>
          </a:p>
        </p:txBody>
      </p:sp>
      <p:sp>
        <p:nvSpPr>
          <p:cNvPr id="49" name="TextBox 48"/>
          <p:cNvSpPr txBox="1"/>
          <p:nvPr/>
        </p:nvSpPr>
        <p:spPr>
          <a:xfrm>
            <a:off x="457200" y="48737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Other template theme colours</a:t>
            </a:r>
          </a:p>
        </p:txBody>
      </p:sp>
      <p:sp>
        <p:nvSpPr>
          <p:cNvPr id="50" name="Rectangle 49"/>
          <p:cNvSpPr/>
          <p:nvPr/>
        </p:nvSpPr>
        <p:spPr>
          <a:xfrm>
            <a:off x="457200" y="5230368"/>
            <a:ext cx="347472" cy="292608"/>
          </a:xfrm>
          <a:prstGeom prst="rect">
            <a:avLst/>
          </a:prstGeom>
          <a:solidFill>
            <a:srgbClr val="11151A"/>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052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Theme dark 2</a:t>
            </a:r>
          </a:p>
        </p:txBody>
      </p:sp>
      <p:sp>
        <p:nvSpPr>
          <p:cNvPr id="52" name="TextBox 51"/>
          <p:cNvSpPr txBox="1"/>
          <p:nvPr/>
        </p:nvSpPr>
        <p:spPr>
          <a:xfrm>
            <a:off x="9052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#11151A</a:t>
            </a:r>
          </a:p>
        </p:txBody>
      </p:sp>
      <p:sp>
        <p:nvSpPr>
          <p:cNvPr id="53" name="Rectangle 52"/>
          <p:cNvSpPr/>
          <p:nvPr/>
        </p:nvSpPr>
        <p:spPr>
          <a:xfrm>
            <a:off x="3200400" y="5230368"/>
            <a:ext cx="347472" cy="292608"/>
          </a:xfrm>
          <a:prstGeom prst="rect">
            <a:avLst/>
          </a:prstGeom>
          <a:solidFill>
            <a:srgbClr val="E7E6E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484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Theme light 2</a:t>
            </a:r>
          </a:p>
        </p:txBody>
      </p:sp>
      <p:sp>
        <p:nvSpPr>
          <p:cNvPr id="55" name="TextBox 54"/>
          <p:cNvSpPr txBox="1"/>
          <p:nvPr/>
        </p:nvSpPr>
        <p:spPr>
          <a:xfrm>
            <a:off x="36484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#E7E6E6</a:t>
            </a:r>
          </a:p>
        </p:txBody>
      </p:sp>
      <p:sp>
        <p:nvSpPr>
          <p:cNvPr id="56" name="Rectangle 55"/>
          <p:cNvSpPr/>
          <p:nvPr/>
        </p:nvSpPr>
        <p:spPr>
          <a:xfrm>
            <a:off x="5943600" y="5230368"/>
            <a:ext cx="347472" cy="292608"/>
          </a:xfrm>
          <a:prstGeom prst="rect">
            <a:avLst/>
          </a:prstGeom>
          <a:solidFill>
            <a:srgbClr val="BDBEC1"/>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916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3</a:t>
            </a:r>
          </a:p>
        </p:txBody>
      </p:sp>
      <p:sp>
        <p:nvSpPr>
          <p:cNvPr id="58" name="TextBox 57"/>
          <p:cNvSpPr txBox="1"/>
          <p:nvPr/>
        </p:nvSpPr>
        <p:spPr>
          <a:xfrm>
            <a:off x="63916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#BDBEC1</a:t>
            </a:r>
          </a:p>
        </p:txBody>
      </p:sp>
      <p:sp>
        <p:nvSpPr>
          <p:cNvPr id="59" name="Rectangle 58"/>
          <p:cNvSpPr/>
          <p:nvPr/>
        </p:nvSpPr>
        <p:spPr>
          <a:xfrm>
            <a:off x="8686800" y="5230368"/>
            <a:ext cx="347472" cy="292608"/>
          </a:xfrm>
          <a:prstGeom prst="rect">
            <a:avLst/>
          </a:prstGeom>
          <a:solidFill>
            <a:srgbClr val="40404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1348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4</a:t>
            </a:r>
          </a:p>
        </p:txBody>
      </p:sp>
      <p:sp>
        <p:nvSpPr>
          <p:cNvPr id="61" name="TextBox 60"/>
          <p:cNvSpPr txBox="1"/>
          <p:nvPr/>
        </p:nvSpPr>
        <p:spPr>
          <a:xfrm>
            <a:off x="91348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#404040</a:t>
            </a:r>
          </a:p>
        </p:txBody>
      </p:sp>
      <p:sp>
        <p:nvSpPr>
          <p:cNvPr id="62" name="Rectangle 61"/>
          <p:cNvSpPr/>
          <p:nvPr/>
        </p:nvSpPr>
        <p:spPr>
          <a:xfrm>
            <a:off x="457200" y="5678424"/>
            <a:ext cx="347472" cy="292608"/>
          </a:xfrm>
          <a:prstGeom prst="rect">
            <a:avLst/>
          </a:prstGeom>
          <a:solidFill>
            <a:srgbClr val="76767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52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5</a:t>
            </a:r>
          </a:p>
        </p:txBody>
      </p:sp>
      <p:sp>
        <p:nvSpPr>
          <p:cNvPr id="64" name="TextBox 63"/>
          <p:cNvSpPr txBox="1"/>
          <p:nvPr/>
        </p:nvSpPr>
        <p:spPr>
          <a:xfrm>
            <a:off x="905256" y="58430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#767676</a:t>
            </a:r>
          </a:p>
        </p:txBody>
      </p:sp>
      <p:sp>
        <p:nvSpPr>
          <p:cNvPr id="65" name="Rectangle 64"/>
          <p:cNvSpPr/>
          <p:nvPr/>
        </p:nvSpPr>
        <p:spPr>
          <a:xfrm>
            <a:off x="3200400" y="5678424"/>
            <a:ext cx="347472" cy="292608"/>
          </a:xfrm>
          <a:prstGeom prst="rect">
            <a:avLst/>
          </a:prstGeom>
          <a:solidFill>
            <a:srgbClr val="D9D9D9"/>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484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6</a:t>
            </a:r>
          </a:p>
        </p:txBody>
      </p:sp>
      <p:sp>
        <p:nvSpPr>
          <p:cNvPr id="67" name="TextBox 66"/>
          <p:cNvSpPr txBox="1"/>
          <p:nvPr/>
        </p:nvSpPr>
        <p:spPr>
          <a:xfrm>
            <a:off x="3648456" y="58430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#D9D9D9</a:t>
            </a:r>
          </a:p>
        </p:txBody>
      </p:sp>
      <p:sp>
        <p:nvSpPr>
          <p:cNvPr id="68" name="TextBox 67"/>
          <p:cNvSpPr txBox="1"/>
          <p:nvPr/>
        </p:nvSpPr>
        <p:spPr>
          <a:xfrm>
            <a:off x="457200" y="6309360"/>
            <a:ext cx="10652760" cy="210312"/>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Typeface: Lato. Sales colours show totals, not density or market share. Grey denotes unassessed demand.</a:t>
            </a:r>
          </a:p>
        </p:txBody>
      </p:sp>
      <p:sp>
        <p:nvSpPr>
          <p:cNvPr id="69" name="TextBox 68"/>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supplied Vopak template; pptx/brand_configs/vopak.py; provincial_demand_map.py.</a:t>
            </a:r>
          </a:p>
        </p:txBody>
      </p:sp>
      <p:sp>
        <p:nvSpPr>
          <p:cNvPr id="3" name="Slide Number Placeholder"/>
          <p:cNvSpPr>
            <a:spLocks noGrp="1"/>
          </p:cNvSpPr>
          <p:nvPr>
            <p:ph type="sldNum" sz="quarter" idx="12"/>
          </p:nvPr>
        </p:nvSpPr>
        <p:spPr/>
        <p:txBody>
          <a:bodyPr/>
          <a:lstStyle/>
          <a:p>
            <a:fld id="{AA0A55D7-2469-4272-BABF-F345A0D690DC}" type="slidenum">
              <a:rPr lang="en-US"/>
              <a:t>‹#›</a:t>
            </a:fld>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