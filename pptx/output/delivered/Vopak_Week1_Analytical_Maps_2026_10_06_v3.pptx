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256" r:id="rId7"/>
    <p:sldId id="257" r:id="rId6"/>
    <p:sldId id="258" r:id="rId5"/>
    <p:sldId id="259" r:id="rId16"/>
    <p:sldId id="260" r:id="rId17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Relationship Id="rId16" Type="http://schemas.openxmlformats.org/officeDocument/2006/relationships/slide" Target="slides/slide4.xml"/><Relationship Id="rId17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note: Closing cover photograph: Royal Vopak, Terminal Lesedi. https://www.vopak.com/terminals/vopak-terminal-lesedi</a:t>
            </a:r>
          </a:p>
          <a:p>
            <a:r>
              <a:t>Week 1 analytical pack, 6 October 2026. Existing kickoff cover/closing reused at user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anchor="ctr" tIns="0" bIns="0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vopak.com/terminals/vopak-terminal-durban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hyperlink" Target="https://www.vopak.com/terminals/vopak-terminal-lesedi" TargetMode="Externa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Liquid fuels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demand and supply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t>Week 1 analytical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South Africa | Petrol and diesel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t>Internal working discussion</a:t>
            </a:r>
          </a:p>
        </p:txBody>
      </p:sp>
      <p:sp>
        <p:nvSpPr>
          <p:cNvPr id="11" name="Photo source credit">
            <a:hlinkClick r:id="rId4"/>
          </p:cNvPr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t>Photo source: Royal Vopak | Terminal Durban | vopak.com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Locate fuel demand alongside the infrastructure serving it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E07F3-D89C-4A61-B178-146C3B6DD71D}" type="slidenum">
              <a:rPr lang="en-US"/>
              <a:t>‹#›</a:t>
            </a:fld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About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Analytical specifications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Model build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Delivery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Natural Earth 1:50m; kickoff appendix / schematic networks; illustrative regional CSV. 6 Oct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06070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Lato"/>
              </a:defRPr>
            </a:pPr>
            <a:r>
              <a:t>Consolidated infrastructure + regional demand | illustrative, billion litres/year</a:t>
            </a:r>
          </a:p>
        </p:txBody>
      </p:sp>
      <p:sp>
        <p:nvSpPr>
          <p:cNvPr id="10" name="Map frame; common geographic extent"/>
          <p:cNvSpPr/>
          <p:nvPr/>
        </p:nvSpPr>
        <p:spPr>
          <a:xfrm>
            <a:off x="457200" y="1874519"/>
            <a:ext cx="7086600" cy="4078224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atural Earth 1:50m boundary: Zimbabwe"/>
          <p:cNvSpPr/>
          <p:nvPr/>
        </p:nvSpPr>
        <p:spPr>
          <a:xfrm>
            <a:off x="5105968" y="1983267"/>
            <a:ext cx="718149" cy="139758"/>
          </a:xfrm>
          <a:custGeom>
            <a:avLst/>
            <a:gdLst/>
            <a:ahLst/>
            <a:cxnLst/>
            <a:rect l="l" t="t" r="r" b="b"/>
            <a:pathLst>
              <a:path w="718149" h="139758">
                <a:moveTo>
                  <a:pt x="597294" y="139758"/>
                </a:moveTo>
                <a:lnTo>
                  <a:pt x="573896" y="122213"/>
                </a:lnTo>
                <a:lnTo>
                  <a:pt x="541380" y="109981"/>
                </a:lnTo>
                <a:lnTo>
                  <a:pt x="499675" y="103085"/>
                </a:lnTo>
                <a:lnTo>
                  <a:pt x="445103" y="102592"/>
                </a:lnTo>
                <a:lnTo>
                  <a:pt x="377745" y="108511"/>
                </a:lnTo>
                <a:lnTo>
                  <a:pt x="306271" y="94616"/>
                </a:lnTo>
                <a:lnTo>
                  <a:pt x="230534" y="60938"/>
                </a:lnTo>
                <a:lnTo>
                  <a:pt x="167045" y="47666"/>
                </a:lnTo>
                <a:lnTo>
                  <a:pt x="90376" y="58211"/>
                </a:lnTo>
                <a:lnTo>
                  <a:pt x="87003" y="58428"/>
                </a:lnTo>
                <a:lnTo>
                  <a:pt x="74079" y="47609"/>
                </a:lnTo>
                <a:lnTo>
                  <a:pt x="53918" y="24529"/>
                </a:lnTo>
                <a:lnTo>
                  <a:pt x="19204" y="19434"/>
                </a:lnTo>
                <a:lnTo>
                  <a:pt x="9908" y="13904"/>
                </a:lnTo>
                <a:lnTo>
                  <a:pt x="2369" y="5331"/>
                </a:lnTo>
                <a:lnTo>
                  <a:pt x="0" y="0"/>
                </a:lnTo>
                <a:lnTo>
                  <a:pt x="718149" y="30774"/>
                </a:lnTo>
                <a:lnTo>
                  <a:pt x="676081" y="72555"/>
                </a:lnTo>
                <a:lnTo>
                  <a:pt x="636330" y="112151"/>
                </a:lnTo>
                <a:lnTo>
                  <a:pt x="597294" y="139758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tural Earth 1:50m boundary: eSwatini"/>
          <p:cNvSpPr/>
          <p:nvPr/>
        </p:nvSpPr>
        <p:spPr>
          <a:xfrm>
            <a:off x="5517124" y="3080687"/>
            <a:ext cx="340594" cy="455962"/>
          </a:xfrm>
          <a:custGeom>
            <a:avLst/>
            <a:gdLst/>
            <a:ahLst/>
            <a:cxnLst/>
            <a:rect l="l" t="t" r="r" b="b"/>
            <a:pathLst>
              <a:path w="340594" h="455962">
                <a:moveTo>
                  <a:pt x="308892" y="69519"/>
                </a:moveTo>
                <a:lnTo>
                  <a:pt x="313885" y="74015"/>
                </a:lnTo>
                <a:lnTo>
                  <a:pt x="336943" y="88595"/>
                </a:lnTo>
                <a:lnTo>
                  <a:pt x="337624" y="115018"/>
                </a:lnTo>
                <a:lnTo>
                  <a:pt x="333659" y="144931"/>
                </a:lnTo>
                <a:lnTo>
                  <a:pt x="327820" y="163621"/>
                </a:lnTo>
                <a:lnTo>
                  <a:pt x="328553" y="182610"/>
                </a:lnTo>
                <a:lnTo>
                  <a:pt x="334521" y="212461"/>
                </a:lnTo>
                <a:lnTo>
                  <a:pt x="340594" y="233001"/>
                </a:lnTo>
                <a:lnTo>
                  <a:pt x="337176" y="324629"/>
                </a:lnTo>
                <a:lnTo>
                  <a:pt x="329404" y="319960"/>
                </a:lnTo>
                <a:lnTo>
                  <a:pt x="315053" y="315189"/>
                </a:lnTo>
                <a:lnTo>
                  <a:pt x="307238" y="316559"/>
                </a:lnTo>
                <a:lnTo>
                  <a:pt x="297882" y="357171"/>
                </a:lnTo>
                <a:lnTo>
                  <a:pt x="289061" y="417890"/>
                </a:lnTo>
                <a:lnTo>
                  <a:pt x="290070" y="455962"/>
                </a:lnTo>
                <a:lnTo>
                  <a:pt x="234904" y="453991"/>
                </a:lnTo>
                <a:lnTo>
                  <a:pt x="165397" y="446012"/>
                </a:lnTo>
                <a:lnTo>
                  <a:pt x="116289" y="426990"/>
                </a:lnTo>
                <a:lnTo>
                  <a:pt x="64217" y="388097"/>
                </a:lnTo>
                <a:lnTo>
                  <a:pt x="34843" y="330194"/>
                </a:lnTo>
                <a:lnTo>
                  <a:pt x="22465" y="294134"/>
                </a:lnTo>
                <a:lnTo>
                  <a:pt x="2905" y="291139"/>
                </a:lnTo>
                <a:lnTo>
                  <a:pt x="0" y="284970"/>
                </a:lnTo>
                <a:lnTo>
                  <a:pt x="240" y="241737"/>
                </a:lnTo>
                <a:lnTo>
                  <a:pt x="2730" y="196428"/>
                </a:lnTo>
                <a:lnTo>
                  <a:pt x="6955" y="184572"/>
                </a:lnTo>
                <a:lnTo>
                  <a:pt x="46127" y="130557"/>
                </a:lnTo>
                <a:lnTo>
                  <a:pt x="70501" y="97016"/>
                </a:lnTo>
                <a:lnTo>
                  <a:pt x="86254" y="64179"/>
                </a:lnTo>
                <a:lnTo>
                  <a:pt x="118989" y="26407"/>
                </a:lnTo>
                <a:lnTo>
                  <a:pt x="153313" y="2965"/>
                </a:lnTo>
                <a:lnTo>
                  <a:pt x="165783" y="0"/>
                </a:lnTo>
                <a:lnTo>
                  <a:pt x="174153" y="1478"/>
                </a:lnTo>
                <a:lnTo>
                  <a:pt x="230696" y="39187"/>
                </a:lnTo>
                <a:lnTo>
                  <a:pt x="288688" y="75271"/>
                </a:lnTo>
                <a:lnTo>
                  <a:pt x="301856" y="72316"/>
                </a:lnTo>
                <a:lnTo>
                  <a:pt x="308892" y="69519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tural Earth 1:50m boundary: South Africa"/>
          <p:cNvSpPr/>
          <p:nvPr/>
        </p:nvSpPr>
        <p:spPr>
          <a:xfrm>
            <a:off x="1866993" y="2030933"/>
            <a:ext cx="4185263" cy="3624522"/>
          </a:xfrm>
          <a:custGeom>
            <a:avLst/>
            <a:gdLst/>
            <a:ahLst/>
            <a:cxnLst/>
            <a:rect l="l" t="t" r="r" b="b"/>
            <a:pathLst>
              <a:path w="4185263" h="3624522">
                <a:moveTo>
                  <a:pt x="3325978" y="10762"/>
                </a:moveTo>
                <a:lnTo>
                  <a:pt x="3329351" y="10545"/>
                </a:lnTo>
                <a:lnTo>
                  <a:pt x="3406020" y="0"/>
                </a:lnTo>
                <a:lnTo>
                  <a:pt x="3469509" y="13272"/>
                </a:lnTo>
                <a:lnTo>
                  <a:pt x="3545246" y="46950"/>
                </a:lnTo>
                <a:lnTo>
                  <a:pt x="3616720" y="60845"/>
                </a:lnTo>
                <a:lnTo>
                  <a:pt x="3684078" y="54926"/>
                </a:lnTo>
                <a:lnTo>
                  <a:pt x="3738650" y="55419"/>
                </a:lnTo>
                <a:lnTo>
                  <a:pt x="3780355" y="62315"/>
                </a:lnTo>
                <a:lnTo>
                  <a:pt x="3812871" y="74547"/>
                </a:lnTo>
                <a:lnTo>
                  <a:pt x="3836269" y="92092"/>
                </a:lnTo>
                <a:lnTo>
                  <a:pt x="3836997" y="107219"/>
                </a:lnTo>
                <a:lnTo>
                  <a:pt x="3838559" y="114157"/>
                </a:lnTo>
                <a:lnTo>
                  <a:pt x="3849481" y="154553"/>
                </a:lnTo>
                <a:lnTo>
                  <a:pt x="3865679" y="214891"/>
                </a:lnTo>
                <a:lnTo>
                  <a:pt x="3875678" y="270362"/>
                </a:lnTo>
                <a:lnTo>
                  <a:pt x="3889327" y="346461"/>
                </a:lnTo>
                <a:lnTo>
                  <a:pt x="3886784" y="388297"/>
                </a:lnTo>
                <a:lnTo>
                  <a:pt x="3890208" y="404701"/>
                </a:lnTo>
                <a:lnTo>
                  <a:pt x="3904661" y="425728"/>
                </a:lnTo>
                <a:lnTo>
                  <a:pt x="3921802" y="461454"/>
                </a:lnTo>
                <a:lnTo>
                  <a:pt x="3927257" y="481508"/>
                </a:lnTo>
                <a:lnTo>
                  <a:pt x="3932848" y="496583"/>
                </a:lnTo>
                <a:lnTo>
                  <a:pt x="3951328" y="525626"/>
                </a:lnTo>
                <a:lnTo>
                  <a:pt x="3964596" y="568860"/>
                </a:lnTo>
                <a:lnTo>
                  <a:pt x="3974750" y="625699"/>
                </a:lnTo>
                <a:lnTo>
                  <a:pt x="3984507" y="653252"/>
                </a:lnTo>
                <a:lnTo>
                  <a:pt x="3988010" y="666715"/>
                </a:lnTo>
                <a:lnTo>
                  <a:pt x="3991779" y="691103"/>
                </a:lnTo>
                <a:lnTo>
                  <a:pt x="3988403" y="741926"/>
                </a:lnTo>
                <a:lnTo>
                  <a:pt x="3985582" y="800864"/>
                </a:lnTo>
                <a:lnTo>
                  <a:pt x="3982425" y="866688"/>
                </a:lnTo>
                <a:lnTo>
                  <a:pt x="3979839" y="921022"/>
                </a:lnTo>
                <a:lnTo>
                  <a:pt x="3976379" y="948402"/>
                </a:lnTo>
                <a:lnTo>
                  <a:pt x="3973498" y="1026519"/>
                </a:lnTo>
                <a:lnTo>
                  <a:pt x="3954656" y="1066240"/>
                </a:lnTo>
                <a:lnTo>
                  <a:pt x="3954999" y="1098277"/>
                </a:lnTo>
                <a:lnTo>
                  <a:pt x="3959023" y="1119273"/>
                </a:lnTo>
                <a:lnTo>
                  <a:pt x="3951987" y="1122070"/>
                </a:lnTo>
                <a:lnTo>
                  <a:pt x="3938819" y="1125025"/>
                </a:lnTo>
                <a:lnTo>
                  <a:pt x="3880827" y="1088941"/>
                </a:lnTo>
                <a:lnTo>
                  <a:pt x="3824284" y="1051232"/>
                </a:lnTo>
                <a:lnTo>
                  <a:pt x="3815914" y="1049754"/>
                </a:lnTo>
                <a:lnTo>
                  <a:pt x="3803444" y="1052719"/>
                </a:lnTo>
                <a:lnTo>
                  <a:pt x="3769120" y="1076161"/>
                </a:lnTo>
                <a:lnTo>
                  <a:pt x="3736385" y="1113933"/>
                </a:lnTo>
                <a:lnTo>
                  <a:pt x="3720632" y="1146770"/>
                </a:lnTo>
                <a:lnTo>
                  <a:pt x="3696258" y="1180311"/>
                </a:lnTo>
                <a:lnTo>
                  <a:pt x="3657086" y="1234326"/>
                </a:lnTo>
                <a:lnTo>
                  <a:pt x="3652861" y="1246182"/>
                </a:lnTo>
                <a:lnTo>
                  <a:pt x="3650371" y="1291491"/>
                </a:lnTo>
                <a:lnTo>
                  <a:pt x="3650131" y="1334724"/>
                </a:lnTo>
                <a:lnTo>
                  <a:pt x="3653036" y="1340893"/>
                </a:lnTo>
                <a:lnTo>
                  <a:pt x="3672596" y="1343888"/>
                </a:lnTo>
                <a:lnTo>
                  <a:pt x="3684974" y="1379948"/>
                </a:lnTo>
                <a:lnTo>
                  <a:pt x="3714348" y="1437851"/>
                </a:lnTo>
                <a:lnTo>
                  <a:pt x="3766420" y="1476744"/>
                </a:lnTo>
                <a:lnTo>
                  <a:pt x="3815528" y="1495766"/>
                </a:lnTo>
                <a:lnTo>
                  <a:pt x="3885035" y="1503745"/>
                </a:lnTo>
                <a:lnTo>
                  <a:pt x="3940201" y="1505716"/>
                </a:lnTo>
                <a:lnTo>
                  <a:pt x="3939192" y="1467644"/>
                </a:lnTo>
                <a:lnTo>
                  <a:pt x="3948013" y="1406925"/>
                </a:lnTo>
                <a:lnTo>
                  <a:pt x="3957369" y="1366313"/>
                </a:lnTo>
                <a:lnTo>
                  <a:pt x="3965184" y="1364943"/>
                </a:lnTo>
                <a:lnTo>
                  <a:pt x="3979535" y="1369714"/>
                </a:lnTo>
                <a:lnTo>
                  <a:pt x="3987307" y="1374383"/>
                </a:lnTo>
                <a:lnTo>
                  <a:pt x="4009633" y="1373997"/>
                </a:lnTo>
                <a:lnTo>
                  <a:pt x="4048605" y="1384440"/>
                </a:lnTo>
                <a:lnTo>
                  <a:pt x="4080485" y="1385505"/>
                </a:lnTo>
                <a:lnTo>
                  <a:pt x="4108979" y="1386503"/>
                </a:lnTo>
                <a:lnTo>
                  <a:pt x="4157169" y="1388203"/>
                </a:lnTo>
                <a:lnTo>
                  <a:pt x="4185263" y="1389554"/>
                </a:lnTo>
                <a:lnTo>
                  <a:pt x="4171606" y="1455081"/>
                </a:lnTo>
                <a:lnTo>
                  <a:pt x="4128517" y="1556274"/>
                </a:lnTo>
                <a:lnTo>
                  <a:pt x="4113109" y="1602965"/>
                </a:lnTo>
                <a:lnTo>
                  <a:pt x="4071469" y="1770751"/>
                </a:lnTo>
                <a:lnTo>
                  <a:pt x="4025834" y="1853781"/>
                </a:lnTo>
                <a:lnTo>
                  <a:pt x="4001105" y="1887709"/>
                </a:lnTo>
                <a:lnTo>
                  <a:pt x="3932241" y="1946281"/>
                </a:lnTo>
                <a:lnTo>
                  <a:pt x="3913411" y="1957893"/>
                </a:lnTo>
                <a:lnTo>
                  <a:pt x="3896874" y="1965072"/>
                </a:lnTo>
                <a:lnTo>
                  <a:pt x="3867973" y="1970594"/>
                </a:lnTo>
                <a:lnTo>
                  <a:pt x="3749747" y="2090839"/>
                </a:lnTo>
                <a:lnTo>
                  <a:pt x="3705141" y="2149616"/>
                </a:lnTo>
                <a:lnTo>
                  <a:pt x="3663890" y="2236601"/>
                </a:lnTo>
                <a:lnTo>
                  <a:pt x="3625091" y="2283558"/>
                </a:lnTo>
                <a:lnTo>
                  <a:pt x="3566685" y="2385025"/>
                </a:lnTo>
                <a:lnTo>
                  <a:pt x="3515383" y="2463144"/>
                </a:lnTo>
                <a:lnTo>
                  <a:pt x="3466555" y="2534319"/>
                </a:lnTo>
                <a:lnTo>
                  <a:pt x="3383767" y="2631773"/>
                </a:lnTo>
                <a:lnTo>
                  <a:pt x="3347860" y="2659486"/>
                </a:lnTo>
                <a:lnTo>
                  <a:pt x="3323930" y="2671880"/>
                </a:lnTo>
                <a:lnTo>
                  <a:pt x="3259639" y="2727993"/>
                </a:lnTo>
                <a:lnTo>
                  <a:pt x="3169117" y="2818920"/>
                </a:lnTo>
                <a:lnTo>
                  <a:pt x="3099788" y="2900088"/>
                </a:lnTo>
                <a:lnTo>
                  <a:pt x="2997790" y="2991671"/>
                </a:lnTo>
                <a:lnTo>
                  <a:pt x="2939443" y="3031482"/>
                </a:lnTo>
                <a:lnTo>
                  <a:pt x="2851632" y="3110831"/>
                </a:lnTo>
                <a:lnTo>
                  <a:pt x="2827513" y="3122315"/>
                </a:lnTo>
                <a:lnTo>
                  <a:pt x="2729631" y="3196007"/>
                </a:lnTo>
                <a:lnTo>
                  <a:pt x="2659771" y="3240722"/>
                </a:lnTo>
                <a:lnTo>
                  <a:pt x="2547445" y="3292311"/>
                </a:lnTo>
                <a:lnTo>
                  <a:pt x="2503045" y="3306671"/>
                </a:lnTo>
                <a:lnTo>
                  <a:pt x="2397653" y="3291728"/>
                </a:lnTo>
                <a:lnTo>
                  <a:pt x="2353512" y="3298773"/>
                </a:lnTo>
                <a:lnTo>
                  <a:pt x="2316505" y="3330786"/>
                </a:lnTo>
                <a:lnTo>
                  <a:pt x="2312810" y="3377066"/>
                </a:lnTo>
                <a:lnTo>
                  <a:pt x="2297472" y="3383927"/>
                </a:lnTo>
                <a:lnTo>
                  <a:pt x="2274293" y="3381748"/>
                </a:lnTo>
                <a:lnTo>
                  <a:pt x="2200781" y="3362226"/>
                </a:lnTo>
                <a:lnTo>
                  <a:pt x="2160861" y="3365891"/>
                </a:lnTo>
                <a:lnTo>
                  <a:pt x="2137584" y="3390589"/>
                </a:lnTo>
                <a:lnTo>
                  <a:pt x="2118888" y="3421904"/>
                </a:lnTo>
                <a:lnTo>
                  <a:pt x="2063586" y="3423640"/>
                </a:lnTo>
                <a:lnTo>
                  <a:pt x="1964852" y="3391782"/>
                </a:lnTo>
                <a:lnTo>
                  <a:pt x="1848637" y="3373152"/>
                </a:lnTo>
                <a:lnTo>
                  <a:pt x="1821743" y="3371288"/>
                </a:lnTo>
                <a:lnTo>
                  <a:pt x="1765861" y="3396058"/>
                </a:lnTo>
                <a:lnTo>
                  <a:pt x="1746267" y="3399848"/>
                </a:lnTo>
                <a:lnTo>
                  <a:pt x="1664308" y="3396062"/>
                </a:lnTo>
                <a:lnTo>
                  <a:pt x="1618568" y="3381755"/>
                </a:lnTo>
                <a:lnTo>
                  <a:pt x="1575111" y="3382595"/>
                </a:lnTo>
                <a:lnTo>
                  <a:pt x="1542099" y="3395868"/>
                </a:lnTo>
                <a:lnTo>
                  <a:pt x="1501841" y="3401206"/>
                </a:lnTo>
                <a:lnTo>
                  <a:pt x="1395428" y="3491037"/>
                </a:lnTo>
                <a:lnTo>
                  <a:pt x="1339318" y="3492790"/>
                </a:lnTo>
                <a:lnTo>
                  <a:pt x="1291254" y="3504373"/>
                </a:lnTo>
                <a:lnTo>
                  <a:pt x="1267244" y="3504817"/>
                </a:lnTo>
                <a:lnTo>
                  <a:pt x="1221885" y="3494190"/>
                </a:lnTo>
                <a:lnTo>
                  <a:pt x="1205183" y="3495586"/>
                </a:lnTo>
                <a:lnTo>
                  <a:pt x="1179836" y="3501955"/>
                </a:lnTo>
                <a:lnTo>
                  <a:pt x="1154851" y="3518200"/>
                </a:lnTo>
                <a:lnTo>
                  <a:pt x="1096912" y="3527057"/>
                </a:lnTo>
                <a:lnTo>
                  <a:pt x="1074854" y="3540995"/>
                </a:lnTo>
                <a:lnTo>
                  <a:pt x="980317" y="3624522"/>
                </a:lnTo>
                <a:lnTo>
                  <a:pt x="957838" y="3622351"/>
                </a:lnTo>
                <a:lnTo>
                  <a:pt x="939530" y="3617989"/>
                </a:lnTo>
                <a:lnTo>
                  <a:pt x="888580" y="3619398"/>
                </a:lnTo>
                <a:lnTo>
                  <a:pt x="828686" y="3579890"/>
                </a:lnTo>
                <a:lnTo>
                  <a:pt x="806725" y="3583677"/>
                </a:lnTo>
                <a:lnTo>
                  <a:pt x="811962" y="3570708"/>
                </a:lnTo>
                <a:lnTo>
                  <a:pt x="812528" y="3548155"/>
                </a:lnTo>
                <a:lnTo>
                  <a:pt x="799469" y="3532904"/>
                </a:lnTo>
                <a:lnTo>
                  <a:pt x="790824" y="3526243"/>
                </a:lnTo>
                <a:lnTo>
                  <a:pt x="768210" y="3528717"/>
                </a:lnTo>
                <a:lnTo>
                  <a:pt x="755072" y="3510205"/>
                </a:lnTo>
                <a:lnTo>
                  <a:pt x="720219" y="3510213"/>
                </a:lnTo>
                <a:lnTo>
                  <a:pt x="708477" y="3515695"/>
                </a:lnTo>
                <a:lnTo>
                  <a:pt x="691850" y="3517575"/>
                </a:lnTo>
                <a:lnTo>
                  <a:pt x="689227" y="3498297"/>
                </a:lnTo>
                <a:lnTo>
                  <a:pt x="689835" y="3486028"/>
                </a:lnTo>
                <a:lnTo>
                  <a:pt x="687714" y="3467340"/>
                </a:lnTo>
                <a:lnTo>
                  <a:pt x="682178" y="3444571"/>
                </a:lnTo>
                <a:lnTo>
                  <a:pt x="668247" y="3437979"/>
                </a:lnTo>
                <a:lnTo>
                  <a:pt x="657706" y="3435472"/>
                </a:lnTo>
                <a:lnTo>
                  <a:pt x="633126" y="3438413"/>
                </a:lnTo>
                <a:lnTo>
                  <a:pt x="616286" y="3441834"/>
                </a:lnTo>
                <a:lnTo>
                  <a:pt x="608716" y="3448975"/>
                </a:lnTo>
                <a:lnTo>
                  <a:pt x="600640" y="3466338"/>
                </a:lnTo>
                <a:lnTo>
                  <a:pt x="603708" y="3517563"/>
                </a:lnTo>
                <a:lnTo>
                  <a:pt x="590607" y="3503581"/>
                </a:lnTo>
                <a:lnTo>
                  <a:pt x="574810" y="3473703"/>
                </a:lnTo>
                <a:lnTo>
                  <a:pt x="568302" y="3441233"/>
                </a:lnTo>
                <a:lnTo>
                  <a:pt x="570872" y="3402223"/>
                </a:lnTo>
                <a:lnTo>
                  <a:pt x="596374" y="3386009"/>
                </a:lnTo>
                <a:lnTo>
                  <a:pt x="592708" y="3359968"/>
                </a:lnTo>
                <a:lnTo>
                  <a:pt x="585704" y="3337600"/>
                </a:lnTo>
                <a:lnTo>
                  <a:pt x="552500" y="3281207"/>
                </a:lnTo>
                <a:lnTo>
                  <a:pt x="539258" y="3255307"/>
                </a:lnTo>
                <a:lnTo>
                  <a:pt x="512933" y="3238783"/>
                </a:lnTo>
                <a:lnTo>
                  <a:pt x="490550" y="3196565"/>
                </a:lnTo>
                <a:lnTo>
                  <a:pt x="469745" y="3182016"/>
                </a:lnTo>
                <a:lnTo>
                  <a:pt x="459535" y="3152162"/>
                </a:lnTo>
                <a:lnTo>
                  <a:pt x="438614" y="3129040"/>
                </a:lnTo>
                <a:lnTo>
                  <a:pt x="429530" y="3091030"/>
                </a:lnTo>
                <a:lnTo>
                  <a:pt x="438772" y="3068317"/>
                </a:lnTo>
                <a:lnTo>
                  <a:pt x="454898" y="3055274"/>
                </a:lnTo>
                <a:lnTo>
                  <a:pt x="473361" y="3073280"/>
                </a:lnTo>
                <a:lnTo>
                  <a:pt x="494276" y="3064549"/>
                </a:lnTo>
                <a:lnTo>
                  <a:pt x="522990" y="3034958"/>
                </a:lnTo>
                <a:lnTo>
                  <a:pt x="538423" y="2991734"/>
                </a:lnTo>
                <a:lnTo>
                  <a:pt x="535427" y="2924197"/>
                </a:lnTo>
                <a:lnTo>
                  <a:pt x="528210" y="2882318"/>
                </a:lnTo>
                <a:lnTo>
                  <a:pt x="497204" y="2774838"/>
                </a:lnTo>
                <a:lnTo>
                  <a:pt x="484136" y="2750495"/>
                </a:lnTo>
                <a:lnTo>
                  <a:pt x="424141" y="2675849"/>
                </a:lnTo>
                <a:lnTo>
                  <a:pt x="353296" y="2575448"/>
                </a:lnTo>
                <a:lnTo>
                  <a:pt x="260899" y="2416109"/>
                </a:lnTo>
                <a:lnTo>
                  <a:pt x="215063" y="2319814"/>
                </a:lnTo>
                <a:lnTo>
                  <a:pt x="141873" y="2124251"/>
                </a:lnTo>
                <a:lnTo>
                  <a:pt x="81314" y="2014967"/>
                </a:lnTo>
                <a:lnTo>
                  <a:pt x="8850" y="1914152"/>
                </a:lnTo>
                <a:lnTo>
                  <a:pt x="0" y="1907898"/>
                </a:lnTo>
                <a:lnTo>
                  <a:pt x="9045" y="1894364"/>
                </a:lnTo>
                <a:lnTo>
                  <a:pt x="42373" y="1867522"/>
                </a:lnTo>
                <a:lnTo>
                  <a:pt x="57873" y="1859823"/>
                </a:lnTo>
                <a:lnTo>
                  <a:pt x="66555" y="1862254"/>
                </a:lnTo>
                <a:lnTo>
                  <a:pt x="74346" y="1854991"/>
                </a:lnTo>
                <a:lnTo>
                  <a:pt x="81225" y="1837981"/>
                </a:lnTo>
                <a:lnTo>
                  <a:pt x="81944" y="1822410"/>
                </a:lnTo>
                <a:lnTo>
                  <a:pt x="84402" y="1800281"/>
                </a:lnTo>
                <a:lnTo>
                  <a:pt x="91365" y="1786672"/>
                </a:lnTo>
                <a:lnTo>
                  <a:pt x="98226" y="1760000"/>
                </a:lnTo>
                <a:lnTo>
                  <a:pt x="111791" y="1742294"/>
                </a:lnTo>
                <a:lnTo>
                  <a:pt x="142201" y="1729148"/>
                </a:lnTo>
                <a:lnTo>
                  <a:pt x="166756" y="1742248"/>
                </a:lnTo>
                <a:lnTo>
                  <a:pt x="177581" y="1756011"/>
                </a:lnTo>
                <a:lnTo>
                  <a:pt x="182887" y="1774746"/>
                </a:lnTo>
                <a:lnTo>
                  <a:pt x="193904" y="1783244"/>
                </a:lnTo>
                <a:lnTo>
                  <a:pt x="210609" y="1781514"/>
                </a:lnTo>
                <a:lnTo>
                  <a:pt x="223159" y="1792452"/>
                </a:lnTo>
                <a:lnTo>
                  <a:pt x="231520" y="1816027"/>
                </a:lnTo>
                <a:lnTo>
                  <a:pt x="231243" y="1833523"/>
                </a:lnTo>
                <a:lnTo>
                  <a:pt x="222414" y="1844938"/>
                </a:lnTo>
                <a:lnTo>
                  <a:pt x="224652" y="1859042"/>
                </a:lnTo>
                <a:lnTo>
                  <a:pt x="237895" y="1875895"/>
                </a:lnTo>
                <a:lnTo>
                  <a:pt x="243957" y="1892312"/>
                </a:lnTo>
                <a:lnTo>
                  <a:pt x="253478" y="1913877"/>
                </a:lnTo>
                <a:lnTo>
                  <a:pt x="296804" y="1924073"/>
                </a:lnTo>
                <a:lnTo>
                  <a:pt x="318027" y="1930036"/>
                </a:lnTo>
                <a:lnTo>
                  <a:pt x="353997" y="1930315"/>
                </a:lnTo>
                <a:lnTo>
                  <a:pt x="388435" y="1938142"/>
                </a:lnTo>
                <a:lnTo>
                  <a:pt x="421323" y="1953568"/>
                </a:lnTo>
                <a:lnTo>
                  <a:pt x="473919" y="1954737"/>
                </a:lnTo>
                <a:lnTo>
                  <a:pt x="546301" y="1941841"/>
                </a:lnTo>
                <a:lnTo>
                  <a:pt x="606521" y="1942638"/>
                </a:lnTo>
                <a:lnTo>
                  <a:pt x="654527" y="1957077"/>
                </a:lnTo>
                <a:lnTo>
                  <a:pt x="688817" y="1958483"/>
                </a:lnTo>
                <a:lnTo>
                  <a:pt x="709460" y="1946812"/>
                </a:lnTo>
                <a:lnTo>
                  <a:pt x="717889" y="1930972"/>
                </a:lnTo>
                <a:lnTo>
                  <a:pt x="714089" y="1910982"/>
                </a:lnTo>
                <a:lnTo>
                  <a:pt x="723992" y="1897740"/>
                </a:lnTo>
                <a:lnTo>
                  <a:pt x="747577" y="1891205"/>
                </a:lnTo>
                <a:lnTo>
                  <a:pt x="765966" y="1875169"/>
                </a:lnTo>
                <a:lnTo>
                  <a:pt x="779195" y="1849564"/>
                </a:lnTo>
                <a:lnTo>
                  <a:pt x="811545" y="1827789"/>
                </a:lnTo>
                <a:lnTo>
                  <a:pt x="863043" y="1809879"/>
                </a:lnTo>
                <a:lnTo>
                  <a:pt x="889028" y="1809306"/>
                </a:lnTo>
                <a:lnTo>
                  <a:pt x="887340" y="1768913"/>
                </a:lnTo>
                <a:lnTo>
                  <a:pt x="882049" y="1641413"/>
                </a:lnTo>
                <a:lnTo>
                  <a:pt x="876815" y="1513925"/>
                </a:lnTo>
                <a:lnTo>
                  <a:pt x="871640" y="1386476"/>
                </a:lnTo>
                <a:lnTo>
                  <a:pt x="866521" y="1259013"/>
                </a:lnTo>
                <a:lnTo>
                  <a:pt x="861460" y="1131565"/>
                </a:lnTo>
                <a:lnTo>
                  <a:pt x="856458" y="1004164"/>
                </a:lnTo>
                <a:lnTo>
                  <a:pt x="851512" y="876753"/>
                </a:lnTo>
                <a:lnTo>
                  <a:pt x="846895" y="756467"/>
                </a:lnTo>
                <a:lnTo>
                  <a:pt x="859806" y="764624"/>
                </a:lnTo>
                <a:lnTo>
                  <a:pt x="944810" y="825196"/>
                </a:lnTo>
                <a:lnTo>
                  <a:pt x="968277" y="857919"/>
                </a:lnTo>
                <a:lnTo>
                  <a:pt x="980088" y="878764"/>
                </a:lnTo>
                <a:lnTo>
                  <a:pt x="1018168" y="954783"/>
                </a:lnTo>
                <a:lnTo>
                  <a:pt x="1046848" y="1023164"/>
                </a:lnTo>
                <a:lnTo>
                  <a:pt x="1069943" y="1074677"/>
                </a:lnTo>
                <a:lnTo>
                  <a:pt x="1072349" y="1098513"/>
                </a:lnTo>
                <a:lnTo>
                  <a:pt x="1076125" y="1121771"/>
                </a:lnTo>
                <a:lnTo>
                  <a:pt x="1079507" y="1133139"/>
                </a:lnTo>
                <a:lnTo>
                  <a:pt x="1077957" y="1145909"/>
                </a:lnTo>
                <a:lnTo>
                  <a:pt x="1063919" y="1174857"/>
                </a:lnTo>
                <a:lnTo>
                  <a:pt x="1049382" y="1197164"/>
                </a:lnTo>
                <a:lnTo>
                  <a:pt x="1032071" y="1227536"/>
                </a:lnTo>
                <a:lnTo>
                  <a:pt x="1031676" y="1266858"/>
                </a:lnTo>
                <a:lnTo>
                  <a:pt x="1038815" y="1312886"/>
                </a:lnTo>
                <a:lnTo>
                  <a:pt x="1050832" y="1335486"/>
                </a:lnTo>
                <a:lnTo>
                  <a:pt x="1065164" y="1342542"/>
                </a:lnTo>
                <a:lnTo>
                  <a:pt x="1098444" y="1329898"/>
                </a:lnTo>
                <a:lnTo>
                  <a:pt x="1119888" y="1332702"/>
                </a:lnTo>
                <a:lnTo>
                  <a:pt x="1150249" y="1340496"/>
                </a:lnTo>
                <a:lnTo>
                  <a:pt x="1248739" y="1332013"/>
                </a:lnTo>
                <a:lnTo>
                  <a:pt x="1260738" y="1334492"/>
                </a:lnTo>
                <a:lnTo>
                  <a:pt x="1298065" y="1336737"/>
                </a:lnTo>
                <a:lnTo>
                  <a:pt x="1310410" y="1332588"/>
                </a:lnTo>
                <a:lnTo>
                  <a:pt x="1321297" y="1322519"/>
                </a:lnTo>
                <a:lnTo>
                  <a:pt x="1333487" y="1294440"/>
                </a:lnTo>
                <a:lnTo>
                  <a:pt x="1344815" y="1285040"/>
                </a:lnTo>
                <a:lnTo>
                  <a:pt x="1365635" y="1279798"/>
                </a:lnTo>
                <a:lnTo>
                  <a:pt x="1390268" y="1271703"/>
                </a:lnTo>
                <a:lnTo>
                  <a:pt x="1410491" y="1255251"/>
                </a:lnTo>
                <a:lnTo>
                  <a:pt x="1441909" y="1199666"/>
                </a:lnTo>
                <a:lnTo>
                  <a:pt x="1506309" y="1149574"/>
                </a:lnTo>
                <a:lnTo>
                  <a:pt x="1526175" y="1137523"/>
                </a:lnTo>
                <a:lnTo>
                  <a:pt x="1538603" y="1124175"/>
                </a:lnTo>
                <a:lnTo>
                  <a:pt x="1549289" y="1106332"/>
                </a:lnTo>
                <a:lnTo>
                  <a:pt x="1571173" y="1044623"/>
                </a:lnTo>
                <a:lnTo>
                  <a:pt x="1587692" y="993247"/>
                </a:lnTo>
                <a:lnTo>
                  <a:pt x="1593218" y="969082"/>
                </a:lnTo>
                <a:lnTo>
                  <a:pt x="1608130" y="929505"/>
                </a:lnTo>
                <a:lnTo>
                  <a:pt x="1626587" y="904092"/>
                </a:lnTo>
                <a:lnTo>
                  <a:pt x="1644821" y="890558"/>
                </a:lnTo>
                <a:lnTo>
                  <a:pt x="1654005" y="887025"/>
                </a:lnTo>
                <a:lnTo>
                  <a:pt x="1677672" y="879888"/>
                </a:lnTo>
                <a:lnTo>
                  <a:pt x="1708151" y="873119"/>
                </a:lnTo>
                <a:lnTo>
                  <a:pt x="1740362" y="879784"/>
                </a:lnTo>
                <a:lnTo>
                  <a:pt x="1774993" y="894538"/>
                </a:lnTo>
                <a:lnTo>
                  <a:pt x="1814127" y="919742"/>
                </a:lnTo>
                <a:lnTo>
                  <a:pt x="1854172" y="951028"/>
                </a:lnTo>
                <a:lnTo>
                  <a:pt x="1872595" y="966970"/>
                </a:lnTo>
                <a:lnTo>
                  <a:pt x="1892351" y="974015"/>
                </a:lnTo>
                <a:lnTo>
                  <a:pt x="1927442" y="976256"/>
                </a:lnTo>
                <a:lnTo>
                  <a:pt x="1950431" y="975536"/>
                </a:lnTo>
                <a:lnTo>
                  <a:pt x="1986353" y="1006820"/>
                </a:lnTo>
                <a:lnTo>
                  <a:pt x="2004440" y="1008712"/>
                </a:lnTo>
                <a:lnTo>
                  <a:pt x="2044885" y="1018079"/>
                </a:lnTo>
                <a:lnTo>
                  <a:pt x="2094811" y="1027757"/>
                </a:lnTo>
                <a:lnTo>
                  <a:pt x="2126230" y="1026588"/>
                </a:lnTo>
                <a:lnTo>
                  <a:pt x="2159881" y="1009532"/>
                </a:lnTo>
                <a:lnTo>
                  <a:pt x="2184169" y="1008814"/>
                </a:lnTo>
                <a:lnTo>
                  <a:pt x="2215554" y="1010224"/>
                </a:lnTo>
                <a:lnTo>
                  <a:pt x="2250045" y="1005631"/>
                </a:lnTo>
                <a:lnTo>
                  <a:pt x="2275375" y="998412"/>
                </a:lnTo>
                <a:lnTo>
                  <a:pt x="2294785" y="983689"/>
                </a:lnTo>
                <a:lnTo>
                  <a:pt x="2311909" y="967568"/>
                </a:lnTo>
                <a:lnTo>
                  <a:pt x="2331752" y="919442"/>
                </a:lnTo>
                <a:lnTo>
                  <a:pt x="2343274" y="880680"/>
                </a:lnTo>
                <a:lnTo>
                  <a:pt x="2361074" y="836144"/>
                </a:lnTo>
                <a:lnTo>
                  <a:pt x="2383001" y="775792"/>
                </a:lnTo>
                <a:lnTo>
                  <a:pt x="2390969" y="733673"/>
                </a:lnTo>
                <a:lnTo>
                  <a:pt x="2398973" y="722125"/>
                </a:lnTo>
                <a:lnTo>
                  <a:pt x="2430420" y="709481"/>
                </a:lnTo>
                <a:lnTo>
                  <a:pt x="2456431" y="700845"/>
                </a:lnTo>
                <a:lnTo>
                  <a:pt x="2526371" y="684980"/>
                </a:lnTo>
                <a:lnTo>
                  <a:pt x="2540776" y="676309"/>
                </a:lnTo>
                <a:lnTo>
                  <a:pt x="2554058" y="656585"/>
                </a:lnTo>
                <a:lnTo>
                  <a:pt x="2584950" y="623250"/>
                </a:lnTo>
                <a:lnTo>
                  <a:pt x="2622962" y="595610"/>
                </a:lnTo>
                <a:lnTo>
                  <a:pt x="2642608" y="579761"/>
                </a:lnTo>
                <a:lnTo>
                  <a:pt x="2680244" y="443667"/>
                </a:lnTo>
                <a:lnTo>
                  <a:pt x="2684821" y="426881"/>
                </a:lnTo>
                <a:lnTo>
                  <a:pt x="2711392" y="391058"/>
                </a:lnTo>
                <a:lnTo>
                  <a:pt x="2727711" y="376016"/>
                </a:lnTo>
                <a:lnTo>
                  <a:pt x="2738068" y="375917"/>
                </a:lnTo>
                <a:lnTo>
                  <a:pt x="2752942" y="366621"/>
                </a:lnTo>
                <a:lnTo>
                  <a:pt x="2772345" y="348135"/>
                </a:lnTo>
                <a:lnTo>
                  <a:pt x="2795260" y="336940"/>
                </a:lnTo>
                <a:lnTo>
                  <a:pt x="2821675" y="333099"/>
                </a:lnTo>
                <a:lnTo>
                  <a:pt x="2838969" y="320927"/>
                </a:lnTo>
                <a:lnTo>
                  <a:pt x="2847168" y="300494"/>
                </a:lnTo>
                <a:lnTo>
                  <a:pt x="2860916" y="290775"/>
                </a:lnTo>
                <a:lnTo>
                  <a:pt x="2880235" y="291750"/>
                </a:lnTo>
                <a:lnTo>
                  <a:pt x="2891363" y="285453"/>
                </a:lnTo>
                <a:lnTo>
                  <a:pt x="2894357" y="271822"/>
                </a:lnTo>
                <a:lnTo>
                  <a:pt x="2906272" y="260375"/>
                </a:lnTo>
                <a:lnTo>
                  <a:pt x="2927143" y="251097"/>
                </a:lnTo>
                <a:lnTo>
                  <a:pt x="2938216" y="239810"/>
                </a:lnTo>
                <a:lnTo>
                  <a:pt x="2939485" y="226506"/>
                </a:lnTo>
                <a:lnTo>
                  <a:pt x="2964845" y="194685"/>
                </a:lnTo>
                <a:lnTo>
                  <a:pt x="3014444" y="144379"/>
                </a:lnTo>
                <a:lnTo>
                  <a:pt x="3060781" y="116894"/>
                </a:lnTo>
                <a:lnTo>
                  <a:pt x="3103821" y="112244"/>
                </a:lnTo>
                <a:lnTo>
                  <a:pt x="3144739" y="102694"/>
                </a:lnTo>
                <a:lnTo>
                  <a:pt x="3183600" y="88237"/>
                </a:lnTo>
                <a:lnTo>
                  <a:pt x="3212514" y="64591"/>
                </a:lnTo>
                <a:lnTo>
                  <a:pt x="3231505" y="31788"/>
                </a:lnTo>
                <a:lnTo>
                  <a:pt x="3263104" y="14168"/>
                </a:lnTo>
                <a:lnTo>
                  <a:pt x="3325978" y="10762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tural Earth 1:50m boundary: Namibia"/>
          <p:cNvSpPr/>
          <p:nvPr/>
        </p:nvSpPr>
        <p:spPr>
          <a:xfrm>
            <a:off x="1622735" y="1983233"/>
            <a:ext cx="1326672" cy="2006183"/>
          </a:xfrm>
          <a:custGeom>
            <a:avLst/>
            <a:gdLst/>
            <a:ahLst/>
            <a:cxnLst/>
            <a:rect l="l" t="t" r="r" b="b"/>
            <a:pathLst>
              <a:path w="1326672" h="2006183">
                <a:moveTo>
                  <a:pt x="1326672" y="0"/>
                </a:moveTo>
                <a:lnTo>
                  <a:pt x="1326662" y="56"/>
                </a:lnTo>
                <a:lnTo>
                  <a:pt x="1287034" y="1351"/>
                </a:lnTo>
                <a:lnTo>
                  <a:pt x="1197426" y="4451"/>
                </a:lnTo>
                <a:lnTo>
                  <a:pt x="1122029" y="7246"/>
                </a:lnTo>
                <a:lnTo>
                  <a:pt x="1061100" y="9628"/>
                </a:lnTo>
                <a:lnTo>
                  <a:pt x="1063640" y="78941"/>
                </a:lnTo>
                <a:lnTo>
                  <a:pt x="1066652" y="160946"/>
                </a:lnTo>
                <a:lnTo>
                  <a:pt x="1069687" y="242936"/>
                </a:lnTo>
                <a:lnTo>
                  <a:pt x="1072746" y="324939"/>
                </a:lnTo>
                <a:lnTo>
                  <a:pt x="1075855" y="406954"/>
                </a:lnTo>
                <a:lnTo>
                  <a:pt x="1078987" y="488980"/>
                </a:lnTo>
                <a:lnTo>
                  <a:pt x="1082117" y="571019"/>
                </a:lnTo>
                <a:lnTo>
                  <a:pt x="1085272" y="653068"/>
                </a:lnTo>
                <a:lnTo>
                  <a:pt x="1088450" y="735157"/>
                </a:lnTo>
                <a:lnTo>
                  <a:pt x="1090882" y="797064"/>
                </a:lnTo>
                <a:lnTo>
                  <a:pt x="1091153" y="804167"/>
                </a:lnTo>
                <a:lnTo>
                  <a:pt x="1095770" y="924453"/>
                </a:lnTo>
                <a:lnTo>
                  <a:pt x="1100716" y="1051864"/>
                </a:lnTo>
                <a:lnTo>
                  <a:pt x="1105718" y="1179265"/>
                </a:lnTo>
                <a:lnTo>
                  <a:pt x="1110779" y="1306713"/>
                </a:lnTo>
                <a:lnTo>
                  <a:pt x="1115898" y="1434176"/>
                </a:lnTo>
                <a:lnTo>
                  <a:pt x="1121073" y="1561625"/>
                </a:lnTo>
                <a:lnTo>
                  <a:pt x="1126307" y="1689113"/>
                </a:lnTo>
                <a:lnTo>
                  <a:pt x="1131598" y="1816613"/>
                </a:lnTo>
                <a:lnTo>
                  <a:pt x="1133286" y="1857006"/>
                </a:lnTo>
                <a:lnTo>
                  <a:pt x="1107301" y="1857579"/>
                </a:lnTo>
                <a:lnTo>
                  <a:pt x="1055803" y="1875489"/>
                </a:lnTo>
                <a:lnTo>
                  <a:pt x="1023453" y="1897264"/>
                </a:lnTo>
                <a:lnTo>
                  <a:pt x="1010224" y="1922869"/>
                </a:lnTo>
                <a:lnTo>
                  <a:pt x="991835" y="1938905"/>
                </a:lnTo>
                <a:lnTo>
                  <a:pt x="968250" y="1945440"/>
                </a:lnTo>
                <a:lnTo>
                  <a:pt x="958347" y="1958682"/>
                </a:lnTo>
                <a:lnTo>
                  <a:pt x="962147" y="1978672"/>
                </a:lnTo>
                <a:lnTo>
                  <a:pt x="953718" y="1994512"/>
                </a:lnTo>
                <a:lnTo>
                  <a:pt x="933075" y="2006183"/>
                </a:lnTo>
                <a:lnTo>
                  <a:pt x="898785" y="2004777"/>
                </a:lnTo>
                <a:lnTo>
                  <a:pt x="850779" y="1990338"/>
                </a:lnTo>
                <a:lnTo>
                  <a:pt x="790559" y="1989541"/>
                </a:lnTo>
                <a:lnTo>
                  <a:pt x="718177" y="2002437"/>
                </a:lnTo>
                <a:lnTo>
                  <a:pt x="665581" y="2001268"/>
                </a:lnTo>
                <a:lnTo>
                  <a:pt x="632693" y="1985842"/>
                </a:lnTo>
                <a:lnTo>
                  <a:pt x="598255" y="1978015"/>
                </a:lnTo>
                <a:lnTo>
                  <a:pt x="562285" y="1977736"/>
                </a:lnTo>
                <a:lnTo>
                  <a:pt x="541062" y="1971773"/>
                </a:lnTo>
                <a:lnTo>
                  <a:pt x="497736" y="1961577"/>
                </a:lnTo>
                <a:lnTo>
                  <a:pt x="488215" y="1940012"/>
                </a:lnTo>
                <a:lnTo>
                  <a:pt x="482153" y="1923595"/>
                </a:lnTo>
                <a:lnTo>
                  <a:pt x="468910" y="1906742"/>
                </a:lnTo>
                <a:lnTo>
                  <a:pt x="466672" y="1892638"/>
                </a:lnTo>
                <a:lnTo>
                  <a:pt x="475501" y="1881223"/>
                </a:lnTo>
                <a:lnTo>
                  <a:pt x="475778" y="1863727"/>
                </a:lnTo>
                <a:lnTo>
                  <a:pt x="467417" y="1840152"/>
                </a:lnTo>
                <a:lnTo>
                  <a:pt x="454867" y="1829214"/>
                </a:lnTo>
                <a:lnTo>
                  <a:pt x="438162" y="1830944"/>
                </a:lnTo>
                <a:lnTo>
                  <a:pt x="427145" y="1822446"/>
                </a:lnTo>
                <a:lnTo>
                  <a:pt x="421839" y="1803711"/>
                </a:lnTo>
                <a:lnTo>
                  <a:pt x="411014" y="1789948"/>
                </a:lnTo>
                <a:lnTo>
                  <a:pt x="386459" y="1776848"/>
                </a:lnTo>
                <a:lnTo>
                  <a:pt x="356049" y="1789994"/>
                </a:lnTo>
                <a:lnTo>
                  <a:pt x="342484" y="1807700"/>
                </a:lnTo>
                <a:lnTo>
                  <a:pt x="335623" y="1834372"/>
                </a:lnTo>
                <a:lnTo>
                  <a:pt x="328660" y="1847981"/>
                </a:lnTo>
                <a:lnTo>
                  <a:pt x="326202" y="1870110"/>
                </a:lnTo>
                <a:lnTo>
                  <a:pt x="325483" y="1885681"/>
                </a:lnTo>
                <a:lnTo>
                  <a:pt x="318604" y="1902691"/>
                </a:lnTo>
                <a:lnTo>
                  <a:pt x="310813" y="1909954"/>
                </a:lnTo>
                <a:lnTo>
                  <a:pt x="302131" y="1907523"/>
                </a:lnTo>
                <a:lnTo>
                  <a:pt x="286631" y="1915222"/>
                </a:lnTo>
                <a:lnTo>
                  <a:pt x="253303" y="1942064"/>
                </a:lnTo>
                <a:lnTo>
                  <a:pt x="244258" y="1955598"/>
                </a:lnTo>
                <a:lnTo>
                  <a:pt x="214250" y="1934428"/>
                </a:lnTo>
                <a:lnTo>
                  <a:pt x="125100" y="1853243"/>
                </a:lnTo>
                <a:lnTo>
                  <a:pt x="123195" y="1851987"/>
                </a:lnTo>
                <a:lnTo>
                  <a:pt x="0" y="6894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tural Earth 1:50m boundary: Mozambique"/>
          <p:cNvSpPr/>
          <p:nvPr/>
        </p:nvSpPr>
        <p:spPr>
          <a:xfrm>
            <a:off x="5703262" y="2014041"/>
            <a:ext cx="675042" cy="1406446"/>
          </a:xfrm>
          <a:custGeom>
            <a:avLst/>
            <a:gdLst/>
            <a:ahLst/>
            <a:cxnLst/>
            <a:rect l="l" t="t" r="r" b="b"/>
            <a:pathLst>
              <a:path w="675042" h="1406446">
                <a:moveTo>
                  <a:pt x="0" y="108984"/>
                </a:moveTo>
                <a:lnTo>
                  <a:pt x="39036" y="81377"/>
                </a:lnTo>
                <a:lnTo>
                  <a:pt x="78787" y="41781"/>
                </a:lnTo>
                <a:lnTo>
                  <a:pt x="120855" y="0"/>
                </a:lnTo>
                <a:lnTo>
                  <a:pt x="675042" y="34348"/>
                </a:lnTo>
                <a:lnTo>
                  <a:pt x="617901" y="916498"/>
                </a:lnTo>
                <a:lnTo>
                  <a:pt x="545750" y="942059"/>
                </a:lnTo>
                <a:lnTo>
                  <a:pt x="496994" y="959415"/>
                </a:lnTo>
                <a:lnTo>
                  <a:pt x="392646" y="1018430"/>
                </a:lnTo>
                <a:lnTo>
                  <a:pt x="346189" y="1059677"/>
                </a:lnTo>
                <a:lnTo>
                  <a:pt x="325117" y="1109101"/>
                </a:lnTo>
                <a:lnTo>
                  <a:pt x="306487" y="1131171"/>
                </a:lnTo>
                <a:lnTo>
                  <a:pt x="287838" y="1159425"/>
                </a:lnTo>
                <a:lnTo>
                  <a:pt x="301045" y="1185529"/>
                </a:lnTo>
                <a:lnTo>
                  <a:pt x="314345" y="1205497"/>
                </a:lnTo>
                <a:lnTo>
                  <a:pt x="330603" y="1219343"/>
                </a:lnTo>
                <a:lnTo>
                  <a:pt x="338756" y="1230907"/>
                </a:lnTo>
                <a:lnTo>
                  <a:pt x="349850" y="1239293"/>
                </a:lnTo>
                <a:lnTo>
                  <a:pt x="363958" y="1200465"/>
                </a:lnTo>
                <a:lnTo>
                  <a:pt x="370489" y="1188532"/>
                </a:lnTo>
                <a:lnTo>
                  <a:pt x="380470" y="1188232"/>
                </a:lnTo>
                <a:lnTo>
                  <a:pt x="371956" y="1236214"/>
                </a:lnTo>
                <a:lnTo>
                  <a:pt x="350111" y="1401097"/>
                </a:lnTo>
                <a:lnTo>
                  <a:pt x="348994" y="1406446"/>
                </a:lnTo>
                <a:lnTo>
                  <a:pt x="320900" y="1405095"/>
                </a:lnTo>
                <a:lnTo>
                  <a:pt x="272710" y="1403395"/>
                </a:lnTo>
                <a:lnTo>
                  <a:pt x="244216" y="1402397"/>
                </a:lnTo>
                <a:lnTo>
                  <a:pt x="212336" y="1401332"/>
                </a:lnTo>
                <a:lnTo>
                  <a:pt x="173364" y="1390889"/>
                </a:lnTo>
                <a:lnTo>
                  <a:pt x="151038" y="1391275"/>
                </a:lnTo>
                <a:lnTo>
                  <a:pt x="154456" y="1299647"/>
                </a:lnTo>
                <a:lnTo>
                  <a:pt x="148383" y="1279107"/>
                </a:lnTo>
                <a:lnTo>
                  <a:pt x="142415" y="1249256"/>
                </a:lnTo>
                <a:lnTo>
                  <a:pt x="141682" y="1230267"/>
                </a:lnTo>
                <a:lnTo>
                  <a:pt x="147521" y="1211577"/>
                </a:lnTo>
                <a:lnTo>
                  <a:pt x="151486" y="1181664"/>
                </a:lnTo>
                <a:lnTo>
                  <a:pt x="150805" y="1155241"/>
                </a:lnTo>
                <a:lnTo>
                  <a:pt x="127747" y="1140661"/>
                </a:lnTo>
                <a:lnTo>
                  <a:pt x="122754" y="1136165"/>
                </a:lnTo>
                <a:lnTo>
                  <a:pt x="118730" y="1115169"/>
                </a:lnTo>
                <a:lnTo>
                  <a:pt x="118387" y="1083132"/>
                </a:lnTo>
                <a:lnTo>
                  <a:pt x="137229" y="1043411"/>
                </a:lnTo>
                <a:lnTo>
                  <a:pt x="140110" y="965294"/>
                </a:lnTo>
                <a:lnTo>
                  <a:pt x="143570" y="937914"/>
                </a:lnTo>
                <a:lnTo>
                  <a:pt x="146156" y="883580"/>
                </a:lnTo>
                <a:lnTo>
                  <a:pt x="149313" y="817756"/>
                </a:lnTo>
                <a:lnTo>
                  <a:pt x="152134" y="758818"/>
                </a:lnTo>
                <a:lnTo>
                  <a:pt x="155510" y="707995"/>
                </a:lnTo>
                <a:lnTo>
                  <a:pt x="151741" y="683607"/>
                </a:lnTo>
                <a:lnTo>
                  <a:pt x="148238" y="670144"/>
                </a:lnTo>
                <a:lnTo>
                  <a:pt x="138481" y="642591"/>
                </a:lnTo>
                <a:lnTo>
                  <a:pt x="128327" y="585752"/>
                </a:lnTo>
                <a:lnTo>
                  <a:pt x="115059" y="542518"/>
                </a:lnTo>
                <a:lnTo>
                  <a:pt x="96579" y="513475"/>
                </a:lnTo>
                <a:lnTo>
                  <a:pt x="90988" y="498400"/>
                </a:lnTo>
                <a:lnTo>
                  <a:pt x="85533" y="478346"/>
                </a:lnTo>
                <a:lnTo>
                  <a:pt x="68392" y="442620"/>
                </a:lnTo>
                <a:lnTo>
                  <a:pt x="53939" y="421593"/>
                </a:lnTo>
                <a:lnTo>
                  <a:pt x="50515" y="405189"/>
                </a:lnTo>
                <a:lnTo>
                  <a:pt x="53058" y="363353"/>
                </a:lnTo>
                <a:lnTo>
                  <a:pt x="39409" y="287254"/>
                </a:lnTo>
                <a:lnTo>
                  <a:pt x="29410" y="231783"/>
                </a:lnTo>
                <a:lnTo>
                  <a:pt x="13212" y="171445"/>
                </a:lnTo>
                <a:lnTo>
                  <a:pt x="2290" y="131049"/>
                </a:lnTo>
                <a:lnTo>
                  <a:pt x="728" y="124111"/>
                </a:lnTo>
                <a:lnTo>
                  <a:pt x="0" y="10898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tural Earth 1:50m boundary: Lesotho"/>
          <p:cNvSpPr/>
          <p:nvPr/>
        </p:nvSpPr>
        <p:spPr>
          <a:xfrm>
            <a:off x="4540933" y="3864843"/>
            <a:ext cx="589579" cy="586483"/>
          </a:xfrm>
          <a:custGeom>
            <a:avLst/>
            <a:gdLst/>
            <a:ahLst/>
            <a:cxnLst/>
            <a:rect l="l" t="t" r="r" b="b"/>
            <a:pathLst>
              <a:path w="589579" h="586483">
                <a:moveTo>
                  <a:pt x="417734" y="436700"/>
                </a:moveTo>
                <a:lnTo>
                  <a:pt x="395080" y="443052"/>
                </a:lnTo>
                <a:lnTo>
                  <a:pt x="391947" y="443572"/>
                </a:lnTo>
                <a:lnTo>
                  <a:pt x="377623" y="441507"/>
                </a:lnTo>
                <a:lnTo>
                  <a:pt x="358379" y="442610"/>
                </a:lnTo>
                <a:lnTo>
                  <a:pt x="343181" y="446057"/>
                </a:lnTo>
                <a:lnTo>
                  <a:pt x="331440" y="447174"/>
                </a:lnTo>
                <a:lnTo>
                  <a:pt x="311762" y="466957"/>
                </a:lnTo>
                <a:lnTo>
                  <a:pt x="275584" y="520879"/>
                </a:lnTo>
                <a:lnTo>
                  <a:pt x="266051" y="532111"/>
                </a:lnTo>
                <a:lnTo>
                  <a:pt x="262890" y="553602"/>
                </a:lnTo>
                <a:lnTo>
                  <a:pt x="254407" y="570441"/>
                </a:lnTo>
                <a:lnTo>
                  <a:pt x="244241" y="583512"/>
                </a:lnTo>
                <a:lnTo>
                  <a:pt x="234570" y="586483"/>
                </a:lnTo>
                <a:lnTo>
                  <a:pt x="205877" y="580463"/>
                </a:lnTo>
                <a:lnTo>
                  <a:pt x="169170" y="572742"/>
                </a:lnTo>
                <a:lnTo>
                  <a:pt x="148100" y="555698"/>
                </a:lnTo>
                <a:lnTo>
                  <a:pt x="129498" y="533513"/>
                </a:lnTo>
                <a:lnTo>
                  <a:pt x="119762" y="517472"/>
                </a:lnTo>
                <a:lnTo>
                  <a:pt x="109397" y="508565"/>
                </a:lnTo>
                <a:lnTo>
                  <a:pt x="105886" y="503616"/>
                </a:lnTo>
                <a:lnTo>
                  <a:pt x="90989" y="495992"/>
                </a:lnTo>
                <a:lnTo>
                  <a:pt x="85386" y="492095"/>
                </a:lnTo>
                <a:lnTo>
                  <a:pt x="80439" y="489305"/>
                </a:lnTo>
                <a:lnTo>
                  <a:pt x="74583" y="478654"/>
                </a:lnTo>
                <a:lnTo>
                  <a:pt x="71198" y="469454"/>
                </a:lnTo>
                <a:lnTo>
                  <a:pt x="73128" y="444030"/>
                </a:lnTo>
                <a:lnTo>
                  <a:pt x="62801" y="428643"/>
                </a:lnTo>
                <a:lnTo>
                  <a:pt x="45121" y="402390"/>
                </a:lnTo>
                <a:lnTo>
                  <a:pt x="33999" y="380949"/>
                </a:lnTo>
                <a:lnTo>
                  <a:pt x="18781" y="351680"/>
                </a:lnTo>
                <a:lnTo>
                  <a:pt x="9562" y="326699"/>
                </a:lnTo>
                <a:lnTo>
                  <a:pt x="0" y="300819"/>
                </a:lnTo>
                <a:lnTo>
                  <a:pt x="1491" y="289809"/>
                </a:lnTo>
                <a:lnTo>
                  <a:pt x="11214" y="282446"/>
                </a:lnTo>
                <a:lnTo>
                  <a:pt x="39568" y="270022"/>
                </a:lnTo>
                <a:lnTo>
                  <a:pt x="61595" y="260441"/>
                </a:lnTo>
                <a:lnTo>
                  <a:pt x="77585" y="242381"/>
                </a:lnTo>
                <a:lnTo>
                  <a:pt x="95224" y="215427"/>
                </a:lnTo>
                <a:lnTo>
                  <a:pt x="103880" y="199163"/>
                </a:lnTo>
                <a:lnTo>
                  <a:pt x="112331" y="191833"/>
                </a:lnTo>
                <a:lnTo>
                  <a:pt x="121660" y="180434"/>
                </a:lnTo>
                <a:lnTo>
                  <a:pt x="138083" y="155073"/>
                </a:lnTo>
                <a:lnTo>
                  <a:pt x="156390" y="126935"/>
                </a:lnTo>
                <a:lnTo>
                  <a:pt x="176010" y="96707"/>
                </a:lnTo>
                <a:lnTo>
                  <a:pt x="200124" y="88392"/>
                </a:lnTo>
                <a:lnTo>
                  <a:pt x="233030" y="78941"/>
                </a:lnTo>
                <a:lnTo>
                  <a:pt x="265128" y="52975"/>
                </a:lnTo>
                <a:lnTo>
                  <a:pt x="303160" y="31404"/>
                </a:lnTo>
                <a:lnTo>
                  <a:pt x="364307" y="8610"/>
                </a:lnTo>
                <a:lnTo>
                  <a:pt x="392684" y="3231"/>
                </a:lnTo>
                <a:lnTo>
                  <a:pt x="403507" y="0"/>
                </a:lnTo>
                <a:lnTo>
                  <a:pt x="410156" y="4827"/>
                </a:lnTo>
                <a:lnTo>
                  <a:pt x="416932" y="19074"/>
                </a:lnTo>
                <a:lnTo>
                  <a:pt x="426832" y="31124"/>
                </a:lnTo>
                <a:lnTo>
                  <a:pt x="450030" y="52288"/>
                </a:lnTo>
                <a:lnTo>
                  <a:pt x="459976" y="57541"/>
                </a:lnTo>
                <a:lnTo>
                  <a:pt x="483565" y="88556"/>
                </a:lnTo>
                <a:lnTo>
                  <a:pt x="509147" y="110160"/>
                </a:lnTo>
                <a:lnTo>
                  <a:pt x="538536" y="135061"/>
                </a:lnTo>
                <a:lnTo>
                  <a:pt x="558680" y="147663"/>
                </a:lnTo>
                <a:lnTo>
                  <a:pt x="569025" y="151345"/>
                </a:lnTo>
                <a:lnTo>
                  <a:pt x="576943" y="172826"/>
                </a:lnTo>
                <a:lnTo>
                  <a:pt x="585148" y="188855"/>
                </a:lnTo>
                <a:lnTo>
                  <a:pt x="589579" y="203737"/>
                </a:lnTo>
                <a:lnTo>
                  <a:pt x="588039" y="218034"/>
                </a:lnTo>
                <a:lnTo>
                  <a:pt x="577230" y="252734"/>
                </a:lnTo>
                <a:lnTo>
                  <a:pt x="562060" y="288036"/>
                </a:lnTo>
                <a:lnTo>
                  <a:pt x="550418" y="302529"/>
                </a:lnTo>
                <a:lnTo>
                  <a:pt x="536540" y="311452"/>
                </a:lnTo>
                <a:lnTo>
                  <a:pt x="522795" y="325123"/>
                </a:lnTo>
                <a:lnTo>
                  <a:pt x="516722" y="353671"/>
                </a:lnTo>
                <a:lnTo>
                  <a:pt x="509551" y="387256"/>
                </a:lnTo>
                <a:lnTo>
                  <a:pt x="491838" y="400577"/>
                </a:lnTo>
                <a:lnTo>
                  <a:pt x="478128" y="409249"/>
                </a:lnTo>
                <a:lnTo>
                  <a:pt x="459243" y="419829"/>
                </a:lnTo>
                <a:lnTo>
                  <a:pt x="417734" y="43670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tural Earth 1:50m boundary: Botswana"/>
          <p:cNvSpPr/>
          <p:nvPr/>
        </p:nvSpPr>
        <p:spPr>
          <a:xfrm>
            <a:off x="2683835" y="1983233"/>
            <a:ext cx="2509136" cy="1390242"/>
          </a:xfrm>
          <a:custGeom>
            <a:avLst/>
            <a:gdLst/>
            <a:ahLst/>
            <a:cxnLst/>
            <a:rect l="l" t="t" r="r" b="b"/>
            <a:pathLst>
              <a:path w="2509136" h="1390242">
                <a:moveTo>
                  <a:pt x="2422133" y="34"/>
                </a:moveTo>
                <a:lnTo>
                  <a:pt x="2424502" y="5365"/>
                </a:lnTo>
                <a:lnTo>
                  <a:pt x="2432041" y="13938"/>
                </a:lnTo>
                <a:lnTo>
                  <a:pt x="2441337" y="19468"/>
                </a:lnTo>
                <a:lnTo>
                  <a:pt x="2476051" y="24563"/>
                </a:lnTo>
                <a:lnTo>
                  <a:pt x="2496212" y="47643"/>
                </a:lnTo>
                <a:lnTo>
                  <a:pt x="2509136" y="58462"/>
                </a:lnTo>
                <a:lnTo>
                  <a:pt x="2446262" y="61868"/>
                </a:lnTo>
                <a:lnTo>
                  <a:pt x="2414663" y="79488"/>
                </a:lnTo>
                <a:lnTo>
                  <a:pt x="2395672" y="112291"/>
                </a:lnTo>
                <a:lnTo>
                  <a:pt x="2366758" y="135937"/>
                </a:lnTo>
                <a:lnTo>
                  <a:pt x="2327897" y="150394"/>
                </a:lnTo>
                <a:lnTo>
                  <a:pt x="2286979" y="159944"/>
                </a:lnTo>
                <a:lnTo>
                  <a:pt x="2243939" y="164594"/>
                </a:lnTo>
                <a:lnTo>
                  <a:pt x="2197602" y="192079"/>
                </a:lnTo>
                <a:lnTo>
                  <a:pt x="2148003" y="242385"/>
                </a:lnTo>
                <a:lnTo>
                  <a:pt x="2122643" y="274206"/>
                </a:lnTo>
                <a:lnTo>
                  <a:pt x="2121374" y="287510"/>
                </a:lnTo>
                <a:lnTo>
                  <a:pt x="2110301" y="298797"/>
                </a:lnTo>
                <a:lnTo>
                  <a:pt x="2089430" y="308075"/>
                </a:lnTo>
                <a:lnTo>
                  <a:pt x="2077515" y="319522"/>
                </a:lnTo>
                <a:lnTo>
                  <a:pt x="2074521" y="333153"/>
                </a:lnTo>
                <a:lnTo>
                  <a:pt x="2063393" y="339450"/>
                </a:lnTo>
                <a:lnTo>
                  <a:pt x="2044074" y="338475"/>
                </a:lnTo>
                <a:lnTo>
                  <a:pt x="2030326" y="348194"/>
                </a:lnTo>
                <a:lnTo>
                  <a:pt x="2022127" y="368627"/>
                </a:lnTo>
                <a:lnTo>
                  <a:pt x="2004833" y="380799"/>
                </a:lnTo>
                <a:lnTo>
                  <a:pt x="1978418" y="384640"/>
                </a:lnTo>
                <a:lnTo>
                  <a:pt x="1955503" y="395835"/>
                </a:lnTo>
                <a:lnTo>
                  <a:pt x="1936100" y="414321"/>
                </a:lnTo>
                <a:lnTo>
                  <a:pt x="1921226" y="423617"/>
                </a:lnTo>
                <a:lnTo>
                  <a:pt x="1910869" y="423716"/>
                </a:lnTo>
                <a:lnTo>
                  <a:pt x="1894550" y="438758"/>
                </a:lnTo>
                <a:lnTo>
                  <a:pt x="1867979" y="474581"/>
                </a:lnTo>
                <a:lnTo>
                  <a:pt x="1863402" y="491367"/>
                </a:lnTo>
                <a:lnTo>
                  <a:pt x="1825766" y="627461"/>
                </a:lnTo>
                <a:lnTo>
                  <a:pt x="1806120" y="643310"/>
                </a:lnTo>
                <a:lnTo>
                  <a:pt x="1768108" y="670950"/>
                </a:lnTo>
                <a:lnTo>
                  <a:pt x="1737216" y="704285"/>
                </a:lnTo>
                <a:lnTo>
                  <a:pt x="1723934" y="724009"/>
                </a:lnTo>
                <a:lnTo>
                  <a:pt x="1709529" y="732680"/>
                </a:lnTo>
                <a:lnTo>
                  <a:pt x="1639589" y="748545"/>
                </a:lnTo>
                <a:lnTo>
                  <a:pt x="1613578" y="757181"/>
                </a:lnTo>
                <a:lnTo>
                  <a:pt x="1582131" y="769825"/>
                </a:lnTo>
                <a:lnTo>
                  <a:pt x="1574127" y="781373"/>
                </a:lnTo>
                <a:lnTo>
                  <a:pt x="1566159" y="823492"/>
                </a:lnTo>
                <a:lnTo>
                  <a:pt x="1544232" y="883844"/>
                </a:lnTo>
                <a:lnTo>
                  <a:pt x="1526432" y="928380"/>
                </a:lnTo>
                <a:lnTo>
                  <a:pt x="1514910" y="967142"/>
                </a:lnTo>
                <a:lnTo>
                  <a:pt x="1495067" y="1015268"/>
                </a:lnTo>
                <a:lnTo>
                  <a:pt x="1477943" y="1031389"/>
                </a:lnTo>
                <a:lnTo>
                  <a:pt x="1458533" y="1046112"/>
                </a:lnTo>
                <a:lnTo>
                  <a:pt x="1433203" y="1053331"/>
                </a:lnTo>
                <a:lnTo>
                  <a:pt x="1398712" y="1057924"/>
                </a:lnTo>
                <a:lnTo>
                  <a:pt x="1367327" y="1056514"/>
                </a:lnTo>
                <a:lnTo>
                  <a:pt x="1343039" y="1057232"/>
                </a:lnTo>
                <a:lnTo>
                  <a:pt x="1309388" y="1074288"/>
                </a:lnTo>
                <a:lnTo>
                  <a:pt x="1277969" y="1075457"/>
                </a:lnTo>
                <a:lnTo>
                  <a:pt x="1228043" y="1065779"/>
                </a:lnTo>
                <a:lnTo>
                  <a:pt x="1187598" y="1056412"/>
                </a:lnTo>
                <a:lnTo>
                  <a:pt x="1169511" y="1054520"/>
                </a:lnTo>
                <a:lnTo>
                  <a:pt x="1133589" y="1023236"/>
                </a:lnTo>
                <a:lnTo>
                  <a:pt x="1110600" y="1023956"/>
                </a:lnTo>
                <a:lnTo>
                  <a:pt x="1075509" y="1021715"/>
                </a:lnTo>
                <a:lnTo>
                  <a:pt x="1055753" y="1014670"/>
                </a:lnTo>
                <a:lnTo>
                  <a:pt x="1037330" y="998728"/>
                </a:lnTo>
                <a:lnTo>
                  <a:pt x="997285" y="967442"/>
                </a:lnTo>
                <a:lnTo>
                  <a:pt x="958151" y="942238"/>
                </a:lnTo>
                <a:lnTo>
                  <a:pt x="923520" y="927484"/>
                </a:lnTo>
                <a:lnTo>
                  <a:pt x="891309" y="920819"/>
                </a:lnTo>
                <a:lnTo>
                  <a:pt x="860830" y="927588"/>
                </a:lnTo>
                <a:lnTo>
                  <a:pt x="837163" y="934725"/>
                </a:lnTo>
                <a:lnTo>
                  <a:pt x="827979" y="938258"/>
                </a:lnTo>
                <a:lnTo>
                  <a:pt x="809745" y="951792"/>
                </a:lnTo>
                <a:lnTo>
                  <a:pt x="791288" y="977205"/>
                </a:lnTo>
                <a:lnTo>
                  <a:pt x="776376" y="1016782"/>
                </a:lnTo>
                <a:lnTo>
                  <a:pt x="770850" y="1040947"/>
                </a:lnTo>
                <a:lnTo>
                  <a:pt x="754331" y="1092323"/>
                </a:lnTo>
                <a:lnTo>
                  <a:pt x="732447" y="1154032"/>
                </a:lnTo>
                <a:lnTo>
                  <a:pt x="721761" y="1171875"/>
                </a:lnTo>
                <a:lnTo>
                  <a:pt x="709333" y="1185223"/>
                </a:lnTo>
                <a:lnTo>
                  <a:pt x="689467" y="1197274"/>
                </a:lnTo>
                <a:lnTo>
                  <a:pt x="625067" y="1247366"/>
                </a:lnTo>
                <a:lnTo>
                  <a:pt x="593649" y="1302951"/>
                </a:lnTo>
                <a:lnTo>
                  <a:pt x="573426" y="1319403"/>
                </a:lnTo>
                <a:lnTo>
                  <a:pt x="548793" y="1327498"/>
                </a:lnTo>
                <a:lnTo>
                  <a:pt x="527973" y="1332740"/>
                </a:lnTo>
                <a:lnTo>
                  <a:pt x="516645" y="1342140"/>
                </a:lnTo>
                <a:lnTo>
                  <a:pt x="504455" y="1370219"/>
                </a:lnTo>
                <a:lnTo>
                  <a:pt x="493568" y="1380288"/>
                </a:lnTo>
                <a:lnTo>
                  <a:pt x="481223" y="1384437"/>
                </a:lnTo>
                <a:lnTo>
                  <a:pt x="443896" y="1382192"/>
                </a:lnTo>
                <a:lnTo>
                  <a:pt x="431897" y="1379713"/>
                </a:lnTo>
                <a:lnTo>
                  <a:pt x="333407" y="1388196"/>
                </a:lnTo>
                <a:lnTo>
                  <a:pt x="303046" y="1380402"/>
                </a:lnTo>
                <a:lnTo>
                  <a:pt x="281602" y="1377598"/>
                </a:lnTo>
                <a:lnTo>
                  <a:pt x="248322" y="1390242"/>
                </a:lnTo>
                <a:lnTo>
                  <a:pt x="233990" y="1383186"/>
                </a:lnTo>
                <a:lnTo>
                  <a:pt x="221973" y="1360586"/>
                </a:lnTo>
                <a:lnTo>
                  <a:pt x="214834" y="1314558"/>
                </a:lnTo>
                <a:lnTo>
                  <a:pt x="215229" y="1275236"/>
                </a:lnTo>
                <a:lnTo>
                  <a:pt x="232540" y="1244864"/>
                </a:lnTo>
                <a:lnTo>
                  <a:pt x="247077" y="1222557"/>
                </a:lnTo>
                <a:lnTo>
                  <a:pt x="261115" y="1193609"/>
                </a:lnTo>
                <a:lnTo>
                  <a:pt x="262665" y="1180839"/>
                </a:lnTo>
                <a:lnTo>
                  <a:pt x="259283" y="1169471"/>
                </a:lnTo>
                <a:lnTo>
                  <a:pt x="255507" y="1146213"/>
                </a:lnTo>
                <a:lnTo>
                  <a:pt x="253101" y="1122377"/>
                </a:lnTo>
                <a:lnTo>
                  <a:pt x="230006" y="1070864"/>
                </a:lnTo>
                <a:lnTo>
                  <a:pt x="201326" y="1002483"/>
                </a:lnTo>
                <a:lnTo>
                  <a:pt x="163246" y="926464"/>
                </a:lnTo>
                <a:lnTo>
                  <a:pt x="151435" y="905619"/>
                </a:lnTo>
                <a:lnTo>
                  <a:pt x="127968" y="872896"/>
                </a:lnTo>
                <a:lnTo>
                  <a:pt x="42964" y="812324"/>
                </a:lnTo>
                <a:lnTo>
                  <a:pt x="30053" y="804167"/>
                </a:lnTo>
                <a:lnTo>
                  <a:pt x="29782" y="797064"/>
                </a:lnTo>
                <a:lnTo>
                  <a:pt x="27350" y="735157"/>
                </a:lnTo>
                <a:lnTo>
                  <a:pt x="24172" y="653068"/>
                </a:lnTo>
                <a:lnTo>
                  <a:pt x="21017" y="571019"/>
                </a:lnTo>
                <a:lnTo>
                  <a:pt x="17887" y="488980"/>
                </a:lnTo>
                <a:lnTo>
                  <a:pt x="14755" y="406954"/>
                </a:lnTo>
                <a:lnTo>
                  <a:pt x="11646" y="324939"/>
                </a:lnTo>
                <a:lnTo>
                  <a:pt x="8587" y="242936"/>
                </a:lnTo>
                <a:lnTo>
                  <a:pt x="5552" y="160946"/>
                </a:lnTo>
                <a:lnTo>
                  <a:pt x="2540" y="78941"/>
                </a:lnTo>
                <a:lnTo>
                  <a:pt x="0" y="9628"/>
                </a:lnTo>
                <a:lnTo>
                  <a:pt x="60929" y="7246"/>
                </a:lnTo>
                <a:lnTo>
                  <a:pt x="136326" y="4451"/>
                </a:lnTo>
                <a:lnTo>
                  <a:pt x="225934" y="1351"/>
                </a:lnTo>
                <a:lnTo>
                  <a:pt x="265562" y="56"/>
                </a:lnTo>
                <a:lnTo>
                  <a:pt x="26557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841942" y="5645431"/>
            <a:ext cx="3448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838512" y="5573809"/>
            <a:ext cx="343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835100" y="5502182"/>
            <a:ext cx="3412" cy="716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831705" y="5430550"/>
            <a:ext cx="3395" cy="716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28329" y="5358913"/>
            <a:ext cx="3376" cy="716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824970" y="5287272"/>
            <a:ext cx="3359" cy="71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821629" y="5215626"/>
            <a:ext cx="3341" cy="716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818306" y="5143976"/>
            <a:ext cx="3323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815000" y="5072323"/>
            <a:ext cx="3306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811713" y="5000667"/>
            <a:ext cx="3287" cy="7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808443" y="4929008"/>
            <a:ext cx="3270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805191" y="4857346"/>
            <a:ext cx="3252" cy="716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801957" y="4785682"/>
            <a:ext cx="3234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798741" y="4714016"/>
            <a:ext cx="3216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795542" y="4642349"/>
            <a:ext cx="3199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792362" y="4570680"/>
            <a:ext cx="318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789199" y="4499010"/>
            <a:ext cx="3163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786055" y="4427340"/>
            <a:ext cx="3144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782928" y="4355670"/>
            <a:ext cx="3127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779819" y="4284000"/>
            <a:ext cx="3109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776729" y="4212330"/>
            <a:ext cx="3090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773656" y="4140661"/>
            <a:ext cx="3073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770601" y="4068993"/>
            <a:ext cx="3055" cy="716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767564" y="3997327"/>
            <a:ext cx="303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2764545" y="3925662"/>
            <a:ext cx="3019" cy="7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761544" y="3853999"/>
            <a:ext cx="3001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758562" y="3782339"/>
            <a:ext cx="2982" cy="716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755597" y="3710681"/>
            <a:ext cx="2965" cy="716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2752650" y="3639027"/>
            <a:ext cx="2947" cy="7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749721" y="3567376"/>
            <a:ext cx="2929" cy="716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746811" y="3495728"/>
            <a:ext cx="2910" cy="716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743918" y="3424085"/>
            <a:ext cx="2893" cy="716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741044" y="3352446"/>
            <a:ext cx="2874" cy="716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738187" y="3280811"/>
            <a:ext cx="2857" cy="716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735349" y="3209182"/>
            <a:ext cx="2838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732529" y="3137558"/>
            <a:ext cx="2820" cy="716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729727" y="3065940"/>
            <a:ext cx="2802" cy="716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2726944" y="2994327"/>
            <a:ext cx="2783" cy="716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2724178" y="2922721"/>
            <a:ext cx="2766" cy="716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721431" y="2851122"/>
            <a:ext cx="2747" cy="71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718701" y="2779529"/>
            <a:ext cx="2730" cy="715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2715991" y="2707944"/>
            <a:ext cx="2710" cy="71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2713298" y="2636366"/>
            <a:ext cx="2693" cy="715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710623" y="2564797"/>
            <a:ext cx="2675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707967" y="2493235"/>
            <a:ext cx="2656" cy="715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705329" y="2421683"/>
            <a:ext cx="2638" cy="71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2702710" y="2350139"/>
            <a:ext cx="2619" cy="715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700108" y="2278604"/>
            <a:ext cx="2602" cy="715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697525" y="2207079"/>
            <a:ext cx="2583" cy="715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694960" y="2135563"/>
            <a:ext cx="2565" cy="715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2692414" y="2064058"/>
            <a:ext cx="2546" cy="715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2689886" y="1992564"/>
            <a:ext cx="2528" cy="714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027153" y="5619338"/>
            <a:ext cx="0" cy="71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027153" y="5547691"/>
            <a:ext cx="0" cy="716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027153" y="5476038"/>
            <a:ext cx="0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027153" y="5404381"/>
            <a:ext cx="0" cy="716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027153" y="5332720"/>
            <a:ext cx="0" cy="71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027153" y="5261056"/>
            <a:ext cx="0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027153" y="5189387"/>
            <a:ext cx="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027153" y="5117716"/>
            <a:ext cx="0" cy="716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027153" y="5046041"/>
            <a:ext cx="0" cy="71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027153" y="4974364"/>
            <a:ext cx="0" cy="716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027153" y="4902685"/>
            <a:ext cx="0" cy="716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027153" y="4831004"/>
            <a:ext cx="0" cy="716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027153" y="4759321"/>
            <a:ext cx="0" cy="716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027153" y="4687637"/>
            <a:ext cx="0" cy="716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027153" y="4615952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027153" y="4544266"/>
            <a:ext cx="0" cy="716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027153" y="4472581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27153" y="4400895"/>
            <a:ext cx="0" cy="716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027153" y="4329210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027153" y="4257525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027153" y="4185842"/>
            <a:ext cx="0" cy="716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027153" y="4114160"/>
            <a:ext cx="0" cy="716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027153" y="4042480"/>
            <a:ext cx="0" cy="716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027153" y="3970801"/>
            <a:ext cx="0" cy="716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027153" y="3899125"/>
            <a:ext cx="0" cy="716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027153" y="3827452"/>
            <a:ext cx="0" cy="716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027153" y="3755782"/>
            <a:ext cx="0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027153" y="3684115"/>
            <a:ext cx="0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027153" y="3612452"/>
            <a:ext cx="0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027153" y="3540793"/>
            <a:ext cx="0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027153" y="3469138"/>
            <a:ext cx="0" cy="716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027153" y="3397488"/>
            <a:ext cx="0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027153" y="3325843"/>
            <a:ext cx="0" cy="716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027153" y="3254203"/>
            <a:ext cx="0" cy="716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027153" y="3182569"/>
            <a:ext cx="0" cy="716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027153" y="3110940"/>
            <a:ext cx="0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027153" y="3039318"/>
            <a:ext cx="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027153" y="2967703"/>
            <a:ext cx="0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027153" y="2896094"/>
            <a:ext cx="0" cy="716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027153" y="2824493"/>
            <a:ext cx="0" cy="7160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027153" y="2752899"/>
            <a:ext cx="0" cy="715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027153" y="2681313"/>
            <a:ext cx="0" cy="71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027153" y="2609736"/>
            <a:ext cx="0" cy="715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027153" y="2538167"/>
            <a:ext cx="0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027153" y="2466606"/>
            <a:ext cx="0" cy="715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027153" y="2395055"/>
            <a:ext cx="0" cy="715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027153" y="2323514"/>
            <a:ext cx="0" cy="71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4027153" y="2251982"/>
            <a:ext cx="0" cy="7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027153" y="2180460"/>
            <a:ext cx="0" cy="715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4027153" y="2108949"/>
            <a:ext cx="0" cy="715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027153" y="2037449"/>
            <a:ext cx="0" cy="715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027153" y="1965960"/>
            <a:ext cx="0" cy="714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08916" y="5645431"/>
            <a:ext cx="3447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212363" y="5573809"/>
            <a:ext cx="343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215793" y="5502182"/>
            <a:ext cx="3412" cy="716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219205" y="5430550"/>
            <a:ext cx="3395" cy="716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222600" y="5358913"/>
            <a:ext cx="3376" cy="716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225976" y="5287272"/>
            <a:ext cx="3359" cy="71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229335" y="5215626"/>
            <a:ext cx="3341" cy="716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232676" y="5143976"/>
            <a:ext cx="3324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5236000" y="5072323"/>
            <a:ext cx="3305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5239305" y="5000667"/>
            <a:ext cx="3288" cy="7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5242593" y="4929008"/>
            <a:ext cx="3269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5245862" y="4857346"/>
            <a:ext cx="3252" cy="716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5249114" y="4785682"/>
            <a:ext cx="3234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252348" y="4714016"/>
            <a:ext cx="321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5255565" y="4642349"/>
            <a:ext cx="3198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258763" y="4570680"/>
            <a:ext cx="318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261943" y="4499010"/>
            <a:ext cx="3163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5265106" y="4427340"/>
            <a:ext cx="3144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268250" y="4355670"/>
            <a:ext cx="3127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271377" y="4284000"/>
            <a:ext cx="3109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5274486" y="4212330"/>
            <a:ext cx="3091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277577" y="4140661"/>
            <a:ext cx="3072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280649" y="4068993"/>
            <a:ext cx="3055" cy="716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283704" y="3997327"/>
            <a:ext cx="303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286741" y="3925662"/>
            <a:ext cx="3019" cy="7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5289760" y="3853999"/>
            <a:ext cx="3001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5292761" y="3782339"/>
            <a:ext cx="2983" cy="716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5295744" y="3710681"/>
            <a:ext cx="2965" cy="716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298709" y="3639027"/>
            <a:ext cx="2946" cy="7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301655" y="3567376"/>
            <a:ext cx="2929" cy="716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304584" y="3495728"/>
            <a:ext cx="2911" cy="716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307495" y="3424085"/>
            <a:ext cx="2892" cy="716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310387" y="3352446"/>
            <a:ext cx="2875" cy="716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313262" y="3280811"/>
            <a:ext cx="2856" cy="716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316118" y="3209182"/>
            <a:ext cx="2838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318956" y="3137558"/>
            <a:ext cx="2820" cy="716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5321776" y="3065940"/>
            <a:ext cx="2802" cy="716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324578" y="2994327"/>
            <a:ext cx="2784" cy="716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5327362" y="2922721"/>
            <a:ext cx="2765" cy="716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5330127" y="2851122"/>
            <a:ext cx="2748" cy="71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5332875" y="2779529"/>
            <a:ext cx="2729" cy="715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5335604" y="2707944"/>
            <a:ext cx="2711" cy="71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5338315" y="2636366"/>
            <a:ext cx="2693" cy="715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341008" y="2564797"/>
            <a:ext cx="2674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343682" y="2493235"/>
            <a:ext cx="2656" cy="715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346338" y="2421683"/>
            <a:ext cx="2638" cy="71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348976" y="2350139"/>
            <a:ext cx="2620" cy="715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51596" y="2278604"/>
            <a:ext cx="2601" cy="715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354197" y="2207079"/>
            <a:ext cx="2583" cy="715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356780" y="2135563"/>
            <a:ext cx="2565" cy="715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359345" y="2064058"/>
            <a:ext cx="2546" cy="715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361891" y="1992564"/>
            <a:ext cx="2528" cy="714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679554" y="2906062"/>
            <a:ext cx="65003" cy="4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744557" y="2901466"/>
            <a:ext cx="65020" cy="4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809577" y="2897003"/>
            <a:ext cx="65038" cy="4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874615" y="2892674"/>
            <a:ext cx="65054" cy="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939669" y="2888478"/>
            <a:ext cx="65071" cy="4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004740" y="2884416"/>
            <a:ext cx="65085" cy="4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069825" y="2880487"/>
            <a:ext cx="65101" cy="39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134926" y="2876691"/>
            <a:ext cx="65116" cy="37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200042" y="2873028"/>
            <a:ext cx="65130" cy="3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265172" y="2869499"/>
            <a:ext cx="65143" cy="35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330315" y="2866103"/>
            <a:ext cx="65156" cy="33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395471" y="2862840"/>
            <a:ext cx="65169" cy="32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460640" y="2859711"/>
            <a:ext cx="65181" cy="31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525821" y="2856714"/>
            <a:ext cx="65192" cy="29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591013" y="2853851"/>
            <a:ext cx="65204" cy="28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656217" y="2851122"/>
            <a:ext cx="65214" cy="2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721431" y="2848525"/>
            <a:ext cx="65224" cy="25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786655" y="2846062"/>
            <a:ext cx="65233" cy="2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851888" y="2843732"/>
            <a:ext cx="65243" cy="23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917131" y="2841535"/>
            <a:ext cx="65251" cy="21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982382" y="2839471"/>
            <a:ext cx="65259" cy="20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047641" y="2837540"/>
            <a:ext cx="65267" cy="19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3112908" y="2835743"/>
            <a:ext cx="65274" cy="17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178182" y="2834079"/>
            <a:ext cx="65280" cy="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243462" y="2832548"/>
            <a:ext cx="65287" cy="15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308749" y="2831150"/>
            <a:ext cx="65292" cy="13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374041" y="2829885"/>
            <a:ext cx="65296" cy="1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439337" y="2828753"/>
            <a:ext cx="65302" cy="11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504639" y="2827755"/>
            <a:ext cx="65305" cy="9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569944" y="2826889"/>
            <a:ext cx="65309" cy="8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635253" y="2826157"/>
            <a:ext cx="65312" cy="7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700565" y="2825558"/>
            <a:ext cx="65315" cy="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765880" y="2825092"/>
            <a:ext cx="65316" cy="4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831196" y="2824759"/>
            <a:ext cx="65318" cy="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896514" y="2824560"/>
            <a:ext cx="65319" cy="1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961833" y="2824493"/>
            <a:ext cx="65320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027153" y="2824493"/>
            <a:ext cx="65319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092472" y="2824560"/>
            <a:ext cx="65319" cy="1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157791" y="2824759"/>
            <a:ext cx="65318" cy="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223109" y="2825092"/>
            <a:ext cx="65317" cy="4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4288426" y="2825558"/>
            <a:ext cx="65314" cy="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353740" y="2826157"/>
            <a:ext cx="65312" cy="7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419052" y="2826889"/>
            <a:ext cx="65309" cy="8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4484361" y="2827755"/>
            <a:ext cx="65305" cy="9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549666" y="2828753"/>
            <a:ext cx="65302" cy="11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614968" y="2829885"/>
            <a:ext cx="65297" cy="1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4680265" y="2831150"/>
            <a:ext cx="65292" cy="13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745557" y="2832548"/>
            <a:ext cx="65286" cy="15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810843" y="2834079"/>
            <a:ext cx="65280" cy="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876123" y="2835743"/>
            <a:ext cx="65274" cy="17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941397" y="2837540"/>
            <a:ext cx="65267" cy="19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006664" y="2839471"/>
            <a:ext cx="65259" cy="20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071923" y="2841535"/>
            <a:ext cx="65251" cy="21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5137174" y="2843732"/>
            <a:ext cx="65243" cy="23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202417" y="2846062"/>
            <a:ext cx="65234" cy="2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267651" y="2848525"/>
            <a:ext cx="65224" cy="25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332875" y="2851122"/>
            <a:ext cx="65214" cy="2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5398089" y="2853851"/>
            <a:ext cx="65203" cy="28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463292" y="2856714"/>
            <a:ext cx="65193" cy="29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528485" y="2859711"/>
            <a:ext cx="65180" cy="31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593665" y="2862840"/>
            <a:ext cx="65169" cy="32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658834" y="2866103"/>
            <a:ext cx="65157" cy="33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5723991" y="2869499"/>
            <a:ext cx="65143" cy="35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5789134" y="2873028"/>
            <a:ext cx="65129" cy="3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5854263" y="2876691"/>
            <a:ext cx="65116" cy="37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919379" y="2880487"/>
            <a:ext cx="65101" cy="39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984480" y="2884416"/>
            <a:ext cx="65086" cy="4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049566" y="2888478"/>
            <a:ext cx="65070" cy="4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6114636" y="2892674"/>
            <a:ext cx="65054" cy="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6179690" y="2897003"/>
            <a:ext cx="65038" cy="4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244728" y="2901466"/>
            <a:ext cx="65020" cy="4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784706" y="4338619"/>
            <a:ext cx="62078" cy="470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846784" y="4334050"/>
            <a:ext cx="62096" cy="4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908880" y="4329613"/>
            <a:ext cx="62113" cy="44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970993" y="4325310"/>
            <a:ext cx="62130" cy="43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2033123" y="4321138"/>
            <a:ext cx="62147" cy="41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2095270" y="4317100"/>
            <a:ext cx="62163" cy="4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2157433" y="4313194"/>
            <a:ext cx="62178" cy="39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2219611" y="4309420"/>
            <a:ext cx="62193" cy="37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2281804" y="4305779"/>
            <a:ext cx="62207" cy="3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2344011" y="4302270"/>
            <a:ext cx="62221" cy="35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2406232" y="4298894"/>
            <a:ext cx="62234" cy="33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2468466" y="4295650"/>
            <a:ext cx="62247" cy="3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2530713" y="4292539"/>
            <a:ext cx="62260" cy="31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2592973" y="4289560"/>
            <a:ext cx="6227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2655244" y="4286714"/>
            <a:ext cx="62282" cy="2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717526" y="4284000"/>
            <a:ext cx="62293" cy="27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779819" y="4281418"/>
            <a:ext cx="62304" cy="25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2842123" y="4278969"/>
            <a:ext cx="62313" cy="24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2904436" y="4276653"/>
            <a:ext cx="62322" cy="2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966758" y="4274469"/>
            <a:ext cx="62332" cy="21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3029090" y="4272417"/>
            <a:ext cx="62339" cy="20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3091429" y="4270497"/>
            <a:ext cx="62347" cy="19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3153776" y="4268710"/>
            <a:ext cx="62354" cy="17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3216130" y="4267056"/>
            <a:ext cx="62361" cy="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3278491" y="4265533"/>
            <a:ext cx="62367" cy="15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3340858" y="4264144"/>
            <a:ext cx="62372" cy="13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3403230" y="4262886"/>
            <a:ext cx="62378" cy="1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3465608" y="4261761"/>
            <a:ext cx="62382" cy="1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3527990" y="4260768"/>
            <a:ext cx="62386" cy="9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3590376" y="4259908"/>
            <a:ext cx="62390" cy="8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3652766" y="4259180"/>
            <a:ext cx="62393" cy="7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715159" y="4258584"/>
            <a:ext cx="62396" cy="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777555" y="4258121"/>
            <a:ext cx="62398" cy="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839953" y="4257790"/>
            <a:ext cx="62399" cy="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3902352" y="4257592"/>
            <a:ext cx="62400" cy="1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964752" y="4257525"/>
            <a:ext cx="62401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027153" y="4257525"/>
            <a:ext cx="62400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089553" y="4257592"/>
            <a:ext cx="62401" cy="1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151954" y="4257790"/>
            <a:ext cx="62399" cy="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214353" y="4258121"/>
            <a:ext cx="62397" cy="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276750" y="4258584"/>
            <a:ext cx="62396" cy="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339146" y="4259180"/>
            <a:ext cx="62393" cy="7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401539" y="4259908"/>
            <a:ext cx="62390" cy="8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463929" y="4260768"/>
            <a:ext cx="62386" cy="9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4526315" y="4261761"/>
            <a:ext cx="62382" cy="1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588697" y="4262886"/>
            <a:ext cx="62378" cy="1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651075" y="4264144"/>
            <a:ext cx="62373" cy="13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4713448" y="4265533"/>
            <a:ext cx="62367" cy="15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4775815" y="4267056"/>
            <a:ext cx="62360" cy="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4838175" y="4268710"/>
            <a:ext cx="62355" cy="17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4900530" y="4270497"/>
            <a:ext cx="62346" cy="19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4962876" y="4272417"/>
            <a:ext cx="62340" cy="20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5025216" y="4274469"/>
            <a:ext cx="62331" cy="21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5087547" y="4276653"/>
            <a:ext cx="62322" cy="2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5149869" y="4278969"/>
            <a:ext cx="62313" cy="24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5212182" y="4281418"/>
            <a:ext cx="62304" cy="25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5274486" y="4284000"/>
            <a:ext cx="62293" cy="27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5336779" y="4286714"/>
            <a:ext cx="62283" cy="2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399062" y="4289560"/>
            <a:ext cx="6227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5461333" y="4292539"/>
            <a:ext cx="62259" cy="31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523592" y="4295650"/>
            <a:ext cx="62247" cy="3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5585839" y="4298894"/>
            <a:ext cx="62235" cy="33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5648074" y="4302270"/>
            <a:ext cx="62221" cy="35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5710295" y="4305779"/>
            <a:ext cx="62207" cy="3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772502" y="4309420"/>
            <a:ext cx="62193" cy="37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5834695" y="4313194"/>
            <a:ext cx="62178" cy="39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5896873" y="4317100"/>
            <a:ext cx="62162" cy="4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5959035" y="4321138"/>
            <a:ext cx="62147" cy="41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6021182" y="4325310"/>
            <a:ext cx="62130" cy="43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6083312" y="4329613"/>
            <a:ext cx="62114" cy="44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6145426" y="4334050"/>
            <a:ext cx="62096" cy="4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902764" y="5770819"/>
            <a:ext cx="58796" cy="46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961560" y="5766321"/>
            <a:ext cx="58815" cy="4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2020375" y="5761953"/>
            <a:ext cx="58832" cy="43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2079207" y="5757716"/>
            <a:ext cx="58849" cy="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2138056" y="5753610"/>
            <a:ext cx="58865" cy="41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2196921" y="5749634"/>
            <a:ext cx="58882" cy="39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2255803" y="5745788"/>
            <a:ext cx="58897" cy="3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2314700" y="5742073"/>
            <a:ext cx="58913" cy="37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2373613" y="5738488"/>
            <a:ext cx="58926" cy="3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2432539" y="5735034"/>
            <a:ext cx="58941" cy="3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2491480" y="5731710"/>
            <a:ext cx="58954" cy="3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2550434" y="5728516"/>
            <a:ext cx="58968" cy="31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2609402" y="5725453"/>
            <a:ext cx="58979" cy="30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2668381" y="5722521"/>
            <a:ext cx="58992" cy="29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2727373" y="5719718"/>
            <a:ext cx="59003" cy="28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2786376" y="5717046"/>
            <a:ext cx="59014" cy="26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2845390" y="5714505"/>
            <a:ext cx="59024" cy="2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2904414" y="5712093"/>
            <a:ext cx="59034" cy="241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2963448" y="5709813"/>
            <a:ext cx="59043" cy="22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3022491" y="5707662"/>
            <a:ext cx="59052" cy="2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3081543" y="5705642"/>
            <a:ext cx="59061" cy="20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3140604" y="5703752"/>
            <a:ext cx="59068" cy="18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3199672" y="5701993"/>
            <a:ext cx="59076" cy="17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3258748" y="5700363"/>
            <a:ext cx="59082" cy="16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3317830" y="5698865"/>
            <a:ext cx="59088" cy="1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3376918" y="5697496"/>
            <a:ext cx="59094" cy="13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3436012" y="5696258"/>
            <a:ext cx="59100" cy="12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3495112" y="5695150"/>
            <a:ext cx="59104" cy="110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3554216" y="5694173"/>
            <a:ext cx="59108" cy="9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3613324" y="5693326"/>
            <a:ext cx="59111" cy="8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3672435" y="5692609"/>
            <a:ext cx="59115" cy="7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3731550" y="5692023"/>
            <a:ext cx="59118" cy="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3790668" y="5691567"/>
            <a:ext cx="59119" cy="4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3849787" y="5691241"/>
            <a:ext cx="59121" cy="3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3908908" y="5691045"/>
            <a:ext cx="59122" cy="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3968030" y="5690980"/>
            <a:ext cx="59123" cy="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027153" y="5690980"/>
            <a:ext cx="59122" cy="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086275" y="5691045"/>
            <a:ext cx="59122" cy="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145397" y="5691241"/>
            <a:ext cx="59121" cy="3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204518" y="5691567"/>
            <a:ext cx="59120" cy="4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263638" y="5692023"/>
            <a:ext cx="59117" cy="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322755" y="5692609"/>
            <a:ext cx="59115" cy="7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381870" y="5693326"/>
            <a:ext cx="59112" cy="8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440982" y="5694173"/>
            <a:ext cx="59108" cy="9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4500090" y="5695150"/>
            <a:ext cx="59104" cy="110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559194" y="5696258"/>
            <a:ext cx="59099" cy="12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4618293" y="5697496"/>
            <a:ext cx="59094" cy="13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4677387" y="5698865"/>
            <a:ext cx="59089" cy="1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736476" y="5700363"/>
            <a:ext cx="59082" cy="16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795558" y="5701993"/>
            <a:ext cx="59075" cy="17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854633" y="5703752"/>
            <a:ext cx="59068" cy="18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4913701" y="5705642"/>
            <a:ext cx="59061" cy="20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972762" y="5707662"/>
            <a:ext cx="59052" cy="2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5031814" y="5709813"/>
            <a:ext cx="59043" cy="22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5090857" y="5712093"/>
            <a:ext cx="59034" cy="241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149891" y="5714505"/>
            <a:ext cx="59025" cy="2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208916" y="5717046"/>
            <a:ext cx="59014" cy="26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267930" y="5719718"/>
            <a:ext cx="59002" cy="28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5326932" y="5722521"/>
            <a:ext cx="58992" cy="29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385924" y="5725453"/>
            <a:ext cx="58980" cy="30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5444904" y="5728516"/>
            <a:ext cx="58967" cy="31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5503871" y="5731710"/>
            <a:ext cx="58954" cy="3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5562825" y="5735034"/>
            <a:ext cx="58941" cy="3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5621766" y="5738488"/>
            <a:ext cx="58927" cy="3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5680693" y="5742073"/>
            <a:ext cx="58912" cy="37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5739605" y="5745788"/>
            <a:ext cx="58897" cy="3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5798502" y="5749634"/>
            <a:ext cx="58882" cy="39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5857384" y="5753610"/>
            <a:ext cx="58866" cy="41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5916250" y="5757716"/>
            <a:ext cx="58849" cy="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5975099" y="5761953"/>
            <a:ext cx="58832" cy="43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033931" y="5766321"/>
            <a:ext cx="58814" cy="4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 flipV="1">
            <a:off x="1912214" y="2434613"/>
            <a:ext cx="10156" cy="17173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/>
          <p:cNvSpPr txBox="1"/>
          <p:nvPr/>
        </p:nvSpPr>
        <p:spPr>
          <a:xfrm>
            <a:off x="1839062" y="2224301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389" name="Connector 388"/>
          <p:cNvCxnSpPr/>
          <p:nvPr/>
        </p:nvCxnSpPr>
        <p:spPr>
          <a:xfrm flipH="1">
            <a:off x="1875638" y="2434613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912214" y="2434613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640080" y="5751576"/>
            <a:ext cx="1293393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640080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286776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933473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/>
          <p:cNvSpPr txBox="1"/>
          <p:nvPr/>
        </p:nvSpPr>
        <p:spPr>
          <a:xfrm>
            <a:off x="621792" y="5541264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787169" y="5541264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397" name="Connector 396"/>
          <p:cNvCxnSpPr/>
          <p:nvPr/>
        </p:nvCxnSpPr>
        <p:spPr>
          <a:xfrm flipV="1">
            <a:off x="2455393" y="5336339"/>
            <a:ext cx="239749" cy="874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2695142" y="4937521"/>
            <a:ext cx="742533" cy="39881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437675" y="4463989"/>
            <a:ext cx="614258" cy="47353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4051933" y="4006760"/>
            <a:ext cx="279843" cy="457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4331776" y="3589074"/>
            <a:ext cx="264570" cy="4176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4596346" y="3178145"/>
            <a:ext cx="219409" cy="4109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4815755" y="3050154"/>
            <a:ext cx="39409" cy="12799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855164" y="2530634"/>
            <a:ext cx="344771" cy="51952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5199935" y="2058232"/>
            <a:ext cx="159492" cy="4724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2455393" y="5423784"/>
            <a:ext cx="479389" cy="1105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2934782" y="5434839"/>
            <a:ext cx="409706" cy="296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3344488" y="5399670"/>
            <a:ext cx="74843" cy="6486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3419331" y="5399670"/>
            <a:ext cx="218126" cy="2182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3637457" y="5393331"/>
            <a:ext cx="540476" cy="2816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4177933" y="5290600"/>
            <a:ext cx="303412" cy="1027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4481345" y="5135210"/>
            <a:ext cx="249390" cy="155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4730735" y="4728516"/>
            <a:ext cx="224445" cy="4066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4955180" y="4435895"/>
            <a:ext cx="168680" cy="2926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123860" y="4435895"/>
            <a:ext cx="252659" cy="652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5376519" y="4261634"/>
            <a:ext cx="156336" cy="2394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5532855" y="3949666"/>
            <a:ext cx="235847" cy="3119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5768702" y="3585351"/>
            <a:ext cx="64278" cy="3643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 flipV="1">
            <a:off x="5561553" y="3435534"/>
            <a:ext cx="271427" cy="1498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 flipV="1">
            <a:off x="5310627" y="3289195"/>
            <a:ext cx="250926" cy="1463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4815755" y="3178145"/>
            <a:ext cx="77831" cy="880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4893586" y="3266218"/>
            <a:ext cx="182485" cy="2551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H="1">
            <a:off x="5074892" y="3521408"/>
            <a:ext cx="1179" cy="2610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5074892" y="3782500"/>
            <a:ext cx="154162" cy="2698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5229054" y="4052377"/>
            <a:ext cx="147926" cy="1212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5376980" y="4173624"/>
            <a:ext cx="155875" cy="8801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4212221" y="2905224"/>
            <a:ext cx="396819" cy="1165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4609040" y="3021743"/>
            <a:ext cx="246124" cy="284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4855164" y="3050154"/>
            <a:ext cx="268636" cy="42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5123800" y="2997068"/>
            <a:ext cx="455859" cy="9568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5579659" y="2997068"/>
            <a:ext cx="262626" cy="53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4331776" y="4006760"/>
            <a:ext cx="119093" cy="46031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4450869" y="4467070"/>
            <a:ext cx="36450" cy="3389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4487319" y="4806056"/>
            <a:ext cx="127917" cy="19453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4615236" y="5000594"/>
            <a:ext cx="115499" cy="1346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455393" y="5291217"/>
            <a:ext cx="56844" cy="13256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2512237" y="5038414"/>
            <a:ext cx="50897" cy="25280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2491437" y="4760517"/>
            <a:ext cx="71697" cy="2778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2246144" y="4216629"/>
            <a:ext cx="245293" cy="5438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2165082" y="3962676"/>
            <a:ext cx="81062" cy="2539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 flipV="1">
            <a:off x="4168101" y="4997655"/>
            <a:ext cx="7840" cy="326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 flipV="1">
            <a:off x="4029611" y="4684770"/>
            <a:ext cx="138490" cy="312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 flipV="1">
            <a:off x="3797613" y="4269891"/>
            <a:ext cx="231998" cy="4148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 flipV="1">
            <a:off x="3463719" y="4165401"/>
            <a:ext cx="333894" cy="1044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 flipV="1">
            <a:off x="2821778" y="3840046"/>
            <a:ext cx="641941" cy="32535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 flipV="1">
            <a:off x="2724655" y="3069018"/>
            <a:ext cx="97123" cy="77102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H="1" flipV="1">
            <a:off x="3354342" y="5295074"/>
            <a:ext cx="64989" cy="1045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3354342" y="4937521"/>
            <a:ext cx="83333" cy="3575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3437675" y="4811672"/>
            <a:ext cx="136749" cy="1258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574424" y="4269891"/>
            <a:ext cx="223189" cy="54178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797613" y="3893448"/>
            <a:ext cx="171417" cy="37644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3969030" y="3584171"/>
            <a:ext cx="211284" cy="3092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4180314" y="3360333"/>
            <a:ext cx="276178" cy="22383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4456492" y="3319073"/>
            <a:ext cx="111252" cy="4126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567744" y="3178145"/>
            <a:ext cx="248011" cy="14092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4815755" y="3092748"/>
            <a:ext cx="308045" cy="853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2246144" y="4041459"/>
            <a:ext cx="369717" cy="1751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2615861" y="3840046"/>
            <a:ext cx="205917" cy="2014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2821778" y="3531949"/>
            <a:ext cx="803923" cy="3080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3625701" y="3386102"/>
            <a:ext cx="332096" cy="1458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3957797" y="3208495"/>
            <a:ext cx="503298" cy="17760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4461095" y="3147818"/>
            <a:ext cx="285501" cy="606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4746596" y="3081666"/>
            <a:ext cx="107783" cy="6615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4815755" y="3178145"/>
            <a:ext cx="100402" cy="1702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916157" y="3195165"/>
            <a:ext cx="168408" cy="6833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084565" y="3263498"/>
            <a:ext cx="226062" cy="256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310627" y="3289195"/>
            <a:ext cx="211508" cy="553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3969030" y="3715672"/>
            <a:ext cx="19995" cy="17777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H="1" flipV="1">
            <a:off x="3957797" y="3386102"/>
            <a:ext cx="31228" cy="3295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3957797" y="3068402"/>
            <a:ext cx="235368" cy="31770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 flipV="1">
            <a:off x="4175729" y="2905033"/>
            <a:ext cx="17436" cy="1633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 flipV="1">
            <a:off x="4901781" y="3249242"/>
            <a:ext cx="631074" cy="101239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>
            <a:off x="4760102" y="3249242"/>
            <a:ext cx="141679" cy="10243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453959" y="3351679"/>
            <a:ext cx="306143" cy="5753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4901781" y="3249242"/>
            <a:ext cx="200065" cy="37795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 flipV="1">
            <a:off x="5057152" y="3150725"/>
            <a:ext cx="44694" cy="1363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 flipV="1">
            <a:off x="4889189" y="3039596"/>
            <a:ext cx="167963" cy="11112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 flipV="1">
            <a:off x="4835582" y="3213054"/>
            <a:ext cx="66199" cy="3618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 flipV="1">
            <a:off x="4802832" y="3177823"/>
            <a:ext cx="32750" cy="35231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4815755" y="3178145"/>
            <a:ext cx="717100" cy="108348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>
            <a:off x="3969030" y="3178145"/>
            <a:ext cx="846725" cy="71530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3781658" y="3893448"/>
            <a:ext cx="187372" cy="55149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>
            <a:off x="2455393" y="4444943"/>
            <a:ext cx="1326265" cy="978841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>
            <a:off x="4331776" y="3178145"/>
            <a:ext cx="483979" cy="82861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4331776" y="4006760"/>
            <a:ext cx="398959" cy="112845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3781658" y="4006760"/>
            <a:ext cx="550118" cy="43818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3781658" y="4444943"/>
            <a:ext cx="396275" cy="94838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781658" y="4444943"/>
            <a:ext cx="410933" cy="902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H="1">
            <a:off x="2324198" y="3625303"/>
            <a:ext cx="1193067" cy="1553221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3517265" y="3625303"/>
            <a:ext cx="451765" cy="26814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3781658" y="3893448"/>
            <a:ext cx="187372" cy="55149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4815755" y="3178145"/>
            <a:ext cx="494872" cy="11105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310627" y="3289195"/>
            <a:ext cx="497523" cy="677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Oval 493"/>
          <p:cNvSpPr/>
          <p:nvPr/>
        </p:nvSpPr>
        <p:spPr>
          <a:xfrm>
            <a:off x="5491707" y="422048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4718954" y="3310531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3827414" y="3461407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NATREF</a:t>
            </a:r>
          </a:p>
        </p:txBody>
      </p:sp>
      <p:sp>
        <p:nvSpPr>
          <p:cNvPr id="497" name="Oval 496"/>
          <p:cNvSpPr/>
          <p:nvPr/>
        </p:nvSpPr>
        <p:spPr>
          <a:xfrm>
            <a:off x="5060698" y="3245889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5211574" y="2848125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Sasol CTL</a:t>
            </a:r>
          </a:p>
        </p:txBody>
      </p:sp>
      <p:sp>
        <p:nvSpPr>
          <p:cNvPr id="499" name="Oval 498"/>
          <p:cNvSpPr/>
          <p:nvPr/>
        </p:nvSpPr>
        <p:spPr>
          <a:xfrm>
            <a:off x="2435034" y="5369947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653222" y="5173351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Astron</a:t>
            </a:r>
          </a:p>
        </p:txBody>
      </p:sp>
      <p:sp>
        <p:nvSpPr>
          <p:cNvPr id="501" name="Oval 500"/>
          <p:cNvSpPr/>
          <p:nvPr/>
        </p:nvSpPr>
        <p:spPr>
          <a:xfrm>
            <a:off x="3255372" y="541602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283050" y="513737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2414245" y="538263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2546833" y="5469504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Cape Town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3303340" y="542338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136785" y="535218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269373" y="5439051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Gqeberha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4151443" y="53064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4689587" y="5094062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5491707" y="422048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5767002" y="3925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5899590" y="4012088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Richards Bay</a:t>
            </a:r>
          </a:p>
        </p:txBody>
      </p:sp>
      <p:sp>
        <p:nvSpPr>
          <p:cNvPr id="513" name="Diamond 512"/>
          <p:cNvSpPr/>
          <p:nvPr/>
        </p:nvSpPr>
        <p:spPr>
          <a:xfrm>
            <a:off x="5491707" y="422048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5651727" y="411533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515" name="Diamond 514"/>
          <p:cNvSpPr/>
          <p:nvPr/>
        </p:nvSpPr>
        <p:spPr>
          <a:xfrm>
            <a:off x="4860633" y="3208094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5020653" y="3102938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sp>
        <p:nvSpPr>
          <p:cNvPr id="517" name="Oval 516"/>
          <p:cNvSpPr/>
          <p:nvPr/>
        </p:nvSpPr>
        <p:spPr>
          <a:xfrm>
            <a:off x="5109296" y="4358166"/>
            <a:ext cx="310357" cy="310357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4075755" y="4668792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Eastern / coastal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4.5 bn L</a:t>
            </a:r>
          </a:p>
        </p:txBody>
      </p:sp>
      <p:sp>
        <p:nvSpPr>
          <p:cNvPr id="519" name="Oval 518"/>
          <p:cNvSpPr/>
          <p:nvPr/>
        </p:nvSpPr>
        <p:spPr>
          <a:xfrm>
            <a:off x="4318339" y="2597426"/>
            <a:ext cx="462653" cy="462653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3452386" y="2353265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Inland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10.0 bn L</a:t>
            </a:r>
          </a:p>
        </p:txBody>
      </p:sp>
      <p:sp>
        <p:nvSpPr>
          <p:cNvPr id="521" name="Oval 520"/>
          <p:cNvSpPr/>
          <p:nvPr/>
        </p:nvSpPr>
        <p:spPr>
          <a:xfrm>
            <a:off x="2690977" y="4881984"/>
            <a:ext cx="292608" cy="292608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2471521" y="4433928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Western / coastal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4.0 bn L</a:t>
            </a:r>
          </a:p>
        </p:txBody>
      </p:sp>
      <p:sp>
        <p:nvSpPr>
          <p:cNvPr id="523" name="Oval 522"/>
          <p:cNvSpPr/>
          <p:nvPr/>
        </p:nvSpPr>
        <p:spPr>
          <a:xfrm>
            <a:off x="3585415" y="4000288"/>
            <a:ext cx="231326" cy="231326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3106718" y="3978791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Other regions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2.5 bn L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7863840" y="1920240"/>
            <a:ext cx="31089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0000"/>
                </a:solidFill>
                <a:latin typeface="Lato"/>
              </a:defRPr>
            </a:pPr>
            <a:r>
              <a:t>Demand to assess</a:t>
            </a:r>
          </a:p>
        </p:txBody>
      </p:sp>
      <p:graphicFrame>
        <p:nvGraphicFramePr>
          <p:cNvPr id="526" name="Table 525"/>
          <p:cNvGraphicFramePr>
            <a:graphicFrameLocks noGrp="1"/>
          </p:cNvGraphicFramePr>
          <p:nvPr/>
        </p:nvGraphicFramePr>
        <p:xfrm>
          <a:off x="7863840" y="2423160"/>
          <a:ext cx="3026664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713232"/>
                <a:gridCol w="713232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Region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Petrol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Diesel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Eastern /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2.7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Inland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4.2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5.8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Western /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Other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National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9.0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7" name="TextBox 526"/>
          <p:cNvSpPr txBox="1"/>
          <p:nvPr/>
        </p:nvSpPr>
        <p:spPr>
          <a:xfrm>
            <a:off x="7863840" y="4599432"/>
            <a:ext cx="3200400" cy="2560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Seven infrastructure layers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7863840" y="4910328"/>
            <a:ext cx="320040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000000"/>
                </a:solidFill>
                <a:latin typeface="Lato"/>
              </a:defRPr>
            </a:pPr>
            <a:r>
              <a:t>Production, pipelines, ports, roads, rail, storage and corridors.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7863840" y="5550408"/>
            <a:ext cx="3200400" cy="6400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000000"/>
                </a:solidFill>
                <a:latin typeface="Lato"/>
              </a:defRPr>
            </a:pPr>
            <a:r>
              <a:t>Marker area shows illustrative demand, not a catchment. Other operator storage sites remain to locate.</a:t>
            </a:r>
          </a:p>
        </p:txBody>
      </p:sp>
      <p:sp>
        <p:nvSpPr>
          <p:cNvPr id="530" name="Oval 529"/>
          <p:cNvSpPr/>
          <p:nvPr/>
        </p:nvSpPr>
        <p:spPr>
          <a:xfrm>
            <a:off x="507492" y="611276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658368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Production</a:t>
            </a:r>
          </a:p>
        </p:txBody>
      </p:sp>
      <p:sp>
        <p:nvSpPr>
          <p:cNvPr id="532" name="Rectangle 531"/>
          <p:cNvSpPr/>
          <p:nvPr/>
        </p:nvSpPr>
        <p:spPr>
          <a:xfrm>
            <a:off x="1787652" y="611276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1938528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Port</a:t>
            </a:r>
          </a:p>
        </p:txBody>
      </p:sp>
      <p:sp>
        <p:nvSpPr>
          <p:cNvPr id="534" name="Diamond 533"/>
          <p:cNvSpPr/>
          <p:nvPr/>
        </p:nvSpPr>
        <p:spPr>
          <a:xfrm>
            <a:off x="2674620" y="6112764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2825496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Vopak storage*</a:t>
            </a:r>
          </a:p>
        </p:txBody>
      </p:sp>
      <p:cxnSp>
        <p:nvCxnSpPr>
          <p:cNvPr id="536" name="Connector 535"/>
          <p:cNvCxnSpPr/>
          <p:nvPr/>
        </p:nvCxnSpPr>
        <p:spPr>
          <a:xfrm>
            <a:off x="4023360" y="6153912"/>
            <a:ext cx="256032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433425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Road</a:t>
            </a:r>
          </a:p>
        </p:txBody>
      </p:sp>
      <p:cxnSp>
        <p:nvCxnSpPr>
          <p:cNvPr id="538" name="Connector 537"/>
          <p:cNvCxnSpPr/>
          <p:nvPr/>
        </p:nvCxnSpPr>
        <p:spPr>
          <a:xfrm>
            <a:off x="5029200" y="6153912"/>
            <a:ext cx="256032" cy="0"/>
          </a:xfrm>
          <a:prstGeom prst="line">
            <a:avLst/>
          </a:prstGeom>
          <a:ln w="12700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34009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Product pipe</a:t>
            </a:r>
          </a:p>
        </p:txBody>
      </p:sp>
      <p:cxnSp>
        <p:nvCxnSpPr>
          <p:cNvPr id="540" name="Connector 539"/>
          <p:cNvCxnSpPr/>
          <p:nvPr/>
        </p:nvCxnSpPr>
        <p:spPr>
          <a:xfrm>
            <a:off x="6492240" y="6153912"/>
            <a:ext cx="256032" cy="0"/>
          </a:xfrm>
          <a:prstGeom prst="line">
            <a:avLst/>
          </a:prstGeom>
          <a:ln w="12700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680313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Rail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457200" y="6318504"/>
            <a:ext cx="105156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*Approximate sites. LAEA / WGS84. Transport is schematic; capacities/access unverified.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Map conditional market access from Durban and Lesedi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C212-EA46-4BE1-A4D0-93157C12627D}" type="slidenum">
              <a:rPr lang="en-US"/>
              <a:t>‹#›</a:t>
            </a:fld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About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Analytical specifications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Model build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Delivery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Existing appendix routes; illustrative candidate connections, not verified catchments. Natural Earth 1:50m.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17904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0000"/>
                </a:solidFill>
                <a:latin typeface="Lato"/>
              </a:defRPr>
            </a:pPr>
            <a:r>
              <a:t>Durban | coastal deliveries + inland transfers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17904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0000"/>
                </a:solidFill>
                <a:latin typeface="Lato"/>
              </a:defRPr>
            </a:pPr>
            <a:r>
              <a:t>Lesedi | inland dispatch + connected markets</a:t>
            </a:r>
          </a:p>
        </p:txBody>
      </p:sp>
      <p:sp>
        <p:nvSpPr>
          <p:cNvPr id="11" name="Map frame; common geographic extent"/>
          <p:cNvSpPr/>
          <p:nvPr/>
        </p:nvSpPr>
        <p:spPr>
          <a:xfrm>
            <a:off x="457200" y="1920240"/>
            <a:ext cx="5166360" cy="3136392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tural Earth 1:50m boundary: Zimbabwe"/>
          <p:cNvSpPr/>
          <p:nvPr/>
        </p:nvSpPr>
        <p:spPr>
          <a:xfrm>
            <a:off x="3878563" y="2024803"/>
            <a:ext cx="544512" cy="105966"/>
          </a:xfrm>
          <a:custGeom>
            <a:avLst/>
            <a:gdLst/>
            <a:ahLst/>
            <a:cxnLst/>
            <a:rect l="l" t="t" r="r" b="b"/>
            <a:pathLst>
              <a:path w="544512" h="105966">
                <a:moveTo>
                  <a:pt x="452878" y="105966"/>
                </a:moveTo>
                <a:lnTo>
                  <a:pt x="435137" y="92663"/>
                </a:lnTo>
                <a:lnTo>
                  <a:pt x="410483" y="83389"/>
                </a:lnTo>
                <a:lnTo>
                  <a:pt x="378862" y="78160"/>
                </a:lnTo>
                <a:lnTo>
                  <a:pt x="337485" y="77786"/>
                </a:lnTo>
                <a:lnTo>
                  <a:pt x="286413" y="82274"/>
                </a:lnTo>
                <a:lnTo>
                  <a:pt x="232220" y="71738"/>
                </a:lnTo>
                <a:lnTo>
                  <a:pt x="174795" y="46203"/>
                </a:lnTo>
                <a:lnTo>
                  <a:pt x="126657" y="36140"/>
                </a:lnTo>
                <a:lnTo>
                  <a:pt x="68525" y="44135"/>
                </a:lnTo>
                <a:lnTo>
                  <a:pt x="65968" y="44301"/>
                </a:lnTo>
                <a:lnTo>
                  <a:pt x="56168" y="36097"/>
                </a:lnTo>
                <a:lnTo>
                  <a:pt x="40882" y="18598"/>
                </a:lnTo>
                <a:lnTo>
                  <a:pt x="14561" y="14735"/>
                </a:lnTo>
                <a:lnTo>
                  <a:pt x="7513" y="10542"/>
                </a:lnTo>
                <a:lnTo>
                  <a:pt x="1796" y="4041"/>
                </a:lnTo>
                <a:lnTo>
                  <a:pt x="0" y="0"/>
                </a:lnTo>
                <a:lnTo>
                  <a:pt x="544512" y="23333"/>
                </a:lnTo>
                <a:lnTo>
                  <a:pt x="512616" y="55012"/>
                </a:lnTo>
                <a:lnTo>
                  <a:pt x="482476" y="85034"/>
                </a:lnTo>
                <a:lnTo>
                  <a:pt x="452878" y="105966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tural Earth 1:50m boundary: eSwatini"/>
          <p:cNvSpPr/>
          <p:nvPr/>
        </p:nvSpPr>
        <p:spPr>
          <a:xfrm>
            <a:off x="4190309" y="2856884"/>
            <a:ext cx="258243" cy="345717"/>
          </a:xfrm>
          <a:custGeom>
            <a:avLst/>
            <a:gdLst/>
            <a:ahLst/>
            <a:cxnLst/>
            <a:rect l="l" t="t" r="r" b="b"/>
            <a:pathLst>
              <a:path w="258243" h="345717">
                <a:moveTo>
                  <a:pt x="234206" y="52710"/>
                </a:moveTo>
                <a:lnTo>
                  <a:pt x="237992" y="56119"/>
                </a:lnTo>
                <a:lnTo>
                  <a:pt x="255475" y="67174"/>
                </a:lnTo>
                <a:lnTo>
                  <a:pt x="255991" y="87208"/>
                </a:lnTo>
                <a:lnTo>
                  <a:pt x="252985" y="109889"/>
                </a:lnTo>
                <a:lnTo>
                  <a:pt x="248558" y="124060"/>
                </a:lnTo>
                <a:lnTo>
                  <a:pt x="249114" y="138458"/>
                </a:lnTo>
                <a:lnTo>
                  <a:pt x="253638" y="161091"/>
                </a:lnTo>
                <a:lnTo>
                  <a:pt x="258243" y="176665"/>
                </a:lnTo>
                <a:lnTo>
                  <a:pt x="255652" y="246139"/>
                </a:lnTo>
                <a:lnTo>
                  <a:pt x="249759" y="242598"/>
                </a:lnTo>
                <a:lnTo>
                  <a:pt x="238877" y="238981"/>
                </a:lnTo>
                <a:lnTo>
                  <a:pt x="232952" y="240020"/>
                </a:lnTo>
                <a:lnTo>
                  <a:pt x="225858" y="270813"/>
                </a:lnTo>
                <a:lnTo>
                  <a:pt x="219170" y="316850"/>
                </a:lnTo>
                <a:lnTo>
                  <a:pt x="219935" y="345717"/>
                </a:lnTo>
                <a:lnTo>
                  <a:pt x="178108" y="344223"/>
                </a:lnTo>
                <a:lnTo>
                  <a:pt x="125406" y="338173"/>
                </a:lnTo>
                <a:lnTo>
                  <a:pt x="88172" y="323751"/>
                </a:lnTo>
                <a:lnTo>
                  <a:pt x="48690" y="294261"/>
                </a:lnTo>
                <a:lnTo>
                  <a:pt x="26418" y="250358"/>
                </a:lnTo>
                <a:lnTo>
                  <a:pt x="17032" y="223017"/>
                </a:lnTo>
                <a:lnTo>
                  <a:pt x="2202" y="220746"/>
                </a:lnTo>
                <a:lnTo>
                  <a:pt x="0" y="216068"/>
                </a:lnTo>
                <a:lnTo>
                  <a:pt x="181" y="183289"/>
                </a:lnTo>
                <a:lnTo>
                  <a:pt x="2069" y="148934"/>
                </a:lnTo>
                <a:lnTo>
                  <a:pt x="5273" y="139945"/>
                </a:lnTo>
                <a:lnTo>
                  <a:pt x="34974" y="98990"/>
                </a:lnTo>
                <a:lnTo>
                  <a:pt x="53454" y="73559"/>
                </a:lnTo>
                <a:lnTo>
                  <a:pt x="65398" y="48661"/>
                </a:lnTo>
                <a:lnTo>
                  <a:pt x="90218" y="20022"/>
                </a:lnTo>
                <a:lnTo>
                  <a:pt x="116244" y="2248"/>
                </a:lnTo>
                <a:lnTo>
                  <a:pt x="125699" y="0"/>
                </a:lnTo>
                <a:lnTo>
                  <a:pt x="132045" y="1120"/>
                </a:lnTo>
                <a:lnTo>
                  <a:pt x="174917" y="29712"/>
                </a:lnTo>
                <a:lnTo>
                  <a:pt x="218887" y="57072"/>
                </a:lnTo>
                <a:lnTo>
                  <a:pt x="228871" y="54831"/>
                </a:lnTo>
                <a:lnTo>
                  <a:pt x="234206" y="5271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tural Earth 1:50m boundary: South Africa"/>
          <p:cNvSpPr/>
          <p:nvPr/>
        </p:nvSpPr>
        <p:spPr>
          <a:xfrm>
            <a:off x="1422721" y="2060943"/>
            <a:ext cx="3173333" cy="2748171"/>
          </a:xfrm>
          <a:custGeom>
            <a:avLst/>
            <a:gdLst/>
            <a:ahLst/>
            <a:cxnLst/>
            <a:rect l="l" t="t" r="r" b="b"/>
            <a:pathLst>
              <a:path w="3173333" h="2748171">
                <a:moveTo>
                  <a:pt x="2521810" y="8161"/>
                </a:moveTo>
                <a:lnTo>
                  <a:pt x="2524367" y="7995"/>
                </a:lnTo>
                <a:lnTo>
                  <a:pt x="2582499" y="0"/>
                </a:lnTo>
                <a:lnTo>
                  <a:pt x="2630637" y="10063"/>
                </a:lnTo>
                <a:lnTo>
                  <a:pt x="2688062" y="35598"/>
                </a:lnTo>
                <a:lnTo>
                  <a:pt x="2742255" y="46134"/>
                </a:lnTo>
                <a:lnTo>
                  <a:pt x="2793327" y="41646"/>
                </a:lnTo>
                <a:lnTo>
                  <a:pt x="2834704" y="42020"/>
                </a:lnTo>
                <a:lnTo>
                  <a:pt x="2866325" y="47249"/>
                </a:lnTo>
                <a:lnTo>
                  <a:pt x="2890979" y="56523"/>
                </a:lnTo>
                <a:lnTo>
                  <a:pt x="2908720" y="69826"/>
                </a:lnTo>
                <a:lnTo>
                  <a:pt x="2909272" y="81295"/>
                </a:lnTo>
                <a:lnTo>
                  <a:pt x="2910457" y="86556"/>
                </a:lnTo>
                <a:lnTo>
                  <a:pt x="2918737" y="117185"/>
                </a:lnTo>
                <a:lnTo>
                  <a:pt x="2931020" y="162935"/>
                </a:lnTo>
                <a:lnTo>
                  <a:pt x="2938601" y="204993"/>
                </a:lnTo>
                <a:lnTo>
                  <a:pt x="2948950" y="262692"/>
                </a:lnTo>
                <a:lnTo>
                  <a:pt x="2947022" y="294413"/>
                </a:lnTo>
                <a:lnTo>
                  <a:pt x="2949618" y="306851"/>
                </a:lnTo>
                <a:lnTo>
                  <a:pt x="2960576" y="322794"/>
                </a:lnTo>
                <a:lnTo>
                  <a:pt x="2973572" y="349882"/>
                </a:lnTo>
                <a:lnTo>
                  <a:pt x="2977709" y="365087"/>
                </a:lnTo>
                <a:lnTo>
                  <a:pt x="2981948" y="376517"/>
                </a:lnTo>
                <a:lnTo>
                  <a:pt x="2995960" y="398538"/>
                </a:lnTo>
                <a:lnTo>
                  <a:pt x="3006020" y="431319"/>
                </a:lnTo>
                <a:lnTo>
                  <a:pt x="3013719" y="474415"/>
                </a:lnTo>
                <a:lnTo>
                  <a:pt x="3021117" y="495307"/>
                </a:lnTo>
                <a:lnTo>
                  <a:pt x="3023772" y="505514"/>
                </a:lnTo>
                <a:lnTo>
                  <a:pt x="3026630" y="524006"/>
                </a:lnTo>
                <a:lnTo>
                  <a:pt x="3024071" y="562541"/>
                </a:lnTo>
                <a:lnTo>
                  <a:pt x="3021932" y="607228"/>
                </a:lnTo>
                <a:lnTo>
                  <a:pt x="3019538" y="657137"/>
                </a:lnTo>
                <a:lnTo>
                  <a:pt x="3017577" y="698334"/>
                </a:lnTo>
                <a:lnTo>
                  <a:pt x="3014954" y="719094"/>
                </a:lnTo>
                <a:lnTo>
                  <a:pt x="3012770" y="778324"/>
                </a:lnTo>
                <a:lnTo>
                  <a:pt x="2998483" y="808441"/>
                </a:lnTo>
                <a:lnTo>
                  <a:pt x="2998743" y="832732"/>
                </a:lnTo>
                <a:lnTo>
                  <a:pt x="3001794" y="848651"/>
                </a:lnTo>
                <a:lnTo>
                  <a:pt x="2996459" y="850772"/>
                </a:lnTo>
                <a:lnTo>
                  <a:pt x="2986475" y="853013"/>
                </a:lnTo>
                <a:lnTo>
                  <a:pt x="2942505" y="825653"/>
                </a:lnTo>
                <a:lnTo>
                  <a:pt x="2899633" y="797061"/>
                </a:lnTo>
                <a:lnTo>
                  <a:pt x="2893287" y="795941"/>
                </a:lnTo>
                <a:lnTo>
                  <a:pt x="2883832" y="798189"/>
                </a:lnTo>
                <a:lnTo>
                  <a:pt x="2857806" y="815963"/>
                </a:lnTo>
                <a:lnTo>
                  <a:pt x="2832986" y="844602"/>
                </a:lnTo>
                <a:lnTo>
                  <a:pt x="2821042" y="869500"/>
                </a:lnTo>
                <a:lnTo>
                  <a:pt x="2802562" y="894931"/>
                </a:lnTo>
                <a:lnTo>
                  <a:pt x="2772861" y="935886"/>
                </a:lnTo>
                <a:lnTo>
                  <a:pt x="2769657" y="944875"/>
                </a:lnTo>
                <a:lnTo>
                  <a:pt x="2767769" y="979230"/>
                </a:lnTo>
                <a:lnTo>
                  <a:pt x="2767588" y="1012009"/>
                </a:lnTo>
                <a:lnTo>
                  <a:pt x="2769790" y="1016687"/>
                </a:lnTo>
                <a:lnTo>
                  <a:pt x="2784620" y="1018958"/>
                </a:lnTo>
                <a:lnTo>
                  <a:pt x="2794006" y="1046299"/>
                </a:lnTo>
                <a:lnTo>
                  <a:pt x="2816278" y="1090202"/>
                </a:lnTo>
                <a:lnTo>
                  <a:pt x="2855760" y="1119692"/>
                </a:lnTo>
                <a:lnTo>
                  <a:pt x="2892994" y="1134114"/>
                </a:lnTo>
                <a:lnTo>
                  <a:pt x="2945696" y="1140164"/>
                </a:lnTo>
                <a:lnTo>
                  <a:pt x="2987523" y="1141658"/>
                </a:lnTo>
                <a:lnTo>
                  <a:pt x="2986758" y="1112791"/>
                </a:lnTo>
                <a:lnTo>
                  <a:pt x="2993446" y="1066754"/>
                </a:lnTo>
                <a:lnTo>
                  <a:pt x="3000540" y="1035961"/>
                </a:lnTo>
                <a:lnTo>
                  <a:pt x="3006465" y="1034922"/>
                </a:lnTo>
                <a:lnTo>
                  <a:pt x="3017347" y="1038539"/>
                </a:lnTo>
                <a:lnTo>
                  <a:pt x="3023240" y="1042080"/>
                </a:lnTo>
                <a:lnTo>
                  <a:pt x="3040168" y="1041787"/>
                </a:lnTo>
                <a:lnTo>
                  <a:pt x="3069717" y="1049705"/>
                </a:lnTo>
                <a:lnTo>
                  <a:pt x="3093889" y="1050513"/>
                </a:lnTo>
                <a:lnTo>
                  <a:pt x="3115493" y="1051269"/>
                </a:lnTo>
                <a:lnTo>
                  <a:pt x="3152032" y="1052558"/>
                </a:lnTo>
                <a:lnTo>
                  <a:pt x="3173333" y="1053582"/>
                </a:lnTo>
                <a:lnTo>
                  <a:pt x="3162978" y="1103266"/>
                </a:lnTo>
                <a:lnTo>
                  <a:pt x="3130307" y="1179992"/>
                </a:lnTo>
                <a:lnTo>
                  <a:pt x="3118625" y="1215394"/>
                </a:lnTo>
                <a:lnTo>
                  <a:pt x="3087052" y="1342612"/>
                </a:lnTo>
                <a:lnTo>
                  <a:pt x="3052452" y="1405567"/>
                </a:lnTo>
                <a:lnTo>
                  <a:pt x="3033701" y="1431292"/>
                </a:lnTo>
                <a:lnTo>
                  <a:pt x="2981488" y="1475702"/>
                </a:lnTo>
                <a:lnTo>
                  <a:pt x="2967211" y="1484506"/>
                </a:lnTo>
                <a:lnTo>
                  <a:pt x="2954672" y="1489949"/>
                </a:lnTo>
                <a:lnTo>
                  <a:pt x="2932759" y="1494136"/>
                </a:lnTo>
                <a:lnTo>
                  <a:pt x="2843117" y="1585308"/>
                </a:lnTo>
                <a:lnTo>
                  <a:pt x="2809297" y="1629874"/>
                </a:lnTo>
                <a:lnTo>
                  <a:pt x="2778020" y="1695827"/>
                </a:lnTo>
                <a:lnTo>
                  <a:pt x="2748601" y="1731430"/>
                </a:lnTo>
                <a:lnTo>
                  <a:pt x="2704317" y="1808365"/>
                </a:lnTo>
                <a:lnTo>
                  <a:pt x="2665419" y="1867596"/>
                </a:lnTo>
                <a:lnTo>
                  <a:pt x="2628397" y="1921561"/>
                </a:lnTo>
                <a:lnTo>
                  <a:pt x="2565626" y="1995453"/>
                </a:lnTo>
                <a:lnTo>
                  <a:pt x="2538401" y="2016465"/>
                </a:lnTo>
                <a:lnTo>
                  <a:pt x="2520257" y="2025862"/>
                </a:lnTo>
                <a:lnTo>
                  <a:pt x="2471510" y="2068409"/>
                </a:lnTo>
                <a:lnTo>
                  <a:pt x="2402875" y="2137350"/>
                </a:lnTo>
                <a:lnTo>
                  <a:pt x="2350308" y="2198894"/>
                </a:lnTo>
                <a:lnTo>
                  <a:pt x="2272972" y="2268333"/>
                </a:lnTo>
                <a:lnTo>
                  <a:pt x="2228732" y="2298519"/>
                </a:lnTo>
                <a:lnTo>
                  <a:pt x="2162152" y="2358682"/>
                </a:lnTo>
                <a:lnTo>
                  <a:pt x="2143866" y="2367389"/>
                </a:lnTo>
                <a:lnTo>
                  <a:pt x="2069650" y="2423264"/>
                </a:lnTo>
                <a:lnTo>
                  <a:pt x="2016681" y="2457168"/>
                </a:lnTo>
                <a:lnTo>
                  <a:pt x="1931514" y="2496283"/>
                </a:lnTo>
                <a:lnTo>
                  <a:pt x="1897849" y="2507172"/>
                </a:lnTo>
                <a:lnTo>
                  <a:pt x="1817939" y="2495841"/>
                </a:lnTo>
                <a:lnTo>
                  <a:pt x="1784470" y="2501182"/>
                </a:lnTo>
                <a:lnTo>
                  <a:pt x="1756411" y="2525456"/>
                </a:lnTo>
                <a:lnTo>
                  <a:pt x="1753609" y="2560546"/>
                </a:lnTo>
                <a:lnTo>
                  <a:pt x="1741980" y="2565748"/>
                </a:lnTo>
                <a:lnTo>
                  <a:pt x="1724405" y="2564096"/>
                </a:lnTo>
                <a:lnTo>
                  <a:pt x="1668667" y="2549294"/>
                </a:lnTo>
                <a:lnTo>
                  <a:pt x="1638399" y="2552073"/>
                </a:lnTo>
                <a:lnTo>
                  <a:pt x="1620750" y="2570799"/>
                </a:lnTo>
                <a:lnTo>
                  <a:pt x="1606575" y="2594543"/>
                </a:lnTo>
                <a:lnTo>
                  <a:pt x="1564644" y="2595859"/>
                </a:lnTo>
                <a:lnTo>
                  <a:pt x="1489782" y="2571703"/>
                </a:lnTo>
                <a:lnTo>
                  <a:pt x="1401666" y="2557578"/>
                </a:lnTo>
                <a:lnTo>
                  <a:pt x="1381274" y="2556165"/>
                </a:lnTo>
                <a:lnTo>
                  <a:pt x="1338904" y="2574946"/>
                </a:lnTo>
                <a:lnTo>
                  <a:pt x="1324047" y="2577819"/>
                </a:lnTo>
                <a:lnTo>
                  <a:pt x="1261904" y="2574949"/>
                </a:lnTo>
                <a:lnTo>
                  <a:pt x="1227224" y="2564101"/>
                </a:lnTo>
                <a:lnTo>
                  <a:pt x="1194274" y="2564738"/>
                </a:lnTo>
                <a:lnTo>
                  <a:pt x="1169244" y="2574802"/>
                </a:lnTo>
                <a:lnTo>
                  <a:pt x="1138720" y="2578849"/>
                </a:lnTo>
                <a:lnTo>
                  <a:pt x="1058036" y="2646961"/>
                </a:lnTo>
                <a:lnTo>
                  <a:pt x="1015492" y="2648289"/>
                </a:lnTo>
                <a:lnTo>
                  <a:pt x="979049" y="2657072"/>
                </a:lnTo>
                <a:lnTo>
                  <a:pt x="960845" y="2657409"/>
                </a:lnTo>
                <a:lnTo>
                  <a:pt x="926452" y="2649351"/>
                </a:lnTo>
                <a:lnTo>
                  <a:pt x="913789" y="2650409"/>
                </a:lnTo>
                <a:lnTo>
                  <a:pt x="894570" y="2655239"/>
                </a:lnTo>
                <a:lnTo>
                  <a:pt x="875626" y="2667556"/>
                </a:lnTo>
                <a:lnTo>
                  <a:pt x="831696" y="2674271"/>
                </a:lnTo>
                <a:lnTo>
                  <a:pt x="814972" y="2684839"/>
                </a:lnTo>
                <a:lnTo>
                  <a:pt x="743292" y="2748171"/>
                </a:lnTo>
                <a:lnTo>
                  <a:pt x="726248" y="2746525"/>
                </a:lnTo>
                <a:lnTo>
                  <a:pt x="712366" y="2743218"/>
                </a:lnTo>
                <a:lnTo>
                  <a:pt x="673736" y="2744286"/>
                </a:lnTo>
                <a:lnTo>
                  <a:pt x="628323" y="2714330"/>
                </a:lnTo>
                <a:lnTo>
                  <a:pt x="611672" y="2717202"/>
                </a:lnTo>
                <a:lnTo>
                  <a:pt x="615642" y="2707368"/>
                </a:lnTo>
                <a:lnTo>
                  <a:pt x="616071" y="2690268"/>
                </a:lnTo>
                <a:lnTo>
                  <a:pt x="606170" y="2678705"/>
                </a:lnTo>
                <a:lnTo>
                  <a:pt x="599615" y="2673654"/>
                </a:lnTo>
                <a:lnTo>
                  <a:pt x="582469" y="2675530"/>
                </a:lnTo>
                <a:lnTo>
                  <a:pt x="572507" y="2661494"/>
                </a:lnTo>
                <a:lnTo>
                  <a:pt x="546082" y="2661500"/>
                </a:lnTo>
                <a:lnTo>
                  <a:pt x="537179" y="2665657"/>
                </a:lnTo>
                <a:lnTo>
                  <a:pt x="524572" y="2667082"/>
                </a:lnTo>
                <a:lnTo>
                  <a:pt x="522583" y="2652465"/>
                </a:lnTo>
                <a:lnTo>
                  <a:pt x="523044" y="2643163"/>
                </a:lnTo>
                <a:lnTo>
                  <a:pt x="521435" y="2628993"/>
                </a:lnTo>
                <a:lnTo>
                  <a:pt x="517238" y="2611729"/>
                </a:lnTo>
                <a:lnTo>
                  <a:pt x="506675" y="2606731"/>
                </a:lnTo>
                <a:lnTo>
                  <a:pt x="498683" y="2604830"/>
                </a:lnTo>
                <a:lnTo>
                  <a:pt x="480046" y="2607060"/>
                </a:lnTo>
                <a:lnTo>
                  <a:pt x="467278" y="2609654"/>
                </a:lnTo>
                <a:lnTo>
                  <a:pt x="461538" y="2615068"/>
                </a:lnTo>
                <a:lnTo>
                  <a:pt x="455415" y="2628233"/>
                </a:lnTo>
                <a:lnTo>
                  <a:pt x="457741" y="2667073"/>
                </a:lnTo>
                <a:lnTo>
                  <a:pt x="447807" y="2656472"/>
                </a:lnTo>
                <a:lnTo>
                  <a:pt x="435830" y="2633817"/>
                </a:lnTo>
                <a:lnTo>
                  <a:pt x="430895" y="2609198"/>
                </a:lnTo>
                <a:lnTo>
                  <a:pt x="432844" y="2579620"/>
                </a:lnTo>
                <a:lnTo>
                  <a:pt x="452180" y="2567326"/>
                </a:lnTo>
                <a:lnTo>
                  <a:pt x="449401" y="2547582"/>
                </a:lnTo>
                <a:lnTo>
                  <a:pt x="444090" y="2530622"/>
                </a:lnTo>
                <a:lnTo>
                  <a:pt x="418914" y="2487864"/>
                </a:lnTo>
                <a:lnTo>
                  <a:pt x="408874" y="2468226"/>
                </a:lnTo>
                <a:lnTo>
                  <a:pt x="388914" y="2455697"/>
                </a:lnTo>
                <a:lnTo>
                  <a:pt x="371943" y="2423687"/>
                </a:lnTo>
                <a:lnTo>
                  <a:pt x="356168" y="2412656"/>
                </a:lnTo>
                <a:lnTo>
                  <a:pt x="348427" y="2390020"/>
                </a:lnTo>
                <a:lnTo>
                  <a:pt x="332564" y="2372488"/>
                </a:lnTo>
                <a:lnTo>
                  <a:pt x="325676" y="2343668"/>
                </a:lnTo>
                <a:lnTo>
                  <a:pt x="332684" y="2326448"/>
                </a:lnTo>
                <a:lnTo>
                  <a:pt x="344911" y="2316558"/>
                </a:lnTo>
                <a:lnTo>
                  <a:pt x="358910" y="2330211"/>
                </a:lnTo>
                <a:lnTo>
                  <a:pt x="374768" y="2323591"/>
                </a:lnTo>
                <a:lnTo>
                  <a:pt x="396539" y="2301154"/>
                </a:lnTo>
                <a:lnTo>
                  <a:pt x="408241" y="2268381"/>
                </a:lnTo>
                <a:lnTo>
                  <a:pt x="405969" y="2217173"/>
                </a:lnTo>
                <a:lnTo>
                  <a:pt x="400497" y="2185420"/>
                </a:lnTo>
                <a:lnTo>
                  <a:pt x="376988" y="2103927"/>
                </a:lnTo>
                <a:lnTo>
                  <a:pt x="367080" y="2085470"/>
                </a:lnTo>
                <a:lnTo>
                  <a:pt x="321590" y="2028872"/>
                </a:lnTo>
                <a:lnTo>
                  <a:pt x="267874" y="1952746"/>
                </a:lnTo>
                <a:lnTo>
                  <a:pt x="197818" y="1831933"/>
                </a:lnTo>
                <a:lnTo>
                  <a:pt x="163064" y="1758920"/>
                </a:lnTo>
                <a:lnTo>
                  <a:pt x="107570" y="1610641"/>
                </a:lnTo>
                <a:lnTo>
                  <a:pt x="61653" y="1527780"/>
                </a:lnTo>
                <a:lnTo>
                  <a:pt x="6710" y="1451341"/>
                </a:lnTo>
                <a:lnTo>
                  <a:pt x="0" y="1446599"/>
                </a:lnTo>
                <a:lnTo>
                  <a:pt x="6858" y="1436337"/>
                </a:lnTo>
                <a:lnTo>
                  <a:pt x="32128" y="1415985"/>
                </a:lnTo>
                <a:lnTo>
                  <a:pt x="43880" y="1410148"/>
                </a:lnTo>
                <a:lnTo>
                  <a:pt x="50463" y="1411991"/>
                </a:lnTo>
                <a:lnTo>
                  <a:pt x="56370" y="1406484"/>
                </a:lnTo>
                <a:lnTo>
                  <a:pt x="61586" y="1393587"/>
                </a:lnTo>
                <a:lnTo>
                  <a:pt x="62131" y="1381781"/>
                </a:lnTo>
                <a:lnTo>
                  <a:pt x="63994" y="1365002"/>
                </a:lnTo>
                <a:lnTo>
                  <a:pt x="69274" y="1354684"/>
                </a:lnTo>
                <a:lnTo>
                  <a:pt x="74476" y="1334461"/>
                </a:lnTo>
                <a:lnTo>
                  <a:pt x="84762" y="1321036"/>
                </a:lnTo>
                <a:lnTo>
                  <a:pt x="107819" y="1311068"/>
                </a:lnTo>
                <a:lnTo>
                  <a:pt x="126437" y="1321001"/>
                </a:lnTo>
                <a:lnTo>
                  <a:pt x="134644" y="1331436"/>
                </a:lnTo>
                <a:lnTo>
                  <a:pt x="138668" y="1345641"/>
                </a:lnTo>
                <a:lnTo>
                  <a:pt x="147021" y="1352085"/>
                </a:lnTo>
                <a:lnTo>
                  <a:pt x="159687" y="1350773"/>
                </a:lnTo>
                <a:lnTo>
                  <a:pt x="169203" y="1359066"/>
                </a:lnTo>
                <a:lnTo>
                  <a:pt x="175542" y="1376941"/>
                </a:lnTo>
                <a:lnTo>
                  <a:pt x="175332" y="1390207"/>
                </a:lnTo>
                <a:lnTo>
                  <a:pt x="168638" y="1398862"/>
                </a:lnTo>
                <a:lnTo>
                  <a:pt x="170335" y="1409556"/>
                </a:lnTo>
                <a:lnTo>
                  <a:pt x="180376" y="1422334"/>
                </a:lnTo>
                <a:lnTo>
                  <a:pt x="184972" y="1434782"/>
                </a:lnTo>
                <a:lnTo>
                  <a:pt x="192191" y="1451132"/>
                </a:lnTo>
                <a:lnTo>
                  <a:pt x="225041" y="1458864"/>
                </a:lnTo>
                <a:lnTo>
                  <a:pt x="241133" y="1463385"/>
                </a:lnTo>
                <a:lnTo>
                  <a:pt x="268406" y="1463596"/>
                </a:lnTo>
                <a:lnTo>
                  <a:pt x="294518" y="1469531"/>
                </a:lnTo>
                <a:lnTo>
                  <a:pt x="319453" y="1481227"/>
                </a:lnTo>
                <a:lnTo>
                  <a:pt x="359333" y="1482113"/>
                </a:lnTo>
                <a:lnTo>
                  <a:pt x="414214" y="1472336"/>
                </a:lnTo>
                <a:lnTo>
                  <a:pt x="459874" y="1472940"/>
                </a:lnTo>
                <a:lnTo>
                  <a:pt x="496273" y="1483887"/>
                </a:lnTo>
                <a:lnTo>
                  <a:pt x="522272" y="1484954"/>
                </a:lnTo>
                <a:lnTo>
                  <a:pt x="537924" y="1476104"/>
                </a:lnTo>
                <a:lnTo>
                  <a:pt x="544314" y="1464094"/>
                </a:lnTo>
                <a:lnTo>
                  <a:pt x="541434" y="1448937"/>
                </a:lnTo>
                <a:lnTo>
                  <a:pt x="548942" y="1438897"/>
                </a:lnTo>
                <a:lnTo>
                  <a:pt x="566824" y="1433943"/>
                </a:lnTo>
                <a:lnTo>
                  <a:pt x="580768" y="1421783"/>
                </a:lnTo>
                <a:lnTo>
                  <a:pt x="590798" y="1402369"/>
                </a:lnTo>
                <a:lnTo>
                  <a:pt x="615326" y="1385859"/>
                </a:lnTo>
                <a:lnTo>
                  <a:pt x="654373" y="1372280"/>
                </a:lnTo>
                <a:lnTo>
                  <a:pt x="674075" y="1371845"/>
                </a:lnTo>
                <a:lnTo>
                  <a:pt x="672795" y="1341218"/>
                </a:lnTo>
                <a:lnTo>
                  <a:pt x="668783" y="1244546"/>
                </a:lnTo>
                <a:lnTo>
                  <a:pt x="664815" y="1147882"/>
                </a:lnTo>
                <a:lnTo>
                  <a:pt x="660891" y="1051249"/>
                </a:lnTo>
                <a:lnTo>
                  <a:pt x="657010" y="954604"/>
                </a:lnTo>
                <a:lnTo>
                  <a:pt x="653173" y="857971"/>
                </a:lnTo>
                <a:lnTo>
                  <a:pt x="649380" y="761373"/>
                </a:lnTo>
                <a:lnTo>
                  <a:pt x="645630" y="664769"/>
                </a:lnTo>
                <a:lnTo>
                  <a:pt x="642129" y="573566"/>
                </a:lnTo>
                <a:lnTo>
                  <a:pt x="651919" y="579750"/>
                </a:lnTo>
                <a:lnTo>
                  <a:pt x="716370" y="625677"/>
                </a:lnTo>
                <a:lnTo>
                  <a:pt x="734163" y="650488"/>
                </a:lnTo>
                <a:lnTo>
                  <a:pt x="743118" y="666293"/>
                </a:lnTo>
                <a:lnTo>
                  <a:pt x="771991" y="723932"/>
                </a:lnTo>
                <a:lnTo>
                  <a:pt x="793737" y="775780"/>
                </a:lnTo>
                <a:lnTo>
                  <a:pt x="811248" y="814838"/>
                </a:lnTo>
                <a:lnTo>
                  <a:pt x="813072" y="832911"/>
                </a:lnTo>
                <a:lnTo>
                  <a:pt x="815935" y="850545"/>
                </a:lnTo>
                <a:lnTo>
                  <a:pt x="818499" y="859164"/>
                </a:lnTo>
                <a:lnTo>
                  <a:pt x="817324" y="868847"/>
                </a:lnTo>
                <a:lnTo>
                  <a:pt x="806681" y="890796"/>
                </a:lnTo>
                <a:lnTo>
                  <a:pt x="795658" y="907709"/>
                </a:lnTo>
                <a:lnTo>
                  <a:pt x="782532" y="930738"/>
                </a:lnTo>
                <a:lnTo>
                  <a:pt x="782233" y="960552"/>
                </a:lnTo>
                <a:lnTo>
                  <a:pt x="787646" y="995452"/>
                </a:lnTo>
                <a:lnTo>
                  <a:pt x="796757" y="1012587"/>
                </a:lnTo>
                <a:lnTo>
                  <a:pt x="807624" y="1017937"/>
                </a:lnTo>
                <a:lnTo>
                  <a:pt x="832858" y="1008351"/>
                </a:lnTo>
                <a:lnTo>
                  <a:pt x="849117" y="1010477"/>
                </a:lnTo>
                <a:lnTo>
                  <a:pt x="872137" y="1016386"/>
                </a:lnTo>
                <a:lnTo>
                  <a:pt x="946814" y="1009954"/>
                </a:lnTo>
                <a:lnTo>
                  <a:pt x="955912" y="1011833"/>
                </a:lnTo>
                <a:lnTo>
                  <a:pt x="984214" y="1013536"/>
                </a:lnTo>
                <a:lnTo>
                  <a:pt x="993574" y="1010390"/>
                </a:lnTo>
                <a:lnTo>
                  <a:pt x="1001828" y="1002755"/>
                </a:lnTo>
                <a:lnTo>
                  <a:pt x="1011071" y="981466"/>
                </a:lnTo>
                <a:lnTo>
                  <a:pt x="1019660" y="974338"/>
                </a:lnTo>
                <a:lnTo>
                  <a:pt x="1035446" y="970364"/>
                </a:lnTo>
                <a:lnTo>
                  <a:pt x="1054123" y="964226"/>
                </a:lnTo>
                <a:lnTo>
                  <a:pt x="1069457" y="951751"/>
                </a:lnTo>
                <a:lnTo>
                  <a:pt x="1093278" y="909606"/>
                </a:lnTo>
                <a:lnTo>
                  <a:pt x="1142107" y="871626"/>
                </a:lnTo>
                <a:lnTo>
                  <a:pt x="1157170" y="862488"/>
                </a:lnTo>
                <a:lnTo>
                  <a:pt x="1166593" y="852368"/>
                </a:lnTo>
                <a:lnTo>
                  <a:pt x="1174696" y="838839"/>
                </a:lnTo>
                <a:lnTo>
                  <a:pt x="1191288" y="792050"/>
                </a:lnTo>
                <a:lnTo>
                  <a:pt x="1203813" y="753096"/>
                </a:lnTo>
                <a:lnTo>
                  <a:pt x="1208003" y="734774"/>
                </a:lnTo>
                <a:lnTo>
                  <a:pt x="1219310" y="704766"/>
                </a:lnTo>
                <a:lnTo>
                  <a:pt x="1233304" y="685497"/>
                </a:lnTo>
                <a:lnTo>
                  <a:pt x="1247129" y="675235"/>
                </a:lnTo>
                <a:lnTo>
                  <a:pt x="1254093" y="672557"/>
                </a:lnTo>
                <a:lnTo>
                  <a:pt x="1272037" y="667145"/>
                </a:lnTo>
                <a:lnTo>
                  <a:pt x="1295147" y="662013"/>
                </a:lnTo>
                <a:lnTo>
                  <a:pt x="1319570" y="667067"/>
                </a:lnTo>
                <a:lnTo>
                  <a:pt x="1345828" y="678253"/>
                </a:lnTo>
                <a:lnTo>
                  <a:pt x="1375499" y="697363"/>
                </a:lnTo>
                <a:lnTo>
                  <a:pt x="1405862" y="721085"/>
                </a:lnTo>
                <a:lnTo>
                  <a:pt x="1419831" y="733173"/>
                </a:lnTo>
                <a:lnTo>
                  <a:pt x="1434811" y="738514"/>
                </a:lnTo>
                <a:lnTo>
                  <a:pt x="1461417" y="740213"/>
                </a:lnTo>
                <a:lnTo>
                  <a:pt x="1478848" y="739668"/>
                </a:lnTo>
                <a:lnTo>
                  <a:pt x="1506084" y="763388"/>
                </a:lnTo>
                <a:lnTo>
                  <a:pt x="1519798" y="764822"/>
                </a:lnTo>
                <a:lnTo>
                  <a:pt x="1550465" y="771924"/>
                </a:lnTo>
                <a:lnTo>
                  <a:pt x="1588319" y="779262"/>
                </a:lnTo>
                <a:lnTo>
                  <a:pt x="1612141" y="778376"/>
                </a:lnTo>
                <a:lnTo>
                  <a:pt x="1637656" y="765444"/>
                </a:lnTo>
                <a:lnTo>
                  <a:pt x="1656072" y="764899"/>
                </a:lnTo>
                <a:lnTo>
                  <a:pt x="1679868" y="765969"/>
                </a:lnTo>
                <a:lnTo>
                  <a:pt x="1706020" y="762486"/>
                </a:lnTo>
                <a:lnTo>
                  <a:pt x="1725226" y="757012"/>
                </a:lnTo>
                <a:lnTo>
                  <a:pt x="1739943" y="745849"/>
                </a:lnTo>
                <a:lnTo>
                  <a:pt x="1752926" y="733626"/>
                </a:lnTo>
                <a:lnTo>
                  <a:pt x="1767971" y="697136"/>
                </a:lnTo>
                <a:lnTo>
                  <a:pt x="1776708" y="667746"/>
                </a:lnTo>
                <a:lnTo>
                  <a:pt x="1790204" y="633978"/>
                </a:lnTo>
                <a:lnTo>
                  <a:pt x="1806830" y="588218"/>
                </a:lnTo>
                <a:lnTo>
                  <a:pt x="1812871" y="556283"/>
                </a:lnTo>
                <a:lnTo>
                  <a:pt x="1818939" y="547527"/>
                </a:lnTo>
                <a:lnTo>
                  <a:pt x="1842783" y="537941"/>
                </a:lnTo>
                <a:lnTo>
                  <a:pt x="1862505" y="531392"/>
                </a:lnTo>
                <a:lnTo>
                  <a:pt x="1915535" y="519363"/>
                </a:lnTo>
                <a:lnTo>
                  <a:pt x="1926456" y="512789"/>
                </a:lnTo>
                <a:lnTo>
                  <a:pt x="1936527" y="497833"/>
                </a:lnTo>
                <a:lnTo>
                  <a:pt x="1959951" y="472558"/>
                </a:lnTo>
                <a:lnTo>
                  <a:pt x="1988771" y="451602"/>
                </a:lnTo>
                <a:lnTo>
                  <a:pt x="2003667" y="439585"/>
                </a:lnTo>
                <a:lnTo>
                  <a:pt x="2032203" y="336396"/>
                </a:lnTo>
                <a:lnTo>
                  <a:pt x="2035674" y="323669"/>
                </a:lnTo>
                <a:lnTo>
                  <a:pt x="2055820" y="296507"/>
                </a:lnTo>
                <a:lnTo>
                  <a:pt x="2068194" y="285102"/>
                </a:lnTo>
                <a:lnTo>
                  <a:pt x="2076047" y="285027"/>
                </a:lnTo>
                <a:lnTo>
                  <a:pt x="2087324" y="277978"/>
                </a:lnTo>
                <a:lnTo>
                  <a:pt x="2102036" y="263962"/>
                </a:lnTo>
                <a:lnTo>
                  <a:pt x="2119411" y="255474"/>
                </a:lnTo>
                <a:lnTo>
                  <a:pt x="2139439" y="252562"/>
                </a:lnTo>
                <a:lnTo>
                  <a:pt x="2152552" y="243332"/>
                </a:lnTo>
                <a:lnTo>
                  <a:pt x="2158768" y="227839"/>
                </a:lnTo>
                <a:lnTo>
                  <a:pt x="2169192" y="220471"/>
                </a:lnTo>
                <a:lnTo>
                  <a:pt x="2183840" y="221210"/>
                </a:lnTo>
                <a:lnTo>
                  <a:pt x="2192278" y="216436"/>
                </a:lnTo>
                <a:lnTo>
                  <a:pt x="2194547" y="206100"/>
                </a:lnTo>
                <a:lnTo>
                  <a:pt x="2203582" y="197421"/>
                </a:lnTo>
                <a:lnTo>
                  <a:pt x="2219406" y="190386"/>
                </a:lnTo>
                <a:lnTo>
                  <a:pt x="2227802" y="181828"/>
                </a:lnTo>
                <a:lnTo>
                  <a:pt x="2228764" y="171741"/>
                </a:lnTo>
                <a:lnTo>
                  <a:pt x="2247993" y="147614"/>
                </a:lnTo>
                <a:lnTo>
                  <a:pt x="2285599" y="109471"/>
                </a:lnTo>
                <a:lnTo>
                  <a:pt x="2320733" y="88632"/>
                </a:lnTo>
                <a:lnTo>
                  <a:pt x="2353367" y="85106"/>
                </a:lnTo>
                <a:lnTo>
                  <a:pt x="2384391" y="77864"/>
                </a:lnTo>
                <a:lnTo>
                  <a:pt x="2413856" y="66903"/>
                </a:lnTo>
                <a:lnTo>
                  <a:pt x="2435780" y="48974"/>
                </a:lnTo>
                <a:lnTo>
                  <a:pt x="2450179" y="24102"/>
                </a:lnTo>
                <a:lnTo>
                  <a:pt x="2474137" y="10743"/>
                </a:lnTo>
                <a:lnTo>
                  <a:pt x="2521810" y="8161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tural Earth 1:50m boundary: Namibia"/>
          <p:cNvSpPr/>
          <p:nvPr/>
        </p:nvSpPr>
        <p:spPr>
          <a:xfrm>
            <a:off x="1237520" y="2024776"/>
            <a:ext cx="1005905" cy="1521121"/>
          </a:xfrm>
          <a:custGeom>
            <a:avLst/>
            <a:gdLst/>
            <a:ahLst/>
            <a:cxnLst/>
            <a:rect l="l" t="t" r="r" b="b"/>
            <a:pathLst>
              <a:path w="1005905" h="1521121">
                <a:moveTo>
                  <a:pt x="1005905" y="0"/>
                </a:moveTo>
                <a:lnTo>
                  <a:pt x="1005897" y="43"/>
                </a:lnTo>
                <a:lnTo>
                  <a:pt x="975851" y="1025"/>
                </a:lnTo>
                <a:lnTo>
                  <a:pt x="907908" y="3375"/>
                </a:lnTo>
                <a:lnTo>
                  <a:pt x="850741" y="5494"/>
                </a:lnTo>
                <a:lnTo>
                  <a:pt x="804543" y="7301"/>
                </a:lnTo>
                <a:lnTo>
                  <a:pt x="806469" y="59855"/>
                </a:lnTo>
                <a:lnTo>
                  <a:pt x="808753" y="122032"/>
                </a:lnTo>
                <a:lnTo>
                  <a:pt x="811054" y="184199"/>
                </a:lnTo>
                <a:lnTo>
                  <a:pt x="813374" y="246375"/>
                </a:lnTo>
                <a:lnTo>
                  <a:pt x="815731" y="308559"/>
                </a:lnTo>
                <a:lnTo>
                  <a:pt x="818106" y="370753"/>
                </a:lnTo>
                <a:lnTo>
                  <a:pt x="820479" y="432956"/>
                </a:lnTo>
                <a:lnTo>
                  <a:pt x="822871" y="495168"/>
                </a:lnTo>
                <a:lnTo>
                  <a:pt x="825281" y="557408"/>
                </a:lnTo>
                <a:lnTo>
                  <a:pt x="827125" y="604347"/>
                </a:lnTo>
                <a:lnTo>
                  <a:pt x="827330" y="609733"/>
                </a:lnTo>
                <a:lnTo>
                  <a:pt x="830831" y="700936"/>
                </a:lnTo>
                <a:lnTo>
                  <a:pt x="834581" y="797540"/>
                </a:lnTo>
                <a:lnTo>
                  <a:pt x="838374" y="894138"/>
                </a:lnTo>
                <a:lnTo>
                  <a:pt x="842211" y="990771"/>
                </a:lnTo>
                <a:lnTo>
                  <a:pt x="846092" y="1087416"/>
                </a:lnTo>
                <a:lnTo>
                  <a:pt x="850016" y="1184049"/>
                </a:lnTo>
                <a:lnTo>
                  <a:pt x="853984" y="1280713"/>
                </a:lnTo>
                <a:lnTo>
                  <a:pt x="857996" y="1377385"/>
                </a:lnTo>
                <a:lnTo>
                  <a:pt x="859276" y="1408012"/>
                </a:lnTo>
                <a:lnTo>
                  <a:pt x="839574" y="1408447"/>
                </a:lnTo>
                <a:lnTo>
                  <a:pt x="800527" y="1422026"/>
                </a:lnTo>
                <a:lnTo>
                  <a:pt x="775999" y="1438536"/>
                </a:lnTo>
                <a:lnTo>
                  <a:pt x="765969" y="1457950"/>
                </a:lnTo>
                <a:lnTo>
                  <a:pt x="752025" y="1470110"/>
                </a:lnTo>
                <a:lnTo>
                  <a:pt x="734143" y="1475064"/>
                </a:lnTo>
                <a:lnTo>
                  <a:pt x="726635" y="1485104"/>
                </a:lnTo>
                <a:lnTo>
                  <a:pt x="729515" y="1500261"/>
                </a:lnTo>
                <a:lnTo>
                  <a:pt x="723125" y="1512271"/>
                </a:lnTo>
                <a:lnTo>
                  <a:pt x="707473" y="1521121"/>
                </a:lnTo>
                <a:lnTo>
                  <a:pt x="681474" y="1520054"/>
                </a:lnTo>
                <a:lnTo>
                  <a:pt x="645075" y="1509107"/>
                </a:lnTo>
                <a:lnTo>
                  <a:pt x="599415" y="1508503"/>
                </a:lnTo>
                <a:lnTo>
                  <a:pt x="544534" y="1518280"/>
                </a:lnTo>
                <a:lnTo>
                  <a:pt x="504654" y="1517394"/>
                </a:lnTo>
                <a:lnTo>
                  <a:pt x="479719" y="1505698"/>
                </a:lnTo>
                <a:lnTo>
                  <a:pt x="453607" y="1499763"/>
                </a:lnTo>
                <a:lnTo>
                  <a:pt x="426334" y="1499552"/>
                </a:lnTo>
                <a:lnTo>
                  <a:pt x="410242" y="1495031"/>
                </a:lnTo>
                <a:lnTo>
                  <a:pt x="377392" y="1487299"/>
                </a:lnTo>
                <a:lnTo>
                  <a:pt x="370173" y="1470949"/>
                </a:lnTo>
                <a:lnTo>
                  <a:pt x="365577" y="1458501"/>
                </a:lnTo>
                <a:lnTo>
                  <a:pt x="355536" y="1445723"/>
                </a:lnTo>
                <a:lnTo>
                  <a:pt x="353839" y="1435029"/>
                </a:lnTo>
                <a:lnTo>
                  <a:pt x="360533" y="1426374"/>
                </a:lnTo>
                <a:lnTo>
                  <a:pt x="360743" y="1413108"/>
                </a:lnTo>
                <a:lnTo>
                  <a:pt x="354404" y="1395233"/>
                </a:lnTo>
                <a:lnTo>
                  <a:pt x="344888" y="1386940"/>
                </a:lnTo>
                <a:lnTo>
                  <a:pt x="332222" y="1388252"/>
                </a:lnTo>
                <a:lnTo>
                  <a:pt x="323869" y="1381808"/>
                </a:lnTo>
                <a:lnTo>
                  <a:pt x="319845" y="1367603"/>
                </a:lnTo>
                <a:lnTo>
                  <a:pt x="311638" y="1357168"/>
                </a:lnTo>
                <a:lnTo>
                  <a:pt x="293020" y="1347235"/>
                </a:lnTo>
                <a:lnTo>
                  <a:pt x="269963" y="1357203"/>
                </a:lnTo>
                <a:lnTo>
                  <a:pt x="259677" y="1370628"/>
                </a:lnTo>
                <a:lnTo>
                  <a:pt x="254475" y="1390851"/>
                </a:lnTo>
                <a:lnTo>
                  <a:pt x="249195" y="1401169"/>
                </a:lnTo>
                <a:lnTo>
                  <a:pt x="247332" y="1417948"/>
                </a:lnTo>
                <a:lnTo>
                  <a:pt x="246787" y="1429754"/>
                </a:lnTo>
                <a:lnTo>
                  <a:pt x="241571" y="1442651"/>
                </a:lnTo>
                <a:lnTo>
                  <a:pt x="235664" y="1448158"/>
                </a:lnTo>
                <a:lnTo>
                  <a:pt x="229081" y="1446315"/>
                </a:lnTo>
                <a:lnTo>
                  <a:pt x="217329" y="1452152"/>
                </a:lnTo>
                <a:lnTo>
                  <a:pt x="192059" y="1472504"/>
                </a:lnTo>
                <a:lnTo>
                  <a:pt x="185201" y="1482766"/>
                </a:lnTo>
                <a:lnTo>
                  <a:pt x="162448" y="1466715"/>
                </a:lnTo>
                <a:lnTo>
                  <a:pt x="94853" y="1405159"/>
                </a:lnTo>
                <a:lnTo>
                  <a:pt x="93409" y="1404206"/>
                </a:lnTo>
                <a:lnTo>
                  <a:pt x="0" y="5227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tural Earth 1:50m boundary: Mozambique"/>
          <p:cNvSpPr/>
          <p:nvPr/>
        </p:nvSpPr>
        <p:spPr>
          <a:xfrm>
            <a:off x="4331441" y="2048136"/>
            <a:ext cx="511828" cy="1066389"/>
          </a:xfrm>
          <a:custGeom>
            <a:avLst/>
            <a:gdLst/>
            <a:ahLst/>
            <a:cxnLst/>
            <a:rect l="l" t="t" r="r" b="b"/>
            <a:pathLst>
              <a:path w="511828" h="1066389">
                <a:moveTo>
                  <a:pt x="0" y="82633"/>
                </a:moveTo>
                <a:lnTo>
                  <a:pt x="29598" y="61701"/>
                </a:lnTo>
                <a:lnTo>
                  <a:pt x="59738" y="31679"/>
                </a:lnTo>
                <a:lnTo>
                  <a:pt x="91634" y="0"/>
                </a:lnTo>
                <a:lnTo>
                  <a:pt x="511828" y="26043"/>
                </a:lnTo>
                <a:lnTo>
                  <a:pt x="468503" y="694903"/>
                </a:lnTo>
                <a:lnTo>
                  <a:pt x="413796" y="714284"/>
                </a:lnTo>
                <a:lnTo>
                  <a:pt x="376829" y="727443"/>
                </a:lnTo>
                <a:lnTo>
                  <a:pt x="297711" y="772189"/>
                </a:lnTo>
                <a:lnTo>
                  <a:pt x="262486" y="803464"/>
                </a:lnTo>
                <a:lnTo>
                  <a:pt x="246509" y="840938"/>
                </a:lnTo>
                <a:lnTo>
                  <a:pt x="232383" y="857671"/>
                </a:lnTo>
                <a:lnTo>
                  <a:pt x="218244" y="879095"/>
                </a:lnTo>
                <a:lnTo>
                  <a:pt x="228257" y="898886"/>
                </a:lnTo>
                <a:lnTo>
                  <a:pt x="238342" y="914027"/>
                </a:lnTo>
                <a:lnTo>
                  <a:pt x="250668" y="924525"/>
                </a:lnTo>
                <a:lnTo>
                  <a:pt x="256850" y="933293"/>
                </a:lnTo>
                <a:lnTo>
                  <a:pt x="265262" y="939651"/>
                </a:lnTo>
                <a:lnTo>
                  <a:pt x="275959" y="910211"/>
                </a:lnTo>
                <a:lnTo>
                  <a:pt x="280911" y="901164"/>
                </a:lnTo>
                <a:lnTo>
                  <a:pt x="288479" y="900936"/>
                </a:lnTo>
                <a:lnTo>
                  <a:pt x="282023" y="937317"/>
                </a:lnTo>
                <a:lnTo>
                  <a:pt x="265460" y="1062334"/>
                </a:lnTo>
                <a:lnTo>
                  <a:pt x="264613" y="1066389"/>
                </a:lnTo>
                <a:lnTo>
                  <a:pt x="243312" y="1065365"/>
                </a:lnTo>
                <a:lnTo>
                  <a:pt x="206773" y="1064076"/>
                </a:lnTo>
                <a:lnTo>
                  <a:pt x="185169" y="1063320"/>
                </a:lnTo>
                <a:lnTo>
                  <a:pt x="160997" y="1062512"/>
                </a:lnTo>
                <a:lnTo>
                  <a:pt x="131448" y="1054594"/>
                </a:lnTo>
                <a:lnTo>
                  <a:pt x="114520" y="1054887"/>
                </a:lnTo>
                <a:lnTo>
                  <a:pt x="117111" y="985413"/>
                </a:lnTo>
                <a:lnTo>
                  <a:pt x="112506" y="969839"/>
                </a:lnTo>
                <a:lnTo>
                  <a:pt x="107982" y="947206"/>
                </a:lnTo>
                <a:lnTo>
                  <a:pt x="107426" y="932808"/>
                </a:lnTo>
                <a:lnTo>
                  <a:pt x="111853" y="918637"/>
                </a:lnTo>
                <a:lnTo>
                  <a:pt x="114859" y="895956"/>
                </a:lnTo>
                <a:lnTo>
                  <a:pt x="114343" y="875922"/>
                </a:lnTo>
                <a:lnTo>
                  <a:pt x="96860" y="864867"/>
                </a:lnTo>
                <a:lnTo>
                  <a:pt x="93074" y="861458"/>
                </a:lnTo>
                <a:lnTo>
                  <a:pt x="90023" y="845539"/>
                </a:lnTo>
                <a:lnTo>
                  <a:pt x="89763" y="821248"/>
                </a:lnTo>
                <a:lnTo>
                  <a:pt x="104050" y="791131"/>
                </a:lnTo>
                <a:lnTo>
                  <a:pt x="106234" y="731901"/>
                </a:lnTo>
                <a:lnTo>
                  <a:pt x="108857" y="711141"/>
                </a:lnTo>
                <a:lnTo>
                  <a:pt x="110818" y="669944"/>
                </a:lnTo>
                <a:lnTo>
                  <a:pt x="113212" y="620035"/>
                </a:lnTo>
                <a:lnTo>
                  <a:pt x="115351" y="575348"/>
                </a:lnTo>
                <a:lnTo>
                  <a:pt x="117910" y="536813"/>
                </a:lnTo>
                <a:lnTo>
                  <a:pt x="115052" y="518321"/>
                </a:lnTo>
                <a:lnTo>
                  <a:pt x="112397" y="508114"/>
                </a:lnTo>
                <a:lnTo>
                  <a:pt x="104999" y="487222"/>
                </a:lnTo>
                <a:lnTo>
                  <a:pt x="97300" y="444126"/>
                </a:lnTo>
                <a:lnTo>
                  <a:pt x="87240" y="411345"/>
                </a:lnTo>
                <a:lnTo>
                  <a:pt x="73228" y="389324"/>
                </a:lnTo>
                <a:lnTo>
                  <a:pt x="68989" y="377894"/>
                </a:lnTo>
                <a:lnTo>
                  <a:pt x="64852" y="362689"/>
                </a:lnTo>
                <a:lnTo>
                  <a:pt x="51856" y="335601"/>
                </a:lnTo>
                <a:lnTo>
                  <a:pt x="40898" y="319658"/>
                </a:lnTo>
                <a:lnTo>
                  <a:pt x="38302" y="307220"/>
                </a:lnTo>
                <a:lnTo>
                  <a:pt x="40230" y="275499"/>
                </a:lnTo>
                <a:lnTo>
                  <a:pt x="29881" y="217800"/>
                </a:lnTo>
                <a:lnTo>
                  <a:pt x="22300" y="175742"/>
                </a:lnTo>
                <a:lnTo>
                  <a:pt x="10017" y="129992"/>
                </a:lnTo>
                <a:lnTo>
                  <a:pt x="1737" y="99363"/>
                </a:lnTo>
                <a:lnTo>
                  <a:pt x="552" y="94102"/>
                </a:lnTo>
                <a:lnTo>
                  <a:pt x="0" y="82633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tural Earth 1:50m boundary: Lesotho"/>
          <p:cNvSpPr/>
          <p:nvPr/>
        </p:nvSpPr>
        <p:spPr>
          <a:xfrm>
            <a:off x="3450145" y="3451443"/>
            <a:ext cx="447028" cy="444681"/>
          </a:xfrm>
          <a:custGeom>
            <a:avLst/>
            <a:gdLst/>
            <a:ahLst/>
            <a:cxnLst/>
            <a:rect l="l" t="t" r="r" b="b"/>
            <a:pathLst>
              <a:path w="447028" h="444681">
                <a:moveTo>
                  <a:pt x="316733" y="331114"/>
                </a:moveTo>
                <a:lnTo>
                  <a:pt x="299556" y="335930"/>
                </a:lnTo>
                <a:lnTo>
                  <a:pt x="297180" y="336324"/>
                </a:lnTo>
                <a:lnTo>
                  <a:pt x="286319" y="334758"/>
                </a:lnTo>
                <a:lnTo>
                  <a:pt x="271728" y="335594"/>
                </a:lnTo>
                <a:lnTo>
                  <a:pt x="260205" y="338208"/>
                </a:lnTo>
                <a:lnTo>
                  <a:pt x="251303" y="339054"/>
                </a:lnTo>
                <a:lnTo>
                  <a:pt x="236383" y="354054"/>
                </a:lnTo>
                <a:lnTo>
                  <a:pt x="208952" y="394939"/>
                </a:lnTo>
                <a:lnTo>
                  <a:pt x="201724" y="403455"/>
                </a:lnTo>
                <a:lnTo>
                  <a:pt x="199327" y="419750"/>
                </a:lnTo>
                <a:lnTo>
                  <a:pt x="192895" y="432518"/>
                </a:lnTo>
                <a:lnTo>
                  <a:pt x="185188" y="442428"/>
                </a:lnTo>
                <a:lnTo>
                  <a:pt x="177855" y="444681"/>
                </a:lnTo>
                <a:lnTo>
                  <a:pt x="156099" y="440117"/>
                </a:lnTo>
                <a:lnTo>
                  <a:pt x="128267" y="434262"/>
                </a:lnTo>
                <a:lnTo>
                  <a:pt x="112292" y="421339"/>
                </a:lnTo>
                <a:lnTo>
                  <a:pt x="98187" y="404519"/>
                </a:lnTo>
                <a:lnTo>
                  <a:pt x="90805" y="392356"/>
                </a:lnTo>
                <a:lnTo>
                  <a:pt x="82946" y="385602"/>
                </a:lnTo>
                <a:lnTo>
                  <a:pt x="80284" y="381850"/>
                </a:lnTo>
                <a:lnTo>
                  <a:pt x="68989" y="376070"/>
                </a:lnTo>
                <a:lnTo>
                  <a:pt x="64741" y="373115"/>
                </a:lnTo>
                <a:lnTo>
                  <a:pt x="60990" y="370999"/>
                </a:lnTo>
                <a:lnTo>
                  <a:pt x="56550" y="362923"/>
                </a:lnTo>
                <a:lnTo>
                  <a:pt x="53983" y="355948"/>
                </a:lnTo>
                <a:lnTo>
                  <a:pt x="55447" y="336671"/>
                </a:lnTo>
                <a:lnTo>
                  <a:pt x="47617" y="325004"/>
                </a:lnTo>
                <a:lnTo>
                  <a:pt x="34211" y="305099"/>
                </a:lnTo>
                <a:lnTo>
                  <a:pt x="25779" y="288842"/>
                </a:lnTo>
                <a:lnTo>
                  <a:pt x="14240" y="266650"/>
                </a:lnTo>
                <a:lnTo>
                  <a:pt x="7250" y="247708"/>
                </a:lnTo>
                <a:lnTo>
                  <a:pt x="0" y="228086"/>
                </a:lnTo>
                <a:lnTo>
                  <a:pt x="1130" y="219738"/>
                </a:lnTo>
                <a:lnTo>
                  <a:pt x="8502" y="214155"/>
                </a:lnTo>
                <a:lnTo>
                  <a:pt x="30001" y="204735"/>
                </a:lnTo>
                <a:lnTo>
                  <a:pt x="46702" y="197471"/>
                </a:lnTo>
                <a:lnTo>
                  <a:pt x="58826" y="183777"/>
                </a:lnTo>
                <a:lnTo>
                  <a:pt x="72200" y="163341"/>
                </a:lnTo>
                <a:lnTo>
                  <a:pt x="78763" y="151009"/>
                </a:lnTo>
                <a:lnTo>
                  <a:pt x="85171" y="145451"/>
                </a:lnTo>
                <a:lnTo>
                  <a:pt x="92244" y="136808"/>
                </a:lnTo>
                <a:lnTo>
                  <a:pt x="104696" y="117579"/>
                </a:lnTo>
                <a:lnTo>
                  <a:pt x="118578" y="96244"/>
                </a:lnTo>
                <a:lnTo>
                  <a:pt x="133453" y="73325"/>
                </a:lnTo>
                <a:lnTo>
                  <a:pt x="151737" y="67021"/>
                </a:lnTo>
                <a:lnTo>
                  <a:pt x="176687" y="59855"/>
                </a:lnTo>
                <a:lnTo>
                  <a:pt x="201024" y="40167"/>
                </a:lnTo>
                <a:lnTo>
                  <a:pt x="229860" y="23811"/>
                </a:lnTo>
                <a:lnTo>
                  <a:pt x="276223" y="6529"/>
                </a:lnTo>
                <a:lnTo>
                  <a:pt x="297739" y="2450"/>
                </a:lnTo>
                <a:lnTo>
                  <a:pt x="305945" y="0"/>
                </a:lnTo>
                <a:lnTo>
                  <a:pt x="310987" y="3660"/>
                </a:lnTo>
                <a:lnTo>
                  <a:pt x="316125" y="14463"/>
                </a:lnTo>
                <a:lnTo>
                  <a:pt x="323630" y="23599"/>
                </a:lnTo>
                <a:lnTo>
                  <a:pt x="341220" y="39646"/>
                </a:lnTo>
                <a:lnTo>
                  <a:pt x="348761" y="43629"/>
                </a:lnTo>
                <a:lnTo>
                  <a:pt x="366646" y="67145"/>
                </a:lnTo>
                <a:lnTo>
                  <a:pt x="386043" y="83525"/>
                </a:lnTo>
                <a:lnTo>
                  <a:pt x="408327" y="102406"/>
                </a:lnTo>
                <a:lnTo>
                  <a:pt x="423600" y="111961"/>
                </a:lnTo>
                <a:lnTo>
                  <a:pt x="431444" y="114752"/>
                </a:lnTo>
                <a:lnTo>
                  <a:pt x="437447" y="131040"/>
                </a:lnTo>
                <a:lnTo>
                  <a:pt x="443668" y="143193"/>
                </a:lnTo>
                <a:lnTo>
                  <a:pt x="447028" y="154477"/>
                </a:lnTo>
                <a:lnTo>
                  <a:pt x="445860" y="165317"/>
                </a:lnTo>
                <a:lnTo>
                  <a:pt x="437665" y="191627"/>
                </a:lnTo>
                <a:lnTo>
                  <a:pt x="426163" y="218394"/>
                </a:lnTo>
                <a:lnTo>
                  <a:pt x="417335" y="229383"/>
                </a:lnTo>
                <a:lnTo>
                  <a:pt x="406813" y="236148"/>
                </a:lnTo>
                <a:lnTo>
                  <a:pt x="396392" y="246514"/>
                </a:lnTo>
                <a:lnTo>
                  <a:pt x="391787" y="268159"/>
                </a:lnTo>
                <a:lnTo>
                  <a:pt x="386350" y="293624"/>
                </a:lnTo>
                <a:lnTo>
                  <a:pt x="372920" y="303724"/>
                </a:lnTo>
                <a:lnTo>
                  <a:pt x="362524" y="310299"/>
                </a:lnTo>
                <a:lnTo>
                  <a:pt x="348206" y="318321"/>
                </a:lnTo>
                <a:lnTo>
                  <a:pt x="316733" y="33111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tural Earth 1:50m boundary: Botswana"/>
          <p:cNvSpPr/>
          <p:nvPr/>
        </p:nvSpPr>
        <p:spPr>
          <a:xfrm>
            <a:off x="2042063" y="2024776"/>
            <a:ext cx="1902468" cy="1054104"/>
          </a:xfrm>
          <a:custGeom>
            <a:avLst/>
            <a:gdLst/>
            <a:ahLst/>
            <a:cxnLst/>
            <a:rect l="l" t="t" r="r" b="b"/>
            <a:pathLst>
              <a:path w="1902468" h="1054104">
                <a:moveTo>
                  <a:pt x="1836500" y="27"/>
                </a:moveTo>
                <a:lnTo>
                  <a:pt x="1838296" y="4068"/>
                </a:lnTo>
                <a:lnTo>
                  <a:pt x="1844013" y="10569"/>
                </a:lnTo>
                <a:lnTo>
                  <a:pt x="1851061" y="14762"/>
                </a:lnTo>
                <a:lnTo>
                  <a:pt x="1877382" y="18625"/>
                </a:lnTo>
                <a:lnTo>
                  <a:pt x="1892668" y="36124"/>
                </a:lnTo>
                <a:lnTo>
                  <a:pt x="1902468" y="44328"/>
                </a:lnTo>
                <a:lnTo>
                  <a:pt x="1854795" y="46910"/>
                </a:lnTo>
                <a:lnTo>
                  <a:pt x="1830837" y="60269"/>
                </a:lnTo>
                <a:lnTo>
                  <a:pt x="1816438" y="85141"/>
                </a:lnTo>
                <a:lnTo>
                  <a:pt x="1794514" y="103070"/>
                </a:lnTo>
                <a:lnTo>
                  <a:pt x="1765049" y="114031"/>
                </a:lnTo>
                <a:lnTo>
                  <a:pt x="1734025" y="121273"/>
                </a:lnTo>
                <a:lnTo>
                  <a:pt x="1701391" y="124799"/>
                </a:lnTo>
                <a:lnTo>
                  <a:pt x="1666257" y="145638"/>
                </a:lnTo>
                <a:lnTo>
                  <a:pt x="1628651" y="183781"/>
                </a:lnTo>
                <a:lnTo>
                  <a:pt x="1609422" y="207908"/>
                </a:lnTo>
                <a:lnTo>
                  <a:pt x="1608460" y="217995"/>
                </a:lnTo>
                <a:lnTo>
                  <a:pt x="1600064" y="226553"/>
                </a:lnTo>
                <a:lnTo>
                  <a:pt x="1584240" y="233588"/>
                </a:lnTo>
                <a:lnTo>
                  <a:pt x="1575205" y="242267"/>
                </a:lnTo>
                <a:lnTo>
                  <a:pt x="1572936" y="252603"/>
                </a:lnTo>
                <a:lnTo>
                  <a:pt x="1564498" y="257377"/>
                </a:lnTo>
                <a:lnTo>
                  <a:pt x="1549850" y="256638"/>
                </a:lnTo>
                <a:lnTo>
                  <a:pt x="1539426" y="264006"/>
                </a:lnTo>
                <a:lnTo>
                  <a:pt x="1533210" y="279499"/>
                </a:lnTo>
                <a:lnTo>
                  <a:pt x="1520097" y="288729"/>
                </a:lnTo>
                <a:lnTo>
                  <a:pt x="1500069" y="291641"/>
                </a:lnTo>
                <a:lnTo>
                  <a:pt x="1482694" y="300129"/>
                </a:lnTo>
                <a:lnTo>
                  <a:pt x="1467982" y="314145"/>
                </a:lnTo>
                <a:lnTo>
                  <a:pt x="1456705" y="321194"/>
                </a:lnTo>
                <a:lnTo>
                  <a:pt x="1448852" y="321269"/>
                </a:lnTo>
                <a:lnTo>
                  <a:pt x="1436478" y="332674"/>
                </a:lnTo>
                <a:lnTo>
                  <a:pt x="1416332" y="359836"/>
                </a:lnTo>
                <a:lnTo>
                  <a:pt x="1412861" y="372563"/>
                </a:lnTo>
                <a:lnTo>
                  <a:pt x="1384325" y="475752"/>
                </a:lnTo>
                <a:lnTo>
                  <a:pt x="1369429" y="487769"/>
                </a:lnTo>
                <a:lnTo>
                  <a:pt x="1340609" y="508725"/>
                </a:lnTo>
                <a:lnTo>
                  <a:pt x="1317185" y="534000"/>
                </a:lnTo>
                <a:lnTo>
                  <a:pt x="1307114" y="548956"/>
                </a:lnTo>
                <a:lnTo>
                  <a:pt x="1296193" y="555530"/>
                </a:lnTo>
                <a:lnTo>
                  <a:pt x="1243163" y="567559"/>
                </a:lnTo>
                <a:lnTo>
                  <a:pt x="1223441" y="574108"/>
                </a:lnTo>
                <a:lnTo>
                  <a:pt x="1199597" y="583694"/>
                </a:lnTo>
                <a:lnTo>
                  <a:pt x="1193529" y="592450"/>
                </a:lnTo>
                <a:lnTo>
                  <a:pt x="1187488" y="624385"/>
                </a:lnTo>
                <a:lnTo>
                  <a:pt x="1170862" y="670145"/>
                </a:lnTo>
                <a:lnTo>
                  <a:pt x="1157366" y="703913"/>
                </a:lnTo>
                <a:lnTo>
                  <a:pt x="1148629" y="733303"/>
                </a:lnTo>
                <a:lnTo>
                  <a:pt x="1133584" y="769793"/>
                </a:lnTo>
                <a:lnTo>
                  <a:pt x="1120601" y="782016"/>
                </a:lnTo>
                <a:lnTo>
                  <a:pt x="1105884" y="793179"/>
                </a:lnTo>
                <a:lnTo>
                  <a:pt x="1086678" y="798653"/>
                </a:lnTo>
                <a:lnTo>
                  <a:pt x="1060526" y="802136"/>
                </a:lnTo>
                <a:lnTo>
                  <a:pt x="1036730" y="801066"/>
                </a:lnTo>
                <a:lnTo>
                  <a:pt x="1018314" y="801611"/>
                </a:lnTo>
                <a:lnTo>
                  <a:pt x="992799" y="814543"/>
                </a:lnTo>
                <a:lnTo>
                  <a:pt x="968977" y="815429"/>
                </a:lnTo>
                <a:lnTo>
                  <a:pt x="931123" y="808091"/>
                </a:lnTo>
                <a:lnTo>
                  <a:pt x="900456" y="800989"/>
                </a:lnTo>
                <a:lnTo>
                  <a:pt x="886742" y="799555"/>
                </a:lnTo>
                <a:lnTo>
                  <a:pt x="859506" y="775835"/>
                </a:lnTo>
                <a:lnTo>
                  <a:pt x="842075" y="776380"/>
                </a:lnTo>
                <a:lnTo>
                  <a:pt x="815469" y="774681"/>
                </a:lnTo>
                <a:lnTo>
                  <a:pt x="800489" y="769340"/>
                </a:lnTo>
                <a:lnTo>
                  <a:pt x="786520" y="757252"/>
                </a:lnTo>
                <a:lnTo>
                  <a:pt x="756157" y="733530"/>
                </a:lnTo>
                <a:lnTo>
                  <a:pt x="726486" y="714420"/>
                </a:lnTo>
                <a:lnTo>
                  <a:pt x="700228" y="703234"/>
                </a:lnTo>
                <a:lnTo>
                  <a:pt x="675805" y="698180"/>
                </a:lnTo>
                <a:lnTo>
                  <a:pt x="652695" y="703312"/>
                </a:lnTo>
                <a:lnTo>
                  <a:pt x="634751" y="708724"/>
                </a:lnTo>
                <a:lnTo>
                  <a:pt x="627787" y="711402"/>
                </a:lnTo>
                <a:lnTo>
                  <a:pt x="613962" y="721664"/>
                </a:lnTo>
                <a:lnTo>
                  <a:pt x="599968" y="740933"/>
                </a:lnTo>
                <a:lnTo>
                  <a:pt x="588661" y="770941"/>
                </a:lnTo>
                <a:lnTo>
                  <a:pt x="584471" y="789263"/>
                </a:lnTo>
                <a:lnTo>
                  <a:pt x="571946" y="828217"/>
                </a:lnTo>
                <a:lnTo>
                  <a:pt x="555354" y="875006"/>
                </a:lnTo>
                <a:lnTo>
                  <a:pt x="547251" y="888535"/>
                </a:lnTo>
                <a:lnTo>
                  <a:pt x="537828" y="898655"/>
                </a:lnTo>
                <a:lnTo>
                  <a:pt x="522765" y="907793"/>
                </a:lnTo>
                <a:lnTo>
                  <a:pt x="473936" y="945773"/>
                </a:lnTo>
                <a:lnTo>
                  <a:pt x="450115" y="987918"/>
                </a:lnTo>
                <a:lnTo>
                  <a:pt x="434781" y="1000393"/>
                </a:lnTo>
                <a:lnTo>
                  <a:pt x="416104" y="1006531"/>
                </a:lnTo>
                <a:lnTo>
                  <a:pt x="400318" y="1010505"/>
                </a:lnTo>
                <a:lnTo>
                  <a:pt x="391729" y="1017633"/>
                </a:lnTo>
                <a:lnTo>
                  <a:pt x="382486" y="1038922"/>
                </a:lnTo>
                <a:lnTo>
                  <a:pt x="374232" y="1046557"/>
                </a:lnTo>
                <a:lnTo>
                  <a:pt x="364872" y="1049703"/>
                </a:lnTo>
                <a:lnTo>
                  <a:pt x="336570" y="1048000"/>
                </a:lnTo>
                <a:lnTo>
                  <a:pt x="327472" y="1046121"/>
                </a:lnTo>
                <a:lnTo>
                  <a:pt x="252795" y="1052553"/>
                </a:lnTo>
                <a:lnTo>
                  <a:pt x="229775" y="1046644"/>
                </a:lnTo>
                <a:lnTo>
                  <a:pt x="213516" y="1044518"/>
                </a:lnTo>
                <a:lnTo>
                  <a:pt x="188282" y="1054104"/>
                </a:lnTo>
                <a:lnTo>
                  <a:pt x="177415" y="1048754"/>
                </a:lnTo>
                <a:lnTo>
                  <a:pt x="168304" y="1031619"/>
                </a:lnTo>
                <a:lnTo>
                  <a:pt x="162891" y="996719"/>
                </a:lnTo>
                <a:lnTo>
                  <a:pt x="163190" y="966905"/>
                </a:lnTo>
                <a:lnTo>
                  <a:pt x="176316" y="943876"/>
                </a:lnTo>
                <a:lnTo>
                  <a:pt x="187339" y="926963"/>
                </a:lnTo>
                <a:lnTo>
                  <a:pt x="197982" y="905014"/>
                </a:lnTo>
                <a:lnTo>
                  <a:pt x="199157" y="895331"/>
                </a:lnTo>
                <a:lnTo>
                  <a:pt x="196593" y="886712"/>
                </a:lnTo>
                <a:lnTo>
                  <a:pt x="193730" y="869078"/>
                </a:lnTo>
                <a:lnTo>
                  <a:pt x="191906" y="851005"/>
                </a:lnTo>
                <a:lnTo>
                  <a:pt x="174395" y="811947"/>
                </a:lnTo>
                <a:lnTo>
                  <a:pt x="152649" y="760099"/>
                </a:lnTo>
                <a:lnTo>
                  <a:pt x="123776" y="702460"/>
                </a:lnTo>
                <a:lnTo>
                  <a:pt x="114821" y="686655"/>
                </a:lnTo>
                <a:lnTo>
                  <a:pt x="97028" y="661844"/>
                </a:lnTo>
                <a:lnTo>
                  <a:pt x="32577" y="615917"/>
                </a:lnTo>
                <a:lnTo>
                  <a:pt x="22787" y="609733"/>
                </a:lnTo>
                <a:lnTo>
                  <a:pt x="22582" y="604347"/>
                </a:lnTo>
                <a:lnTo>
                  <a:pt x="20738" y="557408"/>
                </a:lnTo>
                <a:lnTo>
                  <a:pt x="18328" y="495168"/>
                </a:lnTo>
                <a:lnTo>
                  <a:pt x="15936" y="432956"/>
                </a:lnTo>
                <a:lnTo>
                  <a:pt x="13563" y="370753"/>
                </a:lnTo>
                <a:lnTo>
                  <a:pt x="11188" y="308559"/>
                </a:lnTo>
                <a:lnTo>
                  <a:pt x="8831" y="246375"/>
                </a:lnTo>
                <a:lnTo>
                  <a:pt x="6511" y="184199"/>
                </a:lnTo>
                <a:lnTo>
                  <a:pt x="4210" y="122032"/>
                </a:lnTo>
                <a:lnTo>
                  <a:pt x="1926" y="59855"/>
                </a:lnTo>
                <a:lnTo>
                  <a:pt x="0" y="7301"/>
                </a:lnTo>
                <a:lnTo>
                  <a:pt x="46198" y="5494"/>
                </a:lnTo>
                <a:lnTo>
                  <a:pt x="103365" y="3375"/>
                </a:lnTo>
                <a:lnTo>
                  <a:pt x="171308" y="1025"/>
                </a:lnTo>
                <a:lnTo>
                  <a:pt x="201354" y="43"/>
                </a:lnTo>
                <a:lnTo>
                  <a:pt x="20136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161943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159342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15675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154181" y="4638587"/>
            <a:ext cx="2574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151621" y="4584271"/>
            <a:ext cx="2560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149074" y="4529951"/>
            <a:ext cx="2547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146541" y="4475628"/>
            <a:ext cx="2533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144021" y="4421303"/>
            <a:ext cx="2520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141515" y="4366974"/>
            <a:ext cx="2506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139022" y="4312643"/>
            <a:ext cx="2493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136543" y="4258310"/>
            <a:ext cx="2479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134077" y="4203975"/>
            <a:ext cx="2466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131625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129187" y="4095300"/>
            <a:ext cx="2438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26762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124350" y="3986620"/>
            <a:ext cx="2412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121952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119568" y="3877938"/>
            <a:ext cx="238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117197" y="3823596"/>
            <a:ext cx="2371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14840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112497" y="3714914"/>
            <a:ext cx="2343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110167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107851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2105548" y="3551894"/>
            <a:ext cx="2303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103259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100984" y="3443221"/>
            <a:ext cx="2275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098722" y="3388887"/>
            <a:ext cx="2262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209647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094240" y="3280226"/>
            <a:ext cx="2234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092020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089813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087620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085440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083274" y="3008621"/>
            <a:ext cx="2166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08112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07898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2076860" y="2845702"/>
            <a:ext cx="2124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2074749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072652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070569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2068500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2066444" y="2574264"/>
            <a:ext cx="2056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064403" y="2519993"/>
            <a:ext cx="2041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062375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060361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2058361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056374" y="2302970"/>
            <a:ext cx="1987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054402" y="2248731"/>
            <a:ext cx="1972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052444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2050499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2048568" y="2086060"/>
            <a:ext cx="1931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2046651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060588" y="4781729"/>
            <a:ext cx="0" cy="5432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060588" y="4727405"/>
            <a:ext cx="0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0588" y="4673077"/>
            <a:ext cx="0" cy="543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060588" y="4618746"/>
            <a:ext cx="0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060588" y="4564411"/>
            <a:ext cx="0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060588" y="4510074"/>
            <a:ext cx="0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060588" y="4455734"/>
            <a:ext cx="0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060588" y="4401391"/>
            <a:ext cx="0" cy="543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060588" y="4347046"/>
            <a:ext cx="0" cy="543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060588" y="4292700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060588" y="4238351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60588" y="4184002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060588" y="4129651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0588" y="4075299"/>
            <a:ext cx="0" cy="543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60588" y="4020946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060588" y="3966593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060588" y="3912240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060588" y="3857887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060588" y="3803534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60588" y="3749181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060588" y="3694830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060588" y="3640479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060588" y="3586130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60588" y="3531783"/>
            <a:ext cx="0" cy="543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60588" y="3477437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60588" y="3423093"/>
            <a:ext cx="0" cy="543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060588" y="3368752"/>
            <a:ext cx="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60588" y="3314413"/>
            <a:ext cx="0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060588" y="3260077"/>
            <a:ext cx="0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060588" y="3205743"/>
            <a:ext cx="0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060588" y="3151414"/>
            <a:ext cx="0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060588" y="3097087"/>
            <a:ext cx="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060588" y="3042765"/>
            <a:ext cx="0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060588" y="2988446"/>
            <a:ext cx="0" cy="543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060588" y="2934132"/>
            <a:ext cx="0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060588" y="2879822"/>
            <a:ext cx="0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060588" y="2825517"/>
            <a:ext cx="0" cy="543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060588" y="2771217"/>
            <a:ext cx="0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060588" y="2716923"/>
            <a:ext cx="0" cy="542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060588" y="2662633"/>
            <a:ext cx="0" cy="542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060588" y="2608350"/>
            <a:ext cx="0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060588" y="2554072"/>
            <a:ext cx="0" cy="542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060588" y="2499801"/>
            <a:ext cx="0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060588" y="2445536"/>
            <a:ext cx="0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060588" y="2391278"/>
            <a:ext cx="0" cy="54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060588" y="2337027"/>
            <a:ext cx="0" cy="54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060588" y="2282783"/>
            <a:ext cx="0" cy="54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060588" y="2228546"/>
            <a:ext cx="0" cy="5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060588" y="2174317"/>
            <a:ext cx="0" cy="542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060588" y="2120097"/>
            <a:ext cx="0" cy="542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060588" y="2065884"/>
            <a:ext cx="0" cy="54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060588" y="2011680"/>
            <a:ext cx="0" cy="542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956620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959234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96183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964422" y="4638587"/>
            <a:ext cx="2573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966995" y="4584271"/>
            <a:ext cx="2561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969556" y="4529951"/>
            <a:ext cx="2546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972102" y="4475628"/>
            <a:ext cx="2534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974636" y="4421303"/>
            <a:ext cx="2519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977155" y="4366974"/>
            <a:ext cx="2507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979662" y="4312643"/>
            <a:ext cx="2492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982154" y="4258310"/>
            <a:ext cx="2480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984634" y="4203975"/>
            <a:ext cx="2465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987099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989551" y="4095300"/>
            <a:ext cx="2439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991990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994415" y="3986620"/>
            <a:ext cx="2411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996826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999224" y="3877938"/>
            <a:ext cx="2385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001609" y="3823596"/>
            <a:ext cx="2370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003979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006336" y="3714914"/>
            <a:ext cx="234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008680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011010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013326" y="3551894"/>
            <a:ext cx="2302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015628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17917" y="3443221"/>
            <a:ext cx="2276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020193" y="3388887"/>
            <a:ext cx="2261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02245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4024702" y="3280226"/>
            <a:ext cx="2235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026937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029157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031364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033557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035737" y="3008621"/>
            <a:ext cx="2165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03790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04005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042192" y="2845702"/>
            <a:ext cx="2125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044317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046428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048525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050608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052677" y="2574264"/>
            <a:ext cx="2055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054732" y="2519993"/>
            <a:ext cx="2042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056774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058802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060816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062816" y="2302970"/>
            <a:ext cx="1986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064802" y="2248731"/>
            <a:ext cx="1973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066775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068733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070678" y="2086060"/>
            <a:ext cx="1930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072608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280602" y="2724480"/>
            <a:ext cx="49286" cy="3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329888" y="2720995"/>
            <a:ext cx="49299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379187" y="2717612"/>
            <a:ext cx="49313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428500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477825" y="2711148"/>
            <a:ext cx="49337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527162" y="2708068"/>
            <a:ext cx="49350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576512" y="2705089"/>
            <a:ext cx="49360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625872" y="2702210"/>
            <a:ext cx="49372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675244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724626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774019" y="2694183"/>
            <a:ext cx="49402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823421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872833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922254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971684" y="2684893"/>
            <a:ext cx="49439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021123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070569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12002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169484" y="2677220"/>
            <a:ext cx="49468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218952" y="2675555"/>
            <a:ext cx="49475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268427" y="2673990"/>
            <a:ext cx="49480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317907" y="2672526"/>
            <a:ext cx="49487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367394" y="2671163"/>
            <a:ext cx="49491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416885" y="2669901"/>
            <a:ext cx="49497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466382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515883" y="2667680"/>
            <a:ext cx="49505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565388" y="2666721"/>
            <a:ext cx="49510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614898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664410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713926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763444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812965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862487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91201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961536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011062" y="2662633"/>
            <a:ext cx="49526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3060588" y="2662633"/>
            <a:ext cx="49527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3110115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15964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209166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258690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308212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357733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407251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456767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506279" y="2666721"/>
            <a:ext cx="49509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555788" y="2667680"/>
            <a:ext cx="49506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605294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654795" y="2669901"/>
            <a:ext cx="49496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704291" y="2671163"/>
            <a:ext cx="49492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753783" y="2672526"/>
            <a:ext cx="49486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803269" y="2673990"/>
            <a:ext cx="49481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852750" y="2675555"/>
            <a:ext cx="49474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902224" y="2677220"/>
            <a:ext cx="49469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95169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001154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050608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100054" y="2684893"/>
            <a:ext cx="49438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149492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198922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248343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297755" y="2694183"/>
            <a:ext cx="49403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347158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396551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445933" y="2702210"/>
            <a:ext cx="49371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495304" y="2705089"/>
            <a:ext cx="4936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544665" y="2708068"/>
            <a:ext cx="49349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4594014" y="2711148"/>
            <a:ext cx="49338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4643352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4692677" y="2717612"/>
            <a:ext cx="49312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4741989" y="2720995"/>
            <a:ext cx="49300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360329" y="3810668"/>
            <a:ext cx="47069" cy="35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407398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454480" y="3803840"/>
            <a:ext cx="47095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501575" y="3800576"/>
            <a:ext cx="47109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548684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595804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642937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690081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737237" y="3785768"/>
            <a:ext cx="47166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784403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831580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878767" y="3778088"/>
            <a:ext cx="47197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925964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973170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020385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067609" y="3769255"/>
            <a:ext cx="47231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2114840" y="3767297"/>
            <a:ext cx="47240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216208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209327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2256581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303841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351108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398380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445658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492941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540229" y="3754199"/>
            <a:ext cx="47291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587520" y="3753246"/>
            <a:ext cx="47296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634816" y="3752393"/>
            <a:ext cx="47299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682115" y="3751640"/>
            <a:ext cx="47303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729418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776723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824030" y="3749984"/>
            <a:ext cx="47309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2871339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2918650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965962" y="3749232"/>
            <a:ext cx="47313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013275" y="3749181"/>
            <a:ext cx="47313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3060588" y="3749181"/>
            <a:ext cx="47314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3107902" y="3749232"/>
            <a:ext cx="47312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3155214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3202526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3249837" y="3749984"/>
            <a:ext cx="47310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3297147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3344454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3391759" y="3751640"/>
            <a:ext cx="47302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439061" y="3752393"/>
            <a:ext cx="47300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486361" y="3753246"/>
            <a:ext cx="47295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3533656" y="3754199"/>
            <a:ext cx="47292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580948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628236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3675519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722797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770069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817336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864596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391185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3959097" y="3767297"/>
            <a:ext cx="47239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4006336" y="3769255"/>
            <a:ext cx="47232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053568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4100792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148007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195213" y="3778088"/>
            <a:ext cx="47196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242409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4289596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4336773" y="3785768"/>
            <a:ext cx="47167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4383940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4431096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4478240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4525373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4572493" y="3800576"/>
            <a:ext cx="47108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4619601" y="3803840"/>
            <a:ext cx="47096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4666697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449843" y="4896584"/>
            <a:ext cx="44580" cy="35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494423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539017" y="4889863"/>
            <a:ext cx="44608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583625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628245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1672878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717523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762180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806848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851527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1896217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940917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985627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2030346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207507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2119812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216455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2209310" y="4852058"/>
            <a:ext cx="44760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2254070" y="4850329"/>
            <a:ext cx="44768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2298838" y="4848698"/>
            <a:ext cx="44774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2343612" y="4847166"/>
            <a:ext cx="44781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2388393" y="4845733"/>
            <a:ext cx="44786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2433179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2477971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2522768" y="4842028"/>
            <a:ext cx="44802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2567570" y="4840990"/>
            <a:ext cx="44806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2612376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2657186" y="4839212"/>
            <a:ext cx="44814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270200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2746817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2791636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2836458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2881282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2926107" y="4836247"/>
            <a:ext cx="44826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2970933" y="4836099"/>
            <a:ext cx="44828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3015761" y="4836050"/>
            <a:ext cx="44827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060588" y="4836050"/>
            <a:ext cx="44828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3105416" y="4836099"/>
            <a:ext cx="44827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3150243" y="4836247"/>
            <a:ext cx="44827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3195070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3239895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284719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3329541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337436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3419177" y="4839212"/>
            <a:ext cx="44813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3463990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3508800" y="4840990"/>
            <a:ext cx="44807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3553607" y="4842028"/>
            <a:ext cx="44801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3598408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3643205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3687997" y="4845733"/>
            <a:ext cx="44787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3732784" y="4847166"/>
            <a:ext cx="44780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3777564" y="4848698"/>
            <a:ext cx="44775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3822339" y="4850329"/>
            <a:ext cx="44767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3867106" y="4852058"/>
            <a:ext cx="44761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391186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3956620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00136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046102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4090831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135550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180260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224960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4269650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4314329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4358997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4403654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4448299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4492932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4537552" y="4889863"/>
            <a:ext cx="44607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4582159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H="1" flipV="1">
            <a:off x="1457008" y="2367020"/>
            <a:ext cx="7700" cy="13021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1383856" y="2156708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420432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457008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640080" y="4855464"/>
            <a:ext cx="980671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640080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130415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620751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/>
          <p:cNvSpPr txBox="1"/>
          <p:nvPr/>
        </p:nvSpPr>
        <p:spPr>
          <a:xfrm>
            <a:off x="621792" y="4645152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474447" y="4645152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398" name="Connector 397"/>
          <p:cNvCxnSpPr/>
          <p:nvPr/>
        </p:nvCxnSpPr>
        <p:spPr>
          <a:xfrm flipV="1">
            <a:off x="1868855" y="4567155"/>
            <a:ext cx="181782" cy="663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2050637" y="4264765"/>
            <a:ext cx="563000" cy="302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2613637" y="3905725"/>
            <a:ext cx="465740" cy="35904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079377" y="3559047"/>
            <a:ext cx="212182" cy="3466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291559" y="3242351"/>
            <a:ext cx="200601" cy="3166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492160" y="2930778"/>
            <a:ext cx="166360" cy="3115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3658520" y="2833733"/>
            <a:ext cx="29880" cy="970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3688400" y="2439825"/>
            <a:ext cx="261410" cy="39390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3949810" y="2081642"/>
            <a:ext cx="120930" cy="35818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868855" y="4633457"/>
            <a:ext cx="363480" cy="83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2232335" y="4641839"/>
            <a:ext cx="310646" cy="225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2542981" y="4615173"/>
            <a:ext cx="56747" cy="491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2599728" y="4615173"/>
            <a:ext cx="165387" cy="1654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2765115" y="4610368"/>
            <a:ext cx="409797" cy="213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3174912" y="4532475"/>
            <a:ext cx="230052" cy="7789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3404964" y="4414656"/>
            <a:ext cx="189092" cy="1178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3594056" y="4106294"/>
            <a:ext cx="170178" cy="30836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3764234" y="3884424"/>
            <a:ext cx="127896" cy="2218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3892130" y="3884424"/>
            <a:ext cx="191569" cy="494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4083699" y="3752296"/>
            <a:ext cx="118537" cy="1815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4202236" y="3515757"/>
            <a:ext cx="178823" cy="2365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4381059" y="3239528"/>
            <a:ext cx="48736" cy="276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 flipV="1">
            <a:off x="4223995" y="3125934"/>
            <a:ext cx="205800" cy="113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 flipV="1">
            <a:off x="4033739" y="3014978"/>
            <a:ext cx="190256" cy="11095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3658520" y="2930778"/>
            <a:ext cx="59012" cy="667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3717532" y="2997556"/>
            <a:ext cx="138363" cy="1934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H="1">
            <a:off x="3855001" y="3191045"/>
            <a:ext cx="894" cy="19796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3855001" y="3389010"/>
            <a:ext cx="116888" cy="2046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3971889" y="3593635"/>
            <a:ext cx="112160" cy="919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4084049" y="3685566"/>
            <a:ext cx="118187" cy="6673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3200910" y="2723845"/>
            <a:ext cx="300874" cy="883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3501784" y="2812192"/>
            <a:ext cx="186616" cy="215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3688400" y="2833733"/>
            <a:ext cx="203684" cy="3229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3892084" y="2793483"/>
            <a:ext cx="345639" cy="725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4237723" y="2793483"/>
            <a:ext cx="199127" cy="40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3291559" y="3559047"/>
            <a:ext cx="90297" cy="3490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381856" y="3908061"/>
            <a:ext cx="27638" cy="2570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409494" y="4165086"/>
            <a:ext cx="96988" cy="1475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506482" y="4312588"/>
            <a:ext cx="87574" cy="1020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1868855" y="4532943"/>
            <a:ext cx="43100" cy="1005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11955" y="4341264"/>
            <a:ext cx="38591" cy="1916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1896184" y="4130558"/>
            <a:ext cx="54362" cy="2107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1710199" y="3718173"/>
            <a:ext cx="185985" cy="4123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 flipV="1">
            <a:off x="1648737" y="3525622"/>
            <a:ext cx="61462" cy="1925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 flipV="1">
            <a:off x="3167457" y="4310359"/>
            <a:ext cx="5945" cy="24783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 flipV="1">
            <a:off x="3062452" y="4073125"/>
            <a:ext cx="105005" cy="23723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 flipV="1">
            <a:off x="2886548" y="3758557"/>
            <a:ext cx="175904" cy="3145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 flipV="1">
            <a:off x="2633384" y="3679331"/>
            <a:ext cx="253164" cy="7922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 flipV="1">
            <a:off x="2146654" y="3432642"/>
            <a:ext cx="486730" cy="2466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H="1" flipV="1">
            <a:off x="2073014" y="2848036"/>
            <a:ext cx="73640" cy="5846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 flipV="1">
            <a:off x="2550452" y="4535867"/>
            <a:ext cx="49276" cy="793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2550452" y="4264765"/>
            <a:ext cx="63185" cy="2711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2613637" y="4169344"/>
            <a:ext cx="103685" cy="954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2717322" y="3758557"/>
            <a:ext cx="169226" cy="41078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2886548" y="3473132"/>
            <a:ext cx="129971" cy="2854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3016519" y="3238633"/>
            <a:ext cx="160199" cy="23449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3176718" y="3068916"/>
            <a:ext cx="209402" cy="1697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3386120" y="3037631"/>
            <a:ext cx="84353" cy="312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3470473" y="2930778"/>
            <a:ext cx="188047" cy="1068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3658520" y="2866028"/>
            <a:ext cx="233564" cy="6475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1710199" y="3585357"/>
            <a:ext cx="280326" cy="1328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1990525" y="3432642"/>
            <a:ext cx="156129" cy="1527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146654" y="3199038"/>
            <a:ext cx="609547" cy="23360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2756201" y="3088454"/>
            <a:ext cx="251801" cy="1105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3008002" y="2953790"/>
            <a:ext cx="381608" cy="13466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3389610" y="2907784"/>
            <a:ext cx="216472" cy="460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3606082" y="2857626"/>
            <a:ext cx="81723" cy="5015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3658520" y="2930778"/>
            <a:ext cx="76126" cy="1290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3734646" y="2943683"/>
            <a:ext cx="127689" cy="518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3862335" y="2995494"/>
            <a:ext cx="171404" cy="194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4033739" y="3014978"/>
            <a:ext cx="160369" cy="419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3016519" y="3338340"/>
            <a:ext cx="15160" cy="1347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 flipV="1">
            <a:off x="3008002" y="3088454"/>
            <a:ext cx="23677" cy="2498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3008002" y="2847569"/>
            <a:ext cx="178459" cy="240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 flipV="1">
            <a:off x="3173242" y="2723700"/>
            <a:ext cx="13219" cy="123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 flipV="1">
            <a:off x="3723745" y="2984684"/>
            <a:ext cx="478491" cy="7676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3616322" y="2984684"/>
            <a:ext cx="107423" cy="77670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>
            <a:off x="3384200" y="3062354"/>
            <a:ext cx="232122" cy="436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3723745" y="2984684"/>
            <a:ext cx="151693" cy="2865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 flipV="1">
            <a:off x="3841551" y="2909987"/>
            <a:ext cx="33887" cy="103354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 flipV="1">
            <a:off x="3714198" y="2825728"/>
            <a:ext cx="127353" cy="8425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 flipV="1">
            <a:off x="3673552" y="2957246"/>
            <a:ext cx="50193" cy="2743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 flipV="1">
            <a:off x="3648721" y="2930534"/>
            <a:ext cx="24831" cy="267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3658520" y="2930778"/>
            <a:ext cx="543716" cy="82151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3016519" y="2930778"/>
            <a:ext cx="642001" cy="54235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>
            <a:off x="28744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>
            <a:off x="1868855" y="3891284"/>
            <a:ext cx="1005596" cy="742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291559" y="2930778"/>
            <a:ext cx="366961" cy="62826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3291559" y="3559047"/>
            <a:ext cx="302497" cy="855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2874451" y="3559047"/>
            <a:ext cx="417108" cy="33223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2874451" y="3891284"/>
            <a:ext cx="300461" cy="71908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2874451" y="3891284"/>
            <a:ext cx="311575" cy="6843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H="1">
            <a:off x="1769381" y="3269820"/>
            <a:ext cx="904603" cy="117767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2673984" y="3269820"/>
            <a:ext cx="342535" cy="20331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28744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658520" y="2930778"/>
            <a:ext cx="375219" cy="8420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033739" y="3014978"/>
            <a:ext cx="377230" cy="51344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Oval 494"/>
          <p:cNvSpPr/>
          <p:nvPr/>
        </p:nvSpPr>
        <p:spPr>
          <a:xfrm>
            <a:off x="4161088" y="371114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3575174" y="302120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3834290" y="297219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843469" y="458268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2465463" y="461762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728233" y="440634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827707" y="45923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501833" y="46232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3133764" y="4569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3144878" y="45345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3552908" y="437350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161088" y="371114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4369821" y="348727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Diamond 507"/>
          <p:cNvSpPr/>
          <p:nvPr/>
        </p:nvSpPr>
        <p:spPr>
          <a:xfrm>
            <a:off x="4161088" y="3711148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4321108" y="3605992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510" name="Diamond 509"/>
          <p:cNvSpPr/>
          <p:nvPr/>
        </p:nvSpPr>
        <p:spPr>
          <a:xfrm>
            <a:off x="3682597" y="294353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42617" y="283838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cxnSp>
        <p:nvCxnSpPr>
          <p:cNvPr id="512" name="Connector 511"/>
          <p:cNvCxnSpPr/>
          <p:nvPr/>
        </p:nvCxnSpPr>
        <p:spPr>
          <a:xfrm flipH="1" flipV="1">
            <a:off x="4084049" y="3685566"/>
            <a:ext cx="118187" cy="66730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 flipV="1">
            <a:off x="3971889" y="3593635"/>
            <a:ext cx="112160" cy="91931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 flipV="1">
            <a:off x="3855001" y="3389010"/>
            <a:ext cx="116888" cy="20462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3855001" y="3191045"/>
            <a:ext cx="894" cy="19796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 flipV="1">
            <a:off x="3717532" y="2997556"/>
            <a:ext cx="138363" cy="19348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H="1" flipV="1">
            <a:off x="3658520" y="2930778"/>
            <a:ext cx="59012" cy="66778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 flipV="1">
            <a:off x="3723745" y="2984684"/>
            <a:ext cx="478491" cy="767612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3764234" y="3884424"/>
            <a:ext cx="127896" cy="221870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3892130" y="3884424"/>
            <a:ext cx="191569" cy="49451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4083699" y="3752296"/>
            <a:ext cx="118537" cy="18157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4202236" y="3515757"/>
            <a:ext cx="178823" cy="23653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4381059" y="3239528"/>
            <a:ext cx="48736" cy="27622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 flipV="1">
            <a:off x="4223995" y="3125934"/>
            <a:ext cx="205800" cy="113594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4033739" y="3014978"/>
            <a:ext cx="190256" cy="110956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 flipV="1">
            <a:off x="3658520" y="2930778"/>
            <a:ext cx="543716" cy="821518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Diamond 526"/>
          <p:cNvSpPr/>
          <p:nvPr/>
        </p:nvSpPr>
        <p:spPr>
          <a:xfrm>
            <a:off x="4119940" y="3670000"/>
            <a:ext cx="164592" cy="164592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2560320" y="4818888"/>
            <a:ext cx="29260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Illustrative routes; no service-area boundary</a:t>
            </a:r>
          </a:p>
        </p:txBody>
      </p:sp>
      <p:sp>
        <p:nvSpPr>
          <p:cNvPr id="529" name="Map frame; common geographic extent"/>
          <p:cNvSpPr/>
          <p:nvPr/>
        </p:nvSpPr>
        <p:spPr>
          <a:xfrm>
            <a:off x="5943600" y="1920240"/>
            <a:ext cx="5166360" cy="3136392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Natural Earth 1:50m boundary: Zimbabwe"/>
          <p:cNvSpPr/>
          <p:nvPr/>
        </p:nvSpPr>
        <p:spPr>
          <a:xfrm>
            <a:off x="9364963" y="2024803"/>
            <a:ext cx="544512" cy="105966"/>
          </a:xfrm>
          <a:custGeom>
            <a:avLst/>
            <a:gdLst/>
            <a:ahLst/>
            <a:cxnLst/>
            <a:rect l="l" t="t" r="r" b="b"/>
            <a:pathLst>
              <a:path w="544512" h="105966">
                <a:moveTo>
                  <a:pt x="452878" y="105966"/>
                </a:moveTo>
                <a:lnTo>
                  <a:pt x="435137" y="92663"/>
                </a:lnTo>
                <a:lnTo>
                  <a:pt x="410483" y="83389"/>
                </a:lnTo>
                <a:lnTo>
                  <a:pt x="378862" y="78160"/>
                </a:lnTo>
                <a:lnTo>
                  <a:pt x="337485" y="77786"/>
                </a:lnTo>
                <a:lnTo>
                  <a:pt x="286413" y="82274"/>
                </a:lnTo>
                <a:lnTo>
                  <a:pt x="232220" y="71738"/>
                </a:lnTo>
                <a:lnTo>
                  <a:pt x="174795" y="46203"/>
                </a:lnTo>
                <a:lnTo>
                  <a:pt x="126657" y="36140"/>
                </a:lnTo>
                <a:lnTo>
                  <a:pt x="68525" y="44135"/>
                </a:lnTo>
                <a:lnTo>
                  <a:pt x="65968" y="44301"/>
                </a:lnTo>
                <a:lnTo>
                  <a:pt x="56168" y="36097"/>
                </a:lnTo>
                <a:lnTo>
                  <a:pt x="40882" y="18598"/>
                </a:lnTo>
                <a:lnTo>
                  <a:pt x="14561" y="14735"/>
                </a:lnTo>
                <a:lnTo>
                  <a:pt x="7513" y="10542"/>
                </a:lnTo>
                <a:lnTo>
                  <a:pt x="1796" y="4041"/>
                </a:lnTo>
                <a:lnTo>
                  <a:pt x="0" y="0"/>
                </a:lnTo>
                <a:lnTo>
                  <a:pt x="544512" y="23333"/>
                </a:lnTo>
                <a:lnTo>
                  <a:pt x="512616" y="55012"/>
                </a:lnTo>
                <a:lnTo>
                  <a:pt x="482476" y="85034"/>
                </a:lnTo>
                <a:lnTo>
                  <a:pt x="452878" y="105966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Natural Earth 1:50m boundary: eSwatini"/>
          <p:cNvSpPr/>
          <p:nvPr/>
        </p:nvSpPr>
        <p:spPr>
          <a:xfrm>
            <a:off x="9676709" y="2856884"/>
            <a:ext cx="258243" cy="345717"/>
          </a:xfrm>
          <a:custGeom>
            <a:avLst/>
            <a:gdLst/>
            <a:ahLst/>
            <a:cxnLst/>
            <a:rect l="l" t="t" r="r" b="b"/>
            <a:pathLst>
              <a:path w="258243" h="345717">
                <a:moveTo>
                  <a:pt x="234206" y="52710"/>
                </a:moveTo>
                <a:lnTo>
                  <a:pt x="237992" y="56119"/>
                </a:lnTo>
                <a:lnTo>
                  <a:pt x="255475" y="67174"/>
                </a:lnTo>
                <a:lnTo>
                  <a:pt x="255991" y="87208"/>
                </a:lnTo>
                <a:lnTo>
                  <a:pt x="252985" y="109889"/>
                </a:lnTo>
                <a:lnTo>
                  <a:pt x="248558" y="124060"/>
                </a:lnTo>
                <a:lnTo>
                  <a:pt x="249114" y="138458"/>
                </a:lnTo>
                <a:lnTo>
                  <a:pt x="253638" y="161091"/>
                </a:lnTo>
                <a:lnTo>
                  <a:pt x="258243" y="176665"/>
                </a:lnTo>
                <a:lnTo>
                  <a:pt x="255652" y="246139"/>
                </a:lnTo>
                <a:lnTo>
                  <a:pt x="249759" y="242598"/>
                </a:lnTo>
                <a:lnTo>
                  <a:pt x="238877" y="238981"/>
                </a:lnTo>
                <a:lnTo>
                  <a:pt x="232952" y="240020"/>
                </a:lnTo>
                <a:lnTo>
                  <a:pt x="225858" y="270813"/>
                </a:lnTo>
                <a:lnTo>
                  <a:pt x="219170" y="316850"/>
                </a:lnTo>
                <a:lnTo>
                  <a:pt x="219935" y="345717"/>
                </a:lnTo>
                <a:lnTo>
                  <a:pt x="178108" y="344223"/>
                </a:lnTo>
                <a:lnTo>
                  <a:pt x="125406" y="338173"/>
                </a:lnTo>
                <a:lnTo>
                  <a:pt x="88172" y="323751"/>
                </a:lnTo>
                <a:lnTo>
                  <a:pt x="48690" y="294261"/>
                </a:lnTo>
                <a:lnTo>
                  <a:pt x="26418" y="250358"/>
                </a:lnTo>
                <a:lnTo>
                  <a:pt x="17032" y="223017"/>
                </a:lnTo>
                <a:lnTo>
                  <a:pt x="2202" y="220746"/>
                </a:lnTo>
                <a:lnTo>
                  <a:pt x="0" y="216068"/>
                </a:lnTo>
                <a:lnTo>
                  <a:pt x="181" y="183289"/>
                </a:lnTo>
                <a:lnTo>
                  <a:pt x="2069" y="148934"/>
                </a:lnTo>
                <a:lnTo>
                  <a:pt x="5273" y="139945"/>
                </a:lnTo>
                <a:lnTo>
                  <a:pt x="34974" y="98990"/>
                </a:lnTo>
                <a:lnTo>
                  <a:pt x="53454" y="73559"/>
                </a:lnTo>
                <a:lnTo>
                  <a:pt x="65398" y="48661"/>
                </a:lnTo>
                <a:lnTo>
                  <a:pt x="90218" y="20022"/>
                </a:lnTo>
                <a:lnTo>
                  <a:pt x="116244" y="2248"/>
                </a:lnTo>
                <a:lnTo>
                  <a:pt x="125699" y="0"/>
                </a:lnTo>
                <a:lnTo>
                  <a:pt x="132045" y="1120"/>
                </a:lnTo>
                <a:lnTo>
                  <a:pt x="174917" y="29712"/>
                </a:lnTo>
                <a:lnTo>
                  <a:pt x="218887" y="57072"/>
                </a:lnTo>
                <a:lnTo>
                  <a:pt x="228871" y="54831"/>
                </a:lnTo>
                <a:lnTo>
                  <a:pt x="234206" y="5271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Natural Earth 1:50m boundary: South Africa"/>
          <p:cNvSpPr/>
          <p:nvPr/>
        </p:nvSpPr>
        <p:spPr>
          <a:xfrm>
            <a:off x="6909121" y="2060943"/>
            <a:ext cx="3173333" cy="2748171"/>
          </a:xfrm>
          <a:custGeom>
            <a:avLst/>
            <a:gdLst/>
            <a:ahLst/>
            <a:cxnLst/>
            <a:rect l="l" t="t" r="r" b="b"/>
            <a:pathLst>
              <a:path w="3173333" h="2748171">
                <a:moveTo>
                  <a:pt x="2521810" y="8161"/>
                </a:moveTo>
                <a:lnTo>
                  <a:pt x="2524367" y="7995"/>
                </a:lnTo>
                <a:lnTo>
                  <a:pt x="2582499" y="0"/>
                </a:lnTo>
                <a:lnTo>
                  <a:pt x="2630637" y="10063"/>
                </a:lnTo>
                <a:lnTo>
                  <a:pt x="2688062" y="35598"/>
                </a:lnTo>
                <a:lnTo>
                  <a:pt x="2742255" y="46134"/>
                </a:lnTo>
                <a:lnTo>
                  <a:pt x="2793327" y="41646"/>
                </a:lnTo>
                <a:lnTo>
                  <a:pt x="2834704" y="42020"/>
                </a:lnTo>
                <a:lnTo>
                  <a:pt x="2866325" y="47249"/>
                </a:lnTo>
                <a:lnTo>
                  <a:pt x="2890979" y="56523"/>
                </a:lnTo>
                <a:lnTo>
                  <a:pt x="2908720" y="69826"/>
                </a:lnTo>
                <a:lnTo>
                  <a:pt x="2909272" y="81295"/>
                </a:lnTo>
                <a:lnTo>
                  <a:pt x="2910457" y="86556"/>
                </a:lnTo>
                <a:lnTo>
                  <a:pt x="2918737" y="117185"/>
                </a:lnTo>
                <a:lnTo>
                  <a:pt x="2931020" y="162935"/>
                </a:lnTo>
                <a:lnTo>
                  <a:pt x="2938601" y="204993"/>
                </a:lnTo>
                <a:lnTo>
                  <a:pt x="2948950" y="262692"/>
                </a:lnTo>
                <a:lnTo>
                  <a:pt x="2947022" y="294413"/>
                </a:lnTo>
                <a:lnTo>
                  <a:pt x="2949618" y="306851"/>
                </a:lnTo>
                <a:lnTo>
                  <a:pt x="2960576" y="322794"/>
                </a:lnTo>
                <a:lnTo>
                  <a:pt x="2973572" y="349882"/>
                </a:lnTo>
                <a:lnTo>
                  <a:pt x="2977709" y="365087"/>
                </a:lnTo>
                <a:lnTo>
                  <a:pt x="2981948" y="376517"/>
                </a:lnTo>
                <a:lnTo>
                  <a:pt x="2995960" y="398538"/>
                </a:lnTo>
                <a:lnTo>
                  <a:pt x="3006020" y="431319"/>
                </a:lnTo>
                <a:lnTo>
                  <a:pt x="3013719" y="474415"/>
                </a:lnTo>
                <a:lnTo>
                  <a:pt x="3021117" y="495307"/>
                </a:lnTo>
                <a:lnTo>
                  <a:pt x="3023772" y="505514"/>
                </a:lnTo>
                <a:lnTo>
                  <a:pt x="3026630" y="524006"/>
                </a:lnTo>
                <a:lnTo>
                  <a:pt x="3024071" y="562541"/>
                </a:lnTo>
                <a:lnTo>
                  <a:pt x="3021932" y="607228"/>
                </a:lnTo>
                <a:lnTo>
                  <a:pt x="3019538" y="657137"/>
                </a:lnTo>
                <a:lnTo>
                  <a:pt x="3017577" y="698334"/>
                </a:lnTo>
                <a:lnTo>
                  <a:pt x="3014954" y="719094"/>
                </a:lnTo>
                <a:lnTo>
                  <a:pt x="3012770" y="778324"/>
                </a:lnTo>
                <a:lnTo>
                  <a:pt x="2998483" y="808441"/>
                </a:lnTo>
                <a:lnTo>
                  <a:pt x="2998743" y="832732"/>
                </a:lnTo>
                <a:lnTo>
                  <a:pt x="3001794" y="848651"/>
                </a:lnTo>
                <a:lnTo>
                  <a:pt x="2996459" y="850772"/>
                </a:lnTo>
                <a:lnTo>
                  <a:pt x="2986475" y="853013"/>
                </a:lnTo>
                <a:lnTo>
                  <a:pt x="2942505" y="825653"/>
                </a:lnTo>
                <a:lnTo>
                  <a:pt x="2899633" y="797061"/>
                </a:lnTo>
                <a:lnTo>
                  <a:pt x="2893287" y="795941"/>
                </a:lnTo>
                <a:lnTo>
                  <a:pt x="2883832" y="798189"/>
                </a:lnTo>
                <a:lnTo>
                  <a:pt x="2857806" y="815963"/>
                </a:lnTo>
                <a:lnTo>
                  <a:pt x="2832986" y="844602"/>
                </a:lnTo>
                <a:lnTo>
                  <a:pt x="2821042" y="869500"/>
                </a:lnTo>
                <a:lnTo>
                  <a:pt x="2802562" y="894931"/>
                </a:lnTo>
                <a:lnTo>
                  <a:pt x="2772861" y="935886"/>
                </a:lnTo>
                <a:lnTo>
                  <a:pt x="2769657" y="944875"/>
                </a:lnTo>
                <a:lnTo>
                  <a:pt x="2767769" y="979230"/>
                </a:lnTo>
                <a:lnTo>
                  <a:pt x="2767588" y="1012009"/>
                </a:lnTo>
                <a:lnTo>
                  <a:pt x="2769790" y="1016687"/>
                </a:lnTo>
                <a:lnTo>
                  <a:pt x="2784620" y="1018958"/>
                </a:lnTo>
                <a:lnTo>
                  <a:pt x="2794006" y="1046299"/>
                </a:lnTo>
                <a:lnTo>
                  <a:pt x="2816278" y="1090202"/>
                </a:lnTo>
                <a:lnTo>
                  <a:pt x="2855760" y="1119692"/>
                </a:lnTo>
                <a:lnTo>
                  <a:pt x="2892994" y="1134114"/>
                </a:lnTo>
                <a:lnTo>
                  <a:pt x="2945696" y="1140164"/>
                </a:lnTo>
                <a:lnTo>
                  <a:pt x="2987523" y="1141658"/>
                </a:lnTo>
                <a:lnTo>
                  <a:pt x="2986758" y="1112791"/>
                </a:lnTo>
                <a:lnTo>
                  <a:pt x="2993446" y="1066754"/>
                </a:lnTo>
                <a:lnTo>
                  <a:pt x="3000540" y="1035961"/>
                </a:lnTo>
                <a:lnTo>
                  <a:pt x="3006465" y="1034922"/>
                </a:lnTo>
                <a:lnTo>
                  <a:pt x="3017347" y="1038539"/>
                </a:lnTo>
                <a:lnTo>
                  <a:pt x="3023240" y="1042080"/>
                </a:lnTo>
                <a:lnTo>
                  <a:pt x="3040168" y="1041787"/>
                </a:lnTo>
                <a:lnTo>
                  <a:pt x="3069717" y="1049705"/>
                </a:lnTo>
                <a:lnTo>
                  <a:pt x="3093889" y="1050513"/>
                </a:lnTo>
                <a:lnTo>
                  <a:pt x="3115493" y="1051269"/>
                </a:lnTo>
                <a:lnTo>
                  <a:pt x="3152032" y="1052558"/>
                </a:lnTo>
                <a:lnTo>
                  <a:pt x="3173333" y="1053582"/>
                </a:lnTo>
                <a:lnTo>
                  <a:pt x="3162978" y="1103266"/>
                </a:lnTo>
                <a:lnTo>
                  <a:pt x="3130307" y="1179992"/>
                </a:lnTo>
                <a:lnTo>
                  <a:pt x="3118625" y="1215394"/>
                </a:lnTo>
                <a:lnTo>
                  <a:pt x="3087052" y="1342612"/>
                </a:lnTo>
                <a:lnTo>
                  <a:pt x="3052452" y="1405567"/>
                </a:lnTo>
                <a:lnTo>
                  <a:pt x="3033701" y="1431292"/>
                </a:lnTo>
                <a:lnTo>
                  <a:pt x="2981488" y="1475702"/>
                </a:lnTo>
                <a:lnTo>
                  <a:pt x="2967211" y="1484506"/>
                </a:lnTo>
                <a:lnTo>
                  <a:pt x="2954672" y="1489949"/>
                </a:lnTo>
                <a:lnTo>
                  <a:pt x="2932759" y="1494136"/>
                </a:lnTo>
                <a:lnTo>
                  <a:pt x="2843117" y="1585308"/>
                </a:lnTo>
                <a:lnTo>
                  <a:pt x="2809297" y="1629874"/>
                </a:lnTo>
                <a:lnTo>
                  <a:pt x="2778020" y="1695827"/>
                </a:lnTo>
                <a:lnTo>
                  <a:pt x="2748601" y="1731430"/>
                </a:lnTo>
                <a:lnTo>
                  <a:pt x="2704317" y="1808365"/>
                </a:lnTo>
                <a:lnTo>
                  <a:pt x="2665419" y="1867596"/>
                </a:lnTo>
                <a:lnTo>
                  <a:pt x="2628397" y="1921561"/>
                </a:lnTo>
                <a:lnTo>
                  <a:pt x="2565626" y="1995453"/>
                </a:lnTo>
                <a:lnTo>
                  <a:pt x="2538401" y="2016465"/>
                </a:lnTo>
                <a:lnTo>
                  <a:pt x="2520257" y="2025862"/>
                </a:lnTo>
                <a:lnTo>
                  <a:pt x="2471510" y="2068409"/>
                </a:lnTo>
                <a:lnTo>
                  <a:pt x="2402875" y="2137350"/>
                </a:lnTo>
                <a:lnTo>
                  <a:pt x="2350308" y="2198894"/>
                </a:lnTo>
                <a:lnTo>
                  <a:pt x="2272972" y="2268333"/>
                </a:lnTo>
                <a:lnTo>
                  <a:pt x="2228732" y="2298519"/>
                </a:lnTo>
                <a:lnTo>
                  <a:pt x="2162152" y="2358682"/>
                </a:lnTo>
                <a:lnTo>
                  <a:pt x="2143866" y="2367389"/>
                </a:lnTo>
                <a:lnTo>
                  <a:pt x="2069650" y="2423264"/>
                </a:lnTo>
                <a:lnTo>
                  <a:pt x="2016681" y="2457168"/>
                </a:lnTo>
                <a:lnTo>
                  <a:pt x="1931514" y="2496283"/>
                </a:lnTo>
                <a:lnTo>
                  <a:pt x="1897849" y="2507172"/>
                </a:lnTo>
                <a:lnTo>
                  <a:pt x="1817939" y="2495841"/>
                </a:lnTo>
                <a:lnTo>
                  <a:pt x="1784470" y="2501182"/>
                </a:lnTo>
                <a:lnTo>
                  <a:pt x="1756411" y="2525456"/>
                </a:lnTo>
                <a:lnTo>
                  <a:pt x="1753609" y="2560546"/>
                </a:lnTo>
                <a:lnTo>
                  <a:pt x="1741980" y="2565748"/>
                </a:lnTo>
                <a:lnTo>
                  <a:pt x="1724405" y="2564096"/>
                </a:lnTo>
                <a:lnTo>
                  <a:pt x="1668667" y="2549294"/>
                </a:lnTo>
                <a:lnTo>
                  <a:pt x="1638399" y="2552073"/>
                </a:lnTo>
                <a:lnTo>
                  <a:pt x="1620750" y="2570799"/>
                </a:lnTo>
                <a:lnTo>
                  <a:pt x="1606575" y="2594543"/>
                </a:lnTo>
                <a:lnTo>
                  <a:pt x="1564644" y="2595859"/>
                </a:lnTo>
                <a:lnTo>
                  <a:pt x="1489782" y="2571703"/>
                </a:lnTo>
                <a:lnTo>
                  <a:pt x="1401666" y="2557578"/>
                </a:lnTo>
                <a:lnTo>
                  <a:pt x="1381274" y="2556165"/>
                </a:lnTo>
                <a:lnTo>
                  <a:pt x="1338904" y="2574946"/>
                </a:lnTo>
                <a:lnTo>
                  <a:pt x="1324047" y="2577819"/>
                </a:lnTo>
                <a:lnTo>
                  <a:pt x="1261904" y="2574949"/>
                </a:lnTo>
                <a:lnTo>
                  <a:pt x="1227224" y="2564101"/>
                </a:lnTo>
                <a:lnTo>
                  <a:pt x="1194274" y="2564738"/>
                </a:lnTo>
                <a:lnTo>
                  <a:pt x="1169244" y="2574802"/>
                </a:lnTo>
                <a:lnTo>
                  <a:pt x="1138720" y="2578849"/>
                </a:lnTo>
                <a:lnTo>
                  <a:pt x="1058036" y="2646961"/>
                </a:lnTo>
                <a:lnTo>
                  <a:pt x="1015492" y="2648289"/>
                </a:lnTo>
                <a:lnTo>
                  <a:pt x="979049" y="2657072"/>
                </a:lnTo>
                <a:lnTo>
                  <a:pt x="960845" y="2657409"/>
                </a:lnTo>
                <a:lnTo>
                  <a:pt x="926452" y="2649351"/>
                </a:lnTo>
                <a:lnTo>
                  <a:pt x="913789" y="2650409"/>
                </a:lnTo>
                <a:lnTo>
                  <a:pt x="894570" y="2655239"/>
                </a:lnTo>
                <a:lnTo>
                  <a:pt x="875626" y="2667556"/>
                </a:lnTo>
                <a:lnTo>
                  <a:pt x="831696" y="2674271"/>
                </a:lnTo>
                <a:lnTo>
                  <a:pt x="814972" y="2684839"/>
                </a:lnTo>
                <a:lnTo>
                  <a:pt x="743292" y="2748171"/>
                </a:lnTo>
                <a:lnTo>
                  <a:pt x="726248" y="2746525"/>
                </a:lnTo>
                <a:lnTo>
                  <a:pt x="712366" y="2743218"/>
                </a:lnTo>
                <a:lnTo>
                  <a:pt x="673736" y="2744286"/>
                </a:lnTo>
                <a:lnTo>
                  <a:pt x="628323" y="2714330"/>
                </a:lnTo>
                <a:lnTo>
                  <a:pt x="611672" y="2717202"/>
                </a:lnTo>
                <a:lnTo>
                  <a:pt x="615642" y="2707368"/>
                </a:lnTo>
                <a:lnTo>
                  <a:pt x="616071" y="2690268"/>
                </a:lnTo>
                <a:lnTo>
                  <a:pt x="606170" y="2678705"/>
                </a:lnTo>
                <a:lnTo>
                  <a:pt x="599615" y="2673654"/>
                </a:lnTo>
                <a:lnTo>
                  <a:pt x="582469" y="2675530"/>
                </a:lnTo>
                <a:lnTo>
                  <a:pt x="572507" y="2661494"/>
                </a:lnTo>
                <a:lnTo>
                  <a:pt x="546082" y="2661500"/>
                </a:lnTo>
                <a:lnTo>
                  <a:pt x="537179" y="2665657"/>
                </a:lnTo>
                <a:lnTo>
                  <a:pt x="524572" y="2667082"/>
                </a:lnTo>
                <a:lnTo>
                  <a:pt x="522583" y="2652465"/>
                </a:lnTo>
                <a:lnTo>
                  <a:pt x="523044" y="2643163"/>
                </a:lnTo>
                <a:lnTo>
                  <a:pt x="521435" y="2628993"/>
                </a:lnTo>
                <a:lnTo>
                  <a:pt x="517238" y="2611729"/>
                </a:lnTo>
                <a:lnTo>
                  <a:pt x="506675" y="2606731"/>
                </a:lnTo>
                <a:lnTo>
                  <a:pt x="498683" y="2604830"/>
                </a:lnTo>
                <a:lnTo>
                  <a:pt x="480046" y="2607060"/>
                </a:lnTo>
                <a:lnTo>
                  <a:pt x="467278" y="2609654"/>
                </a:lnTo>
                <a:lnTo>
                  <a:pt x="461538" y="2615068"/>
                </a:lnTo>
                <a:lnTo>
                  <a:pt x="455415" y="2628233"/>
                </a:lnTo>
                <a:lnTo>
                  <a:pt x="457741" y="2667073"/>
                </a:lnTo>
                <a:lnTo>
                  <a:pt x="447807" y="2656472"/>
                </a:lnTo>
                <a:lnTo>
                  <a:pt x="435830" y="2633817"/>
                </a:lnTo>
                <a:lnTo>
                  <a:pt x="430895" y="2609198"/>
                </a:lnTo>
                <a:lnTo>
                  <a:pt x="432844" y="2579620"/>
                </a:lnTo>
                <a:lnTo>
                  <a:pt x="452180" y="2567326"/>
                </a:lnTo>
                <a:lnTo>
                  <a:pt x="449401" y="2547582"/>
                </a:lnTo>
                <a:lnTo>
                  <a:pt x="444090" y="2530622"/>
                </a:lnTo>
                <a:lnTo>
                  <a:pt x="418914" y="2487864"/>
                </a:lnTo>
                <a:lnTo>
                  <a:pt x="408874" y="2468226"/>
                </a:lnTo>
                <a:lnTo>
                  <a:pt x="388914" y="2455697"/>
                </a:lnTo>
                <a:lnTo>
                  <a:pt x="371943" y="2423687"/>
                </a:lnTo>
                <a:lnTo>
                  <a:pt x="356168" y="2412656"/>
                </a:lnTo>
                <a:lnTo>
                  <a:pt x="348427" y="2390020"/>
                </a:lnTo>
                <a:lnTo>
                  <a:pt x="332564" y="2372488"/>
                </a:lnTo>
                <a:lnTo>
                  <a:pt x="325676" y="2343668"/>
                </a:lnTo>
                <a:lnTo>
                  <a:pt x="332684" y="2326448"/>
                </a:lnTo>
                <a:lnTo>
                  <a:pt x="344911" y="2316558"/>
                </a:lnTo>
                <a:lnTo>
                  <a:pt x="358910" y="2330211"/>
                </a:lnTo>
                <a:lnTo>
                  <a:pt x="374768" y="2323591"/>
                </a:lnTo>
                <a:lnTo>
                  <a:pt x="396539" y="2301154"/>
                </a:lnTo>
                <a:lnTo>
                  <a:pt x="408241" y="2268381"/>
                </a:lnTo>
                <a:lnTo>
                  <a:pt x="405969" y="2217173"/>
                </a:lnTo>
                <a:lnTo>
                  <a:pt x="400497" y="2185420"/>
                </a:lnTo>
                <a:lnTo>
                  <a:pt x="376988" y="2103927"/>
                </a:lnTo>
                <a:lnTo>
                  <a:pt x="367080" y="2085470"/>
                </a:lnTo>
                <a:lnTo>
                  <a:pt x="321590" y="2028872"/>
                </a:lnTo>
                <a:lnTo>
                  <a:pt x="267874" y="1952746"/>
                </a:lnTo>
                <a:lnTo>
                  <a:pt x="197818" y="1831933"/>
                </a:lnTo>
                <a:lnTo>
                  <a:pt x="163064" y="1758920"/>
                </a:lnTo>
                <a:lnTo>
                  <a:pt x="107570" y="1610641"/>
                </a:lnTo>
                <a:lnTo>
                  <a:pt x="61653" y="1527780"/>
                </a:lnTo>
                <a:lnTo>
                  <a:pt x="6710" y="1451341"/>
                </a:lnTo>
                <a:lnTo>
                  <a:pt x="0" y="1446599"/>
                </a:lnTo>
                <a:lnTo>
                  <a:pt x="6858" y="1436337"/>
                </a:lnTo>
                <a:lnTo>
                  <a:pt x="32128" y="1415985"/>
                </a:lnTo>
                <a:lnTo>
                  <a:pt x="43880" y="1410148"/>
                </a:lnTo>
                <a:lnTo>
                  <a:pt x="50463" y="1411991"/>
                </a:lnTo>
                <a:lnTo>
                  <a:pt x="56370" y="1406484"/>
                </a:lnTo>
                <a:lnTo>
                  <a:pt x="61586" y="1393587"/>
                </a:lnTo>
                <a:lnTo>
                  <a:pt x="62131" y="1381781"/>
                </a:lnTo>
                <a:lnTo>
                  <a:pt x="63994" y="1365002"/>
                </a:lnTo>
                <a:lnTo>
                  <a:pt x="69274" y="1354684"/>
                </a:lnTo>
                <a:lnTo>
                  <a:pt x="74476" y="1334461"/>
                </a:lnTo>
                <a:lnTo>
                  <a:pt x="84762" y="1321036"/>
                </a:lnTo>
                <a:lnTo>
                  <a:pt x="107819" y="1311068"/>
                </a:lnTo>
                <a:lnTo>
                  <a:pt x="126437" y="1321001"/>
                </a:lnTo>
                <a:lnTo>
                  <a:pt x="134644" y="1331436"/>
                </a:lnTo>
                <a:lnTo>
                  <a:pt x="138668" y="1345641"/>
                </a:lnTo>
                <a:lnTo>
                  <a:pt x="147021" y="1352085"/>
                </a:lnTo>
                <a:lnTo>
                  <a:pt x="159687" y="1350773"/>
                </a:lnTo>
                <a:lnTo>
                  <a:pt x="169203" y="1359066"/>
                </a:lnTo>
                <a:lnTo>
                  <a:pt x="175542" y="1376941"/>
                </a:lnTo>
                <a:lnTo>
                  <a:pt x="175332" y="1390207"/>
                </a:lnTo>
                <a:lnTo>
                  <a:pt x="168638" y="1398862"/>
                </a:lnTo>
                <a:lnTo>
                  <a:pt x="170335" y="1409556"/>
                </a:lnTo>
                <a:lnTo>
                  <a:pt x="180376" y="1422334"/>
                </a:lnTo>
                <a:lnTo>
                  <a:pt x="184972" y="1434782"/>
                </a:lnTo>
                <a:lnTo>
                  <a:pt x="192191" y="1451132"/>
                </a:lnTo>
                <a:lnTo>
                  <a:pt x="225041" y="1458864"/>
                </a:lnTo>
                <a:lnTo>
                  <a:pt x="241133" y="1463385"/>
                </a:lnTo>
                <a:lnTo>
                  <a:pt x="268406" y="1463596"/>
                </a:lnTo>
                <a:lnTo>
                  <a:pt x="294518" y="1469531"/>
                </a:lnTo>
                <a:lnTo>
                  <a:pt x="319453" y="1481227"/>
                </a:lnTo>
                <a:lnTo>
                  <a:pt x="359333" y="1482113"/>
                </a:lnTo>
                <a:lnTo>
                  <a:pt x="414214" y="1472336"/>
                </a:lnTo>
                <a:lnTo>
                  <a:pt x="459874" y="1472940"/>
                </a:lnTo>
                <a:lnTo>
                  <a:pt x="496273" y="1483887"/>
                </a:lnTo>
                <a:lnTo>
                  <a:pt x="522272" y="1484954"/>
                </a:lnTo>
                <a:lnTo>
                  <a:pt x="537924" y="1476104"/>
                </a:lnTo>
                <a:lnTo>
                  <a:pt x="544314" y="1464094"/>
                </a:lnTo>
                <a:lnTo>
                  <a:pt x="541434" y="1448937"/>
                </a:lnTo>
                <a:lnTo>
                  <a:pt x="548942" y="1438897"/>
                </a:lnTo>
                <a:lnTo>
                  <a:pt x="566824" y="1433943"/>
                </a:lnTo>
                <a:lnTo>
                  <a:pt x="580768" y="1421783"/>
                </a:lnTo>
                <a:lnTo>
                  <a:pt x="590798" y="1402369"/>
                </a:lnTo>
                <a:lnTo>
                  <a:pt x="615326" y="1385859"/>
                </a:lnTo>
                <a:lnTo>
                  <a:pt x="654373" y="1372280"/>
                </a:lnTo>
                <a:lnTo>
                  <a:pt x="674075" y="1371845"/>
                </a:lnTo>
                <a:lnTo>
                  <a:pt x="672795" y="1341218"/>
                </a:lnTo>
                <a:lnTo>
                  <a:pt x="668783" y="1244546"/>
                </a:lnTo>
                <a:lnTo>
                  <a:pt x="664815" y="1147882"/>
                </a:lnTo>
                <a:lnTo>
                  <a:pt x="660891" y="1051249"/>
                </a:lnTo>
                <a:lnTo>
                  <a:pt x="657010" y="954604"/>
                </a:lnTo>
                <a:lnTo>
                  <a:pt x="653173" y="857971"/>
                </a:lnTo>
                <a:lnTo>
                  <a:pt x="649380" y="761373"/>
                </a:lnTo>
                <a:lnTo>
                  <a:pt x="645630" y="664769"/>
                </a:lnTo>
                <a:lnTo>
                  <a:pt x="642129" y="573566"/>
                </a:lnTo>
                <a:lnTo>
                  <a:pt x="651919" y="579750"/>
                </a:lnTo>
                <a:lnTo>
                  <a:pt x="716370" y="625677"/>
                </a:lnTo>
                <a:lnTo>
                  <a:pt x="734163" y="650488"/>
                </a:lnTo>
                <a:lnTo>
                  <a:pt x="743118" y="666293"/>
                </a:lnTo>
                <a:lnTo>
                  <a:pt x="771991" y="723932"/>
                </a:lnTo>
                <a:lnTo>
                  <a:pt x="793737" y="775780"/>
                </a:lnTo>
                <a:lnTo>
                  <a:pt x="811248" y="814838"/>
                </a:lnTo>
                <a:lnTo>
                  <a:pt x="813072" y="832911"/>
                </a:lnTo>
                <a:lnTo>
                  <a:pt x="815935" y="850545"/>
                </a:lnTo>
                <a:lnTo>
                  <a:pt x="818499" y="859164"/>
                </a:lnTo>
                <a:lnTo>
                  <a:pt x="817324" y="868847"/>
                </a:lnTo>
                <a:lnTo>
                  <a:pt x="806681" y="890796"/>
                </a:lnTo>
                <a:lnTo>
                  <a:pt x="795658" y="907709"/>
                </a:lnTo>
                <a:lnTo>
                  <a:pt x="782532" y="930738"/>
                </a:lnTo>
                <a:lnTo>
                  <a:pt x="782233" y="960552"/>
                </a:lnTo>
                <a:lnTo>
                  <a:pt x="787646" y="995452"/>
                </a:lnTo>
                <a:lnTo>
                  <a:pt x="796757" y="1012587"/>
                </a:lnTo>
                <a:lnTo>
                  <a:pt x="807624" y="1017937"/>
                </a:lnTo>
                <a:lnTo>
                  <a:pt x="832858" y="1008351"/>
                </a:lnTo>
                <a:lnTo>
                  <a:pt x="849117" y="1010477"/>
                </a:lnTo>
                <a:lnTo>
                  <a:pt x="872137" y="1016386"/>
                </a:lnTo>
                <a:lnTo>
                  <a:pt x="946814" y="1009954"/>
                </a:lnTo>
                <a:lnTo>
                  <a:pt x="955912" y="1011833"/>
                </a:lnTo>
                <a:lnTo>
                  <a:pt x="984214" y="1013536"/>
                </a:lnTo>
                <a:lnTo>
                  <a:pt x="993574" y="1010390"/>
                </a:lnTo>
                <a:lnTo>
                  <a:pt x="1001828" y="1002755"/>
                </a:lnTo>
                <a:lnTo>
                  <a:pt x="1011071" y="981466"/>
                </a:lnTo>
                <a:lnTo>
                  <a:pt x="1019660" y="974338"/>
                </a:lnTo>
                <a:lnTo>
                  <a:pt x="1035446" y="970364"/>
                </a:lnTo>
                <a:lnTo>
                  <a:pt x="1054123" y="964226"/>
                </a:lnTo>
                <a:lnTo>
                  <a:pt x="1069457" y="951751"/>
                </a:lnTo>
                <a:lnTo>
                  <a:pt x="1093278" y="909606"/>
                </a:lnTo>
                <a:lnTo>
                  <a:pt x="1142107" y="871626"/>
                </a:lnTo>
                <a:lnTo>
                  <a:pt x="1157170" y="862488"/>
                </a:lnTo>
                <a:lnTo>
                  <a:pt x="1166593" y="852368"/>
                </a:lnTo>
                <a:lnTo>
                  <a:pt x="1174696" y="838839"/>
                </a:lnTo>
                <a:lnTo>
                  <a:pt x="1191288" y="792050"/>
                </a:lnTo>
                <a:lnTo>
                  <a:pt x="1203813" y="753096"/>
                </a:lnTo>
                <a:lnTo>
                  <a:pt x="1208003" y="734774"/>
                </a:lnTo>
                <a:lnTo>
                  <a:pt x="1219310" y="704766"/>
                </a:lnTo>
                <a:lnTo>
                  <a:pt x="1233304" y="685497"/>
                </a:lnTo>
                <a:lnTo>
                  <a:pt x="1247129" y="675235"/>
                </a:lnTo>
                <a:lnTo>
                  <a:pt x="1254093" y="672557"/>
                </a:lnTo>
                <a:lnTo>
                  <a:pt x="1272037" y="667145"/>
                </a:lnTo>
                <a:lnTo>
                  <a:pt x="1295147" y="662013"/>
                </a:lnTo>
                <a:lnTo>
                  <a:pt x="1319570" y="667067"/>
                </a:lnTo>
                <a:lnTo>
                  <a:pt x="1345828" y="678253"/>
                </a:lnTo>
                <a:lnTo>
                  <a:pt x="1375499" y="697363"/>
                </a:lnTo>
                <a:lnTo>
                  <a:pt x="1405862" y="721085"/>
                </a:lnTo>
                <a:lnTo>
                  <a:pt x="1419831" y="733173"/>
                </a:lnTo>
                <a:lnTo>
                  <a:pt x="1434811" y="738514"/>
                </a:lnTo>
                <a:lnTo>
                  <a:pt x="1461417" y="740213"/>
                </a:lnTo>
                <a:lnTo>
                  <a:pt x="1478848" y="739668"/>
                </a:lnTo>
                <a:lnTo>
                  <a:pt x="1506084" y="763388"/>
                </a:lnTo>
                <a:lnTo>
                  <a:pt x="1519798" y="764822"/>
                </a:lnTo>
                <a:lnTo>
                  <a:pt x="1550465" y="771924"/>
                </a:lnTo>
                <a:lnTo>
                  <a:pt x="1588319" y="779262"/>
                </a:lnTo>
                <a:lnTo>
                  <a:pt x="1612141" y="778376"/>
                </a:lnTo>
                <a:lnTo>
                  <a:pt x="1637656" y="765444"/>
                </a:lnTo>
                <a:lnTo>
                  <a:pt x="1656072" y="764899"/>
                </a:lnTo>
                <a:lnTo>
                  <a:pt x="1679868" y="765969"/>
                </a:lnTo>
                <a:lnTo>
                  <a:pt x="1706020" y="762486"/>
                </a:lnTo>
                <a:lnTo>
                  <a:pt x="1725226" y="757012"/>
                </a:lnTo>
                <a:lnTo>
                  <a:pt x="1739943" y="745849"/>
                </a:lnTo>
                <a:lnTo>
                  <a:pt x="1752926" y="733626"/>
                </a:lnTo>
                <a:lnTo>
                  <a:pt x="1767971" y="697136"/>
                </a:lnTo>
                <a:lnTo>
                  <a:pt x="1776708" y="667746"/>
                </a:lnTo>
                <a:lnTo>
                  <a:pt x="1790204" y="633978"/>
                </a:lnTo>
                <a:lnTo>
                  <a:pt x="1806830" y="588218"/>
                </a:lnTo>
                <a:lnTo>
                  <a:pt x="1812871" y="556283"/>
                </a:lnTo>
                <a:lnTo>
                  <a:pt x="1818939" y="547527"/>
                </a:lnTo>
                <a:lnTo>
                  <a:pt x="1842783" y="537941"/>
                </a:lnTo>
                <a:lnTo>
                  <a:pt x="1862505" y="531392"/>
                </a:lnTo>
                <a:lnTo>
                  <a:pt x="1915535" y="519363"/>
                </a:lnTo>
                <a:lnTo>
                  <a:pt x="1926456" y="512789"/>
                </a:lnTo>
                <a:lnTo>
                  <a:pt x="1936527" y="497833"/>
                </a:lnTo>
                <a:lnTo>
                  <a:pt x="1959951" y="472558"/>
                </a:lnTo>
                <a:lnTo>
                  <a:pt x="1988771" y="451602"/>
                </a:lnTo>
                <a:lnTo>
                  <a:pt x="2003667" y="439585"/>
                </a:lnTo>
                <a:lnTo>
                  <a:pt x="2032203" y="336396"/>
                </a:lnTo>
                <a:lnTo>
                  <a:pt x="2035674" y="323669"/>
                </a:lnTo>
                <a:lnTo>
                  <a:pt x="2055820" y="296507"/>
                </a:lnTo>
                <a:lnTo>
                  <a:pt x="2068194" y="285102"/>
                </a:lnTo>
                <a:lnTo>
                  <a:pt x="2076047" y="285027"/>
                </a:lnTo>
                <a:lnTo>
                  <a:pt x="2087324" y="277978"/>
                </a:lnTo>
                <a:lnTo>
                  <a:pt x="2102036" y="263962"/>
                </a:lnTo>
                <a:lnTo>
                  <a:pt x="2119411" y="255474"/>
                </a:lnTo>
                <a:lnTo>
                  <a:pt x="2139439" y="252562"/>
                </a:lnTo>
                <a:lnTo>
                  <a:pt x="2152552" y="243332"/>
                </a:lnTo>
                <a:lnTo>
                  <a:pt x="2158768" y="227839"/>
                </a:lnTo>
                <a:lnTo>
                  <a:pt x="2169192" y="220471"/>
                </a:lnTo>
                <a:lnTo>
                  <a:pt x="2183840" y="221210"/>
                </a:lnTo>
                <a:lnTo>
                  <a:pt x="2192278" y="216436"/>
                </a:lnTo>
                <a:lnTo>
                  <a:pt x="2194547" y="206100"/>
                </a:lnTo>
                <a:lnTo>
                  <a:pt x="2203582" y="197421"/>
                </a:lnTo>
                <a:lnTo>
                  <a:pt x="2219406" y="190386"/>
                </a:lnTo>
                <a:lnTo>
                  <a:pt x="2227802" y="181828"/>
                </a:lnTo>
                <a:lnTo>
                  <a:pt x="2228764" y="171741"/>
                </a:lnTo>
                <a:lnTo>
                  <a:pt x="2247993" y="147614"/>
                </a:lnTo>
                <a:lnTo>
                  <a:pt x="2285599" y="109471"/>
                </a:lnTo>
                <a:lnTo>
                  <a:pt x="2320733" y="88632"/>
                </a:lnTo>
                <a:lnTo>
                  <a:pt x="2353367" y="85106"/>
                </a:lnTo>
                <a:lnTo>
                  <a:pt x="2384391" y="77864"/>
                </a:lnTo>
                <a:lnTo>
                  <a:pt x="2413856" y="66903"/>
                </a:lnTo>
                <a:lnTo>
                  <a:pt x="2435780" y="48974"/>
                </a:lnTo>
                <a:lnTo>
                  <a:pt x="2450179" y="24102"/>
                </a:lnTo>
                <a:lnTo>
                  <a:pt x="2474137" y="10743"/>
                </a:lnTo>
                <a:lnTo>
                  <a:pt x="2521810" y="8161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Natural Earth 1:50m boundary: Namibia"/>
          <p:cNvSpPr/>
          <p:nvPr/>
        </p:nvSpPr>
        <p:spPr>
          <a:xfrm>
            <a:off x="6723920" y="2024776"/>
            <a:ext cx="1005905" cy="1521121"/>
          </a:xfrm>
          <a:custGeom>
            <a:avLst/>
            <a:gdLst/>
            <a:ahLst/>
            <a:cxnLst/>
            <a:rect l="l" t="t" r="r" b="b"/>
            <a:pathLst>
              <a:path w="1005905" h="1521121">
                <a:moveTo>
                  <a:pt x="1005905" y="0"/>
                </a:moveTo>
                <a:lnTo>
                  <a:pt x="1005897" y="43"/>
                </a:lnTo>
                <a:lnTo>
                  <a:pt x="975851" y="1025"/>
                </a:lnTo>
                <a:lnTo>
                  <a:pt x="907908" y="3375"/>
                </a:lnTo>
                <a:lnTo>
                  <a:pt x="850741" y="5494"/>
                </a:lnTo>
                <a:lnTo>
                  <a:pt x="804543" y="7301"/>
                </a:lnTo>
                <a:lnTo>
                  <a:pt x="806469" y="59855"/>
                </a:lnTo>
                <a:lnTo>
                  <a:pt x="808753" y="122032"/>
                </a:lnTo>
                <a:lnTo>
                  <a:pt x="811054" y="184199"/>
                </a:lnTo>
                <a:lnTo>
                  <a:pt x="813374" y="246375"/>
                </a:lnTo>
                <a:lnTo>
                  <a:pt x="815731" y="308559"/>
                </a:lnTo>
                <a:lnTo>
                  <a:pt x="818106" y="370753"/>
                </a:lnTo>
                <a:lnTo>
                  <a:pt x="820479" y="432956"/>
                </a:lnTo>
                <a:lnTo>
                  <a:pt x="822871" y="495168"/>
                </a:lnTo>
                <a:lnTo>
                  <a:pt x="825281" y="557408"/>
                </a:lnTo>
                <a:lnTo>
                  <a:pt x="827125" y="604347"/>
                </a:lnTo>
                <a:lnTo>
                  <a:pt x="827330" y="609733"/>
                </a:lnTo>
                <a:lnTo>
                  <a:pt x="830831" y="700936"/>
                </a:lnTo>
                <a:lnTo>
                  <a:pt x="834581" y="797540"/>
                </a:lnTo>
                <a:lnTo>
                  <a:pt x="838374" y="894138"/>
                </a:lnTo>
                <a:lnTo>
                  <a:pt x="842211" y="990771"/>
                </a:lnTo>
                <a:lnTo>
                  <a:pt x="846092" y="1087416"/>
                </a:lnTo>
                <a:lnTo>
                  <a:pt x="850016" y="1184049"/>
                </a:lnTo>
                <a:lnTo>
                  <a:pt x="853984" y="1280713"/>
                </a:lnTo>
                <a:lnTo>
                  <a:pt x="857996" y="1377385"/>
                </a:lnTo>
                <a:lnTo>
                  <a:pt x="859276" y="1408012"/>
                </a:lnTo>
                <a:lnTo>
                  <a:pt x="839574" y="1408447"/>
                </a:lnTo>
                <a:lnTo>
                  <a:pt x="800527" y="1422026"/>
                </a:lnTo>
                <a:lnTo>
                  <a:pt x="775999" y="1438536"/>
                </a:lnTo>
                <a:lnTo>
                  <a:pt x="765969" y="1457950"/>
                </a:lnTo>
                <a:lnTo>
                  <a:pt x="752025" y="1470110"/>
                </a:lnTo>
                <a:lnTo>
                  <a:pt x="734143" y="1475064"/>
                </a:lnTo>
                <a:lnTo>
                  <a:pt x="726635" y="1485104"/>
                </a:lnTo>
                <a:lnTo>
                  <a:pt x="729515" y="1500261"/>
                </a:lnTo>
                <a:lnTo>
                  <a:pt x="723125" y="1512271"/>
                </a:lnTo>
                <a:lnTo>
                  <a:pt x="707473" y="1521121"/>
                </a:lnTo>
                <a:lnTo>
                  <a:pt x="681474" y="1520054"/>
                </a:lnTo>
                <a:lnTo>
                  <a:pt x="645075" y="1509107"/>
                </a:lnTo>
                <a:lnTo>
                  <a:pt x="599415" y="1508503"/>
                </a:lnTo>
                <a:lnTo>
                  <a:pt x="544534" y="1518280"/>
                </a:lnTo>
                <a:lnTo>
                  <a:pt x="504654" y="1517394"/>
                </a:lnTo>
                <a:lnTo>
                  <a:pt x="479719" y="1505698"/>
                </a:lnTo>
                <a:lnTo>
                  <a:pt x="453607" y="1499763"/>
                </a:lnTo>
                <a:lnTo>
                  <a:pt x="426334" y="1499552"/>
                </a:lnTo>
                <a:lnTo>
                  <a:pt x="410242" y="1495031"/>
                </a:lnTo>
                <a:lnTo>
                  <a:pt x="377392" y="1487299"/>
                </a:lnTo>
                <a:lnTo>
                  <a:pt x="370173" y="1470949"/>
                </a:lnTo>
                <a:lnTo>
                  <a:pt x="365577" y="1458501"/>
                </a:lnTo>
                <a:lnTo>
                  <a:pt x="355536" y="1445723"/>
                </a:lnTo>
                <a:lnTo>
                  <a:pt x="353839" y="1435029"/>
                </a:lnTo>
                <a:lnTo>
                  <a:pt x="360533" y="1426374"/>
                </a:lnTo>
                <a:lnTo>
                  <a:pt x="360743" y="1413108"/>
                </a:lnTo>
                <a:lnTo>
                  <a:pt x="354404" y="1395233"/>
                </a:lnTo>
                <a:lnTo>
                  <a:pt x="344888" y="1386940"/>
                </a:lnTo>
                <a:lnTo>
                  <a:pt x="332222" y="1388252"/>
                </a:lnTo>
                <a:lnTo>
                  <a:pt x="323869" y="1381808"/>
                </a:lnTo>
                <a:lnTo>
                  <a:pt x="319845" y="1367603"/>
                </a:lnTo>
                <a:lnTo>
                  <a:pt x="311638" y="1357168"/>
                </a:lnTo>
                <a:lnTo>
                  <a:pt x="293020" y="1347235"/>
                </a:lnTo>
                <a:lnTo>
                  <a:pt x="269963" y="1357203"/>
                </a:lnTo>
                <a:lnTo>
                  <a:pt x="259677" y="1370628"/>
                </a:lnTo>
                <a:lnTo>
                  <a:pt x="254475" y="1390851"/>
                </a:lnTo>
                <a:lnTo>
                  <a:pt x="249195" y="1401169"/>
                </a:lnTo>
                <a:lnTo>
                  <a:pt x="247332" y="1417948"/>
                </a:lnTo>
                <a:lnTo>
                  <a:pt x="246787" y="1429754"/>
                </a:lnTo>
                <a:lnTo>
                  <a:pt x="241571" y="1442651"/>
                </a:lnTo>
                <a:lnTo>
                  <a:pt x="235664" y="1448158"/>
                </a:lnTo>
                <a:lnTo>
                  <a:pt x="229081" y="1446315"/>
                </a:lnTo>
                <a:lnTo>
                  <a:pt x="217329" y="1452152"/>
                </a:lnTo>
                <a:lnTo>
                  <a:pt x="192059" y="1472504"/>
                </a:lnTo>
                <a:lnTo>
                  <a:pt x="185201" y="1482766"/>
                </a:lnTo>
                <a:lnTo>
                  <a:pt x="162448" y="1466715"/>
                </a:lnTo>
                <a:lnTo>
                  <a:pt x="94853" y="1405159"/>
                </a:lnTo>
                <a:lnTo>
                  <a:pt x="93409" y="1404206"/>
                </a:lnTo>
                <a:lnTo>
                  <a:pt x="0" y="5227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Natural Earth 1:50m boundary: Mozambique"/>
          <p:cNvSpPr/>
          <p:nvPr/>
        </p:nvSpPr>
        <p:spPr>
          <a:xfrm>
            <a:off x="9817841" y="2048136"/>
            <a:ext cx="511828" cy="1066389"/>
          </a:xfrm>
          <a:custGeom>
            <a:avLst/>
            <a:gdLst/>
            <a:ahLst/>
            <a:cxnLst/>
            <a:rect l="l" t="t" r="r" b="b"/>
            <a:pathLst>
              <a:path w="511828" h="1066389">
                <a:moveTo>
                  <a:pt x="0" y="82633"/>
                </a:moveTo>
                <a:lnTo>
                  <a:pt x="29598" y="61701"/>
                </a:lnTo>
                <a:lnTo>
                  <a:pt x="59738" y="31679"/>
                </a:lnTo>
                <a:lnTo>
                  <a:pt x="91634" y="0"/>
                </a:lnTo>
                <a:lnTo>
                  <a:pt x="511828" y="26043"/>
                </a:lnTo>
                <a:lnTo>
                  <a:pt x="468503" y="694903"/>
                </a:lnTo>
                <a:lnTo>
                  <a:pt x="413796" y="714284"/>
                </a:lnTo>
                <a:lnTo>
                  <a:pt x="376829" y="727443"/>
                </a:lnTo>
                <a:lnTo>
                  <a:pt x="297711" y="772189"/>
                </a:lnTo>
                <a:lnTo>
                  <a:pt x="262486" y="803464"/>
                </a:lnTo>
                <a:lnTo>
                  <a:pt x="246509" y="840938"/>
                </a:lnTo>
                <a:lnTo>
                  <a:pt x="232383" y="857671"/>
                </a:lnTo>
                <a:lnTo>
                  <a:pt x="218244" y="879095"/>
                </a:lnTo>
                <a:lnTo>
                  <a:pt x="228257" y="898886"/>
                </a:lnTo>
                <a:lnTo>
                  <a:pt x="238342" y="914027"/>
                </a:lnTo>
                <a:lnTo>
                  <a:pt x="250668" y="924525"/>
                </a:lnTo>
                <a:lnTo>
                  <a:pt x="256850" y="933293"/>
                </a:lnTo>
                <a:lnTo>
                  <a:pt x="265262" y="939651"/>
                </a:lnTo>
                <a:lnTo>
                  <a:pt x="275959" y="910211"/>
                </a:lnTo>
                <a:lnTo>
                  <a:pt x="280911" y="901164"/>
                </a:lnTo>
                <a:lnTo>
                  <a:pt x="288479" y="900936"/>
                </a:lnTo>
                <a:lnTo>
                  <a:pt x="282023" y="937317"/>
                </a:lnTo>
                <a:lnTo>
                  <a:pt x="265460" y="1062334"/>
                </a:lnTo>
                <a:lnTo>
                  <a:pt x="264613" y="1066389"/>
                </a:lnTo>
                <a:lnTo>
                  <a:pt x="243312" y="1065365"/>
                </a:lnTo>
                <a:lnTo>
                  <a:pt x="206773" y="1064076"/>
                </a:lnTo>
                <a:lnTo>
                  <a:pt x="185169" y="1063320"/>
                </a:lnTo>
                <a:lnTo>
                  <a:pt x="160997" y="1062512"/>
                </a:lnTo>
                <a:lnTo>
                  <a:pt x="131448" y="1054594"/>
                </a:lnTo>
                <a:lnTo>
                  <a:pt x="114520" y="1054887"/>
                </a:lnTo>
                <a:lnTo>
                  <a:pt x="117111" y="985413"/>
                </a:lnTo>
                <a:lnTo>
                  <a:pt x="112506" y="969839"/>
                </a:lnTo>
                <a:lnTo>
                  <a:pt x="107982" y="947206"/>
                </a:lnTo>
                <a:lnTo>
                  <a:pt x="107426" y="932808"/>
                </a:lnTo>
                <a:lnTo>
                  <a:pt x="111853" y="918637"/>
                </a:lnTo>
                <a:lnTo>
                  <a:pt x="114859" y="895956"/>
                </a:lnTo>
                <a:lnTo>
                  <a:pt x="114343" y="875922"/>
                </a:lnTo>
                <a:lnTo>
                  <a:pt x="96860" y="864867"/>
                </a:lnTo>
                <a:lnTo>
                  <a:pt x="93074" y="861458"/>
                </a:lnTo>
                <a:lnTo>
                  <a:pt x="90023" y="845539"/>
                </a:lnTo>
                <a:lnTo>
                  <a:pt x="89763" y="821248"/>
                </a:lnTo>
                <a:lnTo>
                  <a:pt x="104050" y="791131"/>
                </a:lnTo>
                <a:lnTo>
                  <a:pt x="106234" y="731901"/>
                </a:lnTo>
                <a:lnTo>
                  <a:pt x="108857" y="711141"/>
                </a:lnTo>
                <a:lnTo>
                  <a:pt x="110818" y="669944"/>
                </a:lnTo>
                <a:lnTo>
                  <a:pt x="113212" y="620035"/>
                </a:lnTo>
                <a:lnTo>
                  <a:pt x="115351" y="575348"/>
                </a:lnTo>
                <a:lnTo>
                  <a:pt x="117910" y="536813"/>
                </a:lnTo>
                <a:lnTo>
                  <a:pt x="115052" y="518321"/>
                </a:lnTo>
                <a:lnTo>
                  <a:pt x="112397" y="508114"/>
                </a:lnTo>
                <a:lnTo>
                  <a:pt x="104999" y="487222"/>
                </a:lnTo>
                <a:lnTo>
                  <a:pt x="97300" y="444126"/>
                </a:lnTo>
                <a:lnTo>
                  <a:pt x="87240" y="411345"/>
                </a:lnTo>
                <a:lnTo>
                  <a:pt x="73228" y="389324"/>
                </a:lnTo>
                <a:lnTo>
                  <a:pt x="68989" y="377894"/>
                </a:lnTo>
                <a:lnTo>
                  <a:pt x="64852" y="362689"/>
                </a:lnTo>
                <a:lnTo>
                  <a:pt x="51856" y="335601"/>
                </a:lnTo>
                <a:lnTo>
                  <a:pt x="40898" y="319658"/>
                </a:lnTo>
                <a:lnTo>
                  <a:pt x="38302" y="307220"/>
                </a:lnTo>
                <a:lnTo>
                  <a:pt x="40230" y="275499"/>
                </a:lnTo>
                <a:lnTo>
                  <a:pt x="29881" y="217800"/>
                </a:lnTo>
                <a:lnTo>
                  <a:pt x="22300" y="175742"/>
                </a:lnTo>
                <a:lnTo>
                  <a:pt x="10017" y="129992"/>
                </a:lnTo>
                <a:lnTo>
                  <a:pt x="1737" y="99363"/>
                </a:lnTo>
                <a:lnTo>
                  <a:pt x="552" y="94102"/>
                </a:lnTo>
                <a:lnTo>
                  <a:pt x="0" y="82633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Natural Earth 1:50m boundary: Lesotho"/>
          <p:cNvSpPr/>
          <p:nvPr/>
        </p:nvSpPr>
        <p:spPr>
          <a:xfrm>
            <a:off x="8936545" y="3451443"/>
            <a:ext cx="447028" cy="444681"/>
          </a:xfrm>
          <a:custGeom>
            <a:avLst/>
            <a:gdLst/>
            <a:ahLst/>
            <a:cxnLst/>
            <a:rect l="l" t="t" r="r" b="b"/>
            <a:pathLst>
              <a:path w="447028" h="444681">
                <a:moveTo>
                  <a:pt x="316733" y="331114"/>
                </a:moveTo>
                <a:lnTo>
                  <a:pt x="299556" y="335930"/>
                </a:lnTo>
                <a:lnTo>
                  <a:pt x="297180" y="336324"/>
                </a:lnTo>
                <a:lnTo>
                  <a:pt x="286319" y="334758"/>
                </a:lnTo>
                <a:lnTo>
                  <a:pt x="271728" y="335594"/>
                </a:lnTo>
                <a:lnTo>
                  <a:pt x="260205" y="338208"/>
                </a:lnTo>
                <a:lnTo>
                  <a:pt x="251303" y="339054"/>
                </a:lnTo>
                <a:lnTo>
                  <a:pt x="236383" y="354054"/>
                </a:lnTo>
                <a:lnTo>
                  <a:pt x="208952" y="394939"/>
                </a:lnTo>
                <a:lnTo>
                  <a:pt x="201724" y="403455"/>
                </a:lnTo>
                <a:lnTo>
                  <a:pt x="199327" y="419750"/>
                </a:lnTo>
                <a:lnTo>
                  <a:pt x="192895" y="432518"/>
                </a:lnTo>
                <a:lnTo>
                  <a:pt x="185188" y="442428"/>
                </a:lnTo>
                <a:lnTo>
                  <a:pt x="177855" y="444681"/>
                </a:lnTo>
                <a:lnTo>
                  <a:pt x="156099" y="440117"/>
                </a:lnTo>
                <a:lnTo>
                  <a:pt x="128267" y="434262"/>
                </a:lnTo>
                <a:lnTo>
                  <a:pt x="112292" y="421339"/>
                </a:lnTo>
                <a:lnTo>
                  <a:pt x="98187" y="404519"/>
                </a:lnTo>
                <a:lnTo>
                  <a:pt x="90805" y="392356"/>
                </a:lnTo>
                <a:lnTo>
                  <a:pt x="82946" y="385602"/>
                </a:lnTo>
                <a:lnTo>
                  <a:pt x="80284" y="381850"/>
                </a:lnTo>
                <a:lnTo>
                  <a:pt x="68989" y="376070"/>
                </a:lnTo>
                <a:lnTo>
                  <a:pt x="64741" y="373115"/>
                </a:lnTo>
                <a:lnTo>
                  <a:pt x="60990" y="370999"/>
                </a:lnTo>
                <a:lnTo>
                  <a:pt x="56550" y="362923"/>
                </a:lnTo>
                <a:lnTo>
                  <a:pt x="53983" y="355948"/>
                </a:lnTo>
                <a:lnTo>
                  <a:pt x="55447" y="336671"/>
                </a:lnTo>
                <a:lnTo>
                  <a:pt x="47617" y="325004"/>
                </a:lnTo>
                <a:lnTo>
                  <a:pt x="34211" y="305099"/>
                </a:lnTo>
                <a:lnTo>
                  <a:pt x="25779" y="288842"/>
                </a:lnTo>
                <a:lnTo>
                  <a:pt x="14240" y="266650"/>
                </a:lnTo>
                <a:lnTo>
                  <a:pt x="7250" y="247708"/>
                </a:lnTo>
                <a:lnTo>
                  <a:pt x="0" y="228086"/>
                </a:lnTo>
                <a:lnTo>
                  <a:pt x="1130" y="219738"/>
                </a:lnTo>
                <a:lnTo>
                  <a:pt x="8502" y="214155"/>
                </a:lnTo>
                <a:lnTo>
                  <a:pt x="30001" y="204735"/>
                </a:lnTo>
                <a:lnTo>
                  <a:pt x="46702" y="197471"/>
                </a:lnTo>
                <a:lnTo>
                  <a:pt x="58826" y="183777"/>
                </a:lnTo>
                <a:lnTo>
                  <a:pt x="72200" y="163341"/>
                </a:lnTo>
                <a:lnTo>
                  <a:pt x="78763" y="151009"/>
                </a:lnTo>
                <a:lnTo>
                  <a:pt x="85171" y="145451"/>
                </a:lnTo>
                <a:lnTo>
                  <a:pt x="92244" y="136808"/>
                </a:lnTo>
                <a:lnTo>
                  <a:pt x="104696" y="117579"/>
                </a:lnTo>
                <a:lnTo>
                  <a:pt x="118578" y="96244"/>
                </a:lnTo>
                <a:lnTo>
                  <a:pt x="133453" y="73325"/>
                </a:lnTo>
                <a:lnTo>
                  <a:pt x="151737" y="67021"/>
                </a:lnTo>
                <a:lnTo>
                  <a:pt x="176687" y="59855"/>
                </a:lnTo>
                <a:lnTo>
                  <a:pt x="201024" y="40167"/>
                </a:lnTo>
                <a:lnTo>
                  <a:pt x="229860" y="23811"/>
                </a:lnTo>
                <a:lnTo>
                  <a:pt x="276223" y="6529"/>
                </a:lnTo>
                <a:lnTo>
                  <a:pt x="297739" y="2450"/>
                </a:lnTo>
                <a:lnTo>
                  <a:pt x="305945" y="0"/>
                </a:lnTo>
                <a:lnTo>
                  <a:pt x="310987" y="3660"/>
                </a:lnTo>
                <a:lnTo>
                  <a:pt x="316125" y="14463"/>
                </a:lnTo>
                <a:lnTo>
                  <a:pt x="323630" y="23599"/>
                </a:lnTo>
                <a:lnTo>
                  <a:pt x="341220" y="39646"/>
                </a:lnTo>
                <a:lnTo>
                  <a:pt x="348761" y="43629"/>
                </a:lnTo>
                <a:lnTo>
                  <a:pt x="366646" y="67145"/>
                </a:lnTo>
                <a:lnTo>
                  <a:pt x="386043" y="83525"/>
                </a:lnTo>
                <a:lnTo>
                  <a:pt x="408327" y="102406"/>
                </a:lnTo>
                <a:lnTo>
                  <a:pt x="423600" y="111961"/>
                </a:lnTo>
                <a:lnTo>
                  <a:pt x="431444" y="114752"/>
                </a:lnTo>
                <a:lnTo>
                  <a:pt x="437447" y="131040"/>
                </a:lnTo>
                <a:lnTo>
                  <a:pt x="443668" y="143193"/>
                </a:lnTo>
                <a:lnTo>
                  <a:pt x="447028" y="154477"/>
                </a:lnTo>
                <a:lnTo>
                  <a:pt x="445860" y="165317"/>
                </a:lnTo>
                <a:lnTo>
                  <a:pt x="437665" y="191627"/>
                </a:lnTo>
                <a:lnTo>
                  <a:pt x="426163" y="218394"/>
                </a:lnTo>
                <a:lnTo>
                  <a:pt x="417335" y="229383"/>
                </a:lnTo>
                <a:lnTo>
                  <a:pt x="406813" y="236148"/>
                </a:lnTo>
                <a:lnTo>
                  <a:pt x="396392" y="246514"/>
                </a:lnTo>
                <a:lnTo>
                  <a:pt x="391787" y="268159"/>
                </a:lnTo>
                <a:lnTo>
                  <a:pt x="386350" y="293624"/>
                </a:lnTo>
                <a:lnTo>
                  <a:pt x="372920" y="303724"/>
                </a:lnTo>
                <a:lnTo>
                  <a:pt x="362524" y="310299"/>
                </a:lnTo>
                <a:lnTo>
                  <a:pt x="348206" y="318321"/>
                </a:lnTo>
                <a:lnTo>
                  <a:pt x="316733" y="33111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Natural Earth 1:50m boundary: Botswana"/>
          <p:cNvSpPr/>
          <p:nvPr/>
        </p:nvSpPr>
        <p:spPr>
          <a:xfrm>
            <a:off x="7528463" y="2024776"/>
            <a:ext cx="1902468" cy="1054104"/>
          </a:xfrm>
          <a:custGeom>
            <a:avLst/>
            <a:gdLst/>
            <a:ahLst/>
            <a:cxnLst/>
            <a:rect l="l" t="t" r="r" b="b"/>
            <a:pathLst>
              <a:path w="1902468" h="1054104">
                <a:moveTo>
                  <a:pt x="1836500" y="27"/>
                </a:moveTo>
                <a:lnTo>
                  <a:pt x="1838296" y="4068"/>
                </a:lnTo>
                <a:lnTo>
                  <a:pt x="1844013" y="10569"/>
                </a:lnTo>
                <a:lnTo>
                  <a:pt x="1851061" y="14762"/>
                </a:lnTo>
                <a:lnTo>
                  <a:pt x="1877382" y="18625"/>
                </a:lnTo>
                <a:lnTo>
                  <a:pt x="1892668" y="36124"/>
                </a:lnTo>
                <a:lnTo>
                  <a:pt x="1902468" y="44328"/>
                </a:lnTo>
                <a:lnTo>
                  <a:pt x="1854795" y="46910"/>
                </a:lnTo>
                <a:lnTo>
                  <a:pt x="1830837" y="60269"/>
                </a:lnTo>
                <a:lnTo>
                  <a:pt x="1816438" y="85141"/>
                </a:lnTo>
                <a:lnTo>
                  <a:pt x="1794514" y="103070"/>
                </a:lnTo>
                <a:lnTo>
                  <a:pt x="1765049" y="114031"/>
                </a:lnTo>
                <a:lnTo>
                  <a:pt x="1734025" y="121273"/>
                </a:lnTo>
                <a:lnTo>
                  <a:pt x="1701391" y="124799"/>
                </a:lnTo>
                <a:lnTo>
                  <a:pt x="1666257" y="145638"/>
                </a:lnTo>
                <a:lnTo>
                  <a:pt x="1628651" y="183781"/>
                </a:lnTo>
                <a:lnTo>
                  <a:pt x="1609422" y="207908"/>
                </a:lnTo>
                <a:lnTo>
                  <a:pt x="1608460" y="217995"/>
                </a:lnTo>
                <a:lnTo>
                  <a:pt x="1600064" y="226553"/>
                </a:lnTo>
                <a:lnTo>
                  <a:pt x="1584240" y="233588"/>
                </a:lnTo>
                <a:lnTo>
                  <a:pt x="1575205" y="242267"/>
                </a:lnTo>
                <a:lnTo>
                  <a:pt x="1572936" y="252603"/>
                </a:lnTo>
                <a:lnTo>
                  <a:pt x="1564498" y="257377"/>
                </a:lnTo>
                <a:lnTo>
                  <a:pt x="1549850" y="256638"/>
                </a:lnTo>
                <a:lnTo>
                  <a:pt x="1539426" y="264006"/>
                </a:lnTo>
                <a:lnTo>
                  <a:pt x="1533210" y="279499"/>
                </a:lnTo>
                <a:lnTo>
                  <a:pt x="1520097" y="288729"/>
                </a:lnTo>
                <a:lnTo>
                  <a:pt x="1500069" y="291641"/>
                </a:lnTo>
                <a:lnTo>
                  <a:pt x="1482694" y="300129"/>
                </a:lnTo>
                <a:lnTo>
                  <a:pt x="1467982" y="314145"/>
                </a:lnTo>
                <a:lnTo>
                  <a:pt x="1456705" y="321194"/>
                </a:lnTo>
                <a:lnTo>
                  <a:pt x="1448852" y="321269"/>
                </a:lnTo>
                <a:lnTo>
                  <a:pt x="1436478" y="332674"/>
                </a:lnTo>
                <a:lnTo>
                  <a:pt x="1416332" y="359836"/>
                </a:lnTo>
                <a:lnTo>
                  <a:pt x="1412861" y="372563"/>
                </a:lnTo>
                <a:lnTo>
                  <a:pt x="1384325" y="475752"/>
                </a:lnTo>
                <a:lnTo>
                  <a:pt x="1369429" y="487769"/>
                </a:lnTo>
                <a:lnTo>
                  <a:pt x="1340609" y="508725"/>
                </a:lnTo>
                <a:lnTo>
                  <a:pt x="1317185" y="534000"/>
                </a:lnTo>
                <a:lnTo>
                  <a:pt x="1307114" y="548956"/>
                </a:lnTo>
                <a:lnTo>
                  <a:pt x="1296193" y="555530"/>
                </a:lnTo>
                <a:lnTo>
                  <a:pt x="1243163" y="567559"/>
                </a:lnTo>
                <a:lnTo>
                  <a:pt x="1223441" y="574108"/>
                </a:lnTo>
                <a:lnTo>
                  <a:pt x="1199597" y="583694"/>
                </a:lnTo>
                <a:lnTo>
                  <a:pt x="1193529" y="592450"/>
                </a:lnTo>
                <a:lnTo>
                  <a:pt x="1187488" y="624385"/>
                </a:lnTo>
                <a:lnTo>
                  <a:pt x="1170862" y="670145"/>
                </a:lnTo>
                <a:lnTo>
                  <a:pt x="1157366" y="703913"/>
                </a:lnTo>
                <a:lnTo>
                  <a:pt x="1148629" y="733303"/>
                </a:lnTo>
                <a:lnTo>
                  <a:pt x="1133584" y="769793"/>
                </a:lnTo>
                <a:lnTo>
                  <a:pt x="1120601" y="782016"/>
                </a:lnTo>
                <a:lnTo>
                  <a:pt x="1105884" y="793179"/>
                </a:lnTo>
                <a:lnTo>
                  <a:pt x="1086678" y="798653"/>
                </a:lnTo>
                <a:lnTo>
                  <a:pt x="1060526" y="802136"/>
                </a:lnTo>
                <a:lnTo>
                  <a:pt x="1036730" y="801066"/>
                </a:lnTo>
                <a:lnTo>
                  <a:pt x="1018314" y="801611"/>
                </a:lnTo>
                <a:lnTo>
                  <a:pt x="992799" y="814543"/>
                </a:lnTo>
                <a:lnTo>
                  <a:pt x="968977" y="815429"/>
                </a:lnTo>
                <a:lnTo>
                  <a:pt x="931123" y="808091"/>
                </a:lnTo>
                <a:lnTo>
                  <a:pt x="900456" y="800989"/>
                </a:lnTo>
                <a:lnTo>
                  <a:pt x="886742" y="799555"/>
                </a:lnTo>
                <a:lnTo>
                  <a:pt x="859506" y="775835"/>
                </a:lnTo>
                <a:lnTo>
                  <a:pt x="842075" y="776380"/>
                </a:lnTo>
                <a:lnTo>
                  <a:pt x="815469" y="774681"/>
                </a:lnTo>
                <a:lnTo>
                  <a:pt x="800489" y="769340"/>
                </a:lnTo>
                <a:lnTo>
                  <a:pt x="786520" y="757252"/>
                </a:lnTo>
                <a:lnTo>
                  <a:pt x="756157" y="733530"/>
                </a:lnTo>
                <a:lnTo>
                  <a:pt x="726486" y="714420"/>
                </a:lnTo>
                <a:lnTo>
                  <a:pt x="700228" y="703234"/>
                </a:lnTo>
                <a:lnTo>
                  <a:pt x="675805" y="698180"/>
                </a:lnTo>
                <a:lnTo>
                  <a:pt x="652695" y="703312"/>
                </a:lnTo>
                <a:lnTo>
                  <a:pt x="634751" y="708724"/>
                </a:lnTo>
                <a:lnTo>
                  <a:pt x="627787" y="711402"/>
                </a:lnTo>
                <a:lnTo>
                  <a:pt x="613962" y="721664"/>
                </a:lnTo>
                <a:lnTo>
                  <a:pt x="599968" y="740933"/>
                </a:lnTo>
                <a:lnTo>
                  <a:pt x="588661" y="770941"/>
                </a:lnTo>
                <a:lnTo>
                  <a:pt x="584471" y="789263"/>
                </a:lnTo>
                <a:lnTo>
                  <a:pt x="571946" y="828217"/>
                </a:lnTo>
                <a:lnTo>
                  <a:pt x="555354" y="875006"/>
                </a:lnTo>
                <a:lnTo>
                  <a:pt x="547251" y="888535"/>
                </a:lnTo>
                <a:lnTo>
                  <a:pt x="537828" y="898655"/>
                </a:lnTo>
                <a:lnTo>
                  <a:pt x="522765" y="907793"/>
                </a:lnTo>
                <a:lnTo>
                  <a:pt x="473936" y="945773"/>
                </a:lnTo>
                <a:lnTo>
                  <a:pt x="450115" y="987918"/>
                </a:lnTo>
                <a:lnTo>
                  <a:pt x="434781" y="1000393"/>
                </a:lnTo>
                <a:lnTo>
                  <a:pt x="416104" y="1006531"/>
                </a:lnTo>
                <a:lnTo>
                  <a:pt x="400318" y="1010505"/>
                </a:lnTo>
                <a:lnTo>
                  <a:pt x="391729" y="1017633"/>
                </a:lnTo>
                <a:lnTo>
                  <a:pt x="382486" y="1038922"/>
                </a:lnTo>
                <a:lnTo>
                  <a:pt x="374232" y="1046557"/>
                </a:lnTo>
                <a:lnTo>
                  <a:pt x="364872" y="1049703"/>
                </a:lnTo>
                <a:lnTo>
                  <a:pt x="336570" y="1048000"/>
                </a:lnTo>
                <a:lnTo>
                  <a:pt x="327472" y="1046121"/>
                </a:lnTo>
                <a:lnTo>
                  <a:pt x="252795" y="1052553"/>
                </a:lnTo>
                <a:lnTo>
                  <a:pt x="229775" y="1046644"/>
                </a:lnTo>
                <a:lnTo>
                  <a:pt x="213516" y="1044518"/>
                </a:lnTo>
                <a:lnTo>
                  <a:pt x="188282" y="1054104"/>
                </a:lnTo>
                <a:lnTo>
                  <a:pt x="177415" y="1048754"/>
                </a:lnTo>
                <a:lnTo>
                  <a:pt x="168304" y="1031619"/>
                </a:lnTo>
                <a:lnTo>
                  <a:pt x="162891" y="996719"/>
                </a:lnTo>
                <a:lnTo>
                  <a:pt x="163190" y="966905"/>
                </a:lnTo>
                <a:lnTo>
                  <a:pt x="176316" y="943876"/>
                </a:lnTo>
                <a:lnTo>
                  <a:pt x="187339" y="926963"/>
                </a:lnTo>
                <a:lnTo>
                  <a:pt x="197982" y="905014"/>
                </a:lnTo>
                <a:lnTo>
                  <a:pt x="199157" y="895331"/>
                </a:lnTo>
                <a:lnTo>
                  <a:pt x="196593" y="886712"/>
                </a:lnTo>
                <a:lnTo>
                  <a:pt x="193730" y="869078"/>
                </a:lnTo>
                <a:lnTo>
                  <a:pt x="191906" y="851005"/>
                </a:lnTo>
                <a:lnTo>
                  <a:pt x="174395" y="811947"/>
                </a:lnTo>
                <a:lnTo>
                  <a:pt x="152649" y="760099"/>
                </a:lnTo>
                <a:lnTo>
                  <a:pt x="123776" y="702460"/>
                </a:lnTo>
                <a:lnTo>
                  <a:pt x="114821" y="686655"/>
                </a:lnTo>
                <a:lnTo>
                  <a:pt x="97028" y="661844"/>
                </a:lnTo>
                <a:lnTo>
                  <a:pt x="32577" y="615917"/>
                </a:lnTo>
                <a:lnTo>
                  <a:pt x="22787" y="609733"/>
                </a:lnTo>
                <a:lnTo>
                  <a:pt x="22582" y="604347"/>
                </a:lnTo>
                <a:lnTo>
                  <a:pt x="20738" y="557408"/>
                </a:lnTo>
                <a:lnTo>
                  <a:pt x="18328" y="495168"/>
                </a:lnTo>
                <a:lnTo>
                  <a:pt x="15936" y="432956"/>
                </a:lnTo>
                <a:lnTo>
                  <a:pt x="13563" y="370753"/>
                </a:lnTo>
                <a:lnTo>
                  <a:pt x="11188" y="308559"/>
                </a:lnTo>
                <a:lnTo>
                  <a:pt x="8831" y="246375"/>
                </a:lnTo>
                <a:lnTo>
                  <a:pt x="6511" y="184199"/>
                </a:lnTo>
                <a:lnTo>
                  <a:pt x="4210" y="122032"/>
                </a:lnTo>
                <a:lnTo>
                  <a:pt x="1926" y="59855"/>
                </a:lnTo>
                <a:lnTo>
                  <a:pt x="0" y="7301"/>
                </a:lnTo>
                <a:lnTo>
                  <a:pt x="46198" y="5494"/>
                </a:lnTo>
                <a:lnTo>
                  <a:pt x="103365" y="3375"/>
                </a:lnTo>
                <a:lnTo>
                  <a:pt x="171308" y="1025"/>
                </a:lnTo>
                <a:lnTo>
                  <a:pt x="201354" y="43"/>
                </a:lnTo>
                <a:lnTo>
                  <a:pt x="20136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H="1" flipV="1">
            <a:off x="7648343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H="1" flipV="1">
            <a:off x="7645742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H="1" flipV="1">
            <a:off x="764315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H="1" flipV="1">
            <a:off x="7640581" y="4638587"/>
            <a:ext cx="2574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H="1" flipV="1">
            <a:off x="7638021" y="4584271"/>
            <a:ext cx="2560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 flipV="1">
            <a:off x="7635474" y="4529951"/>
            <a:ext cx="2547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H="1" flipV="1">
            <a:off x="7632941" y="4475628"/>
            <a:ext cx="2533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 flipV="1">
            <a:off x="7630421" y="4421303"/>
            <a:ext cx="2520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7627915" y="4366974"/>
            <a:ext cx="2506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H="1" flipV="1">
            <a:off x="7625422" y="4312643"/>
            <a:ext cx="2493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 flipV="1">
            <a:off x="7622943" y="4258310"/>
            <a:ext cx="2479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 flipV="1">
            <a:off x="7620477" y="4203975"/>
            <a:ext cx="2466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 flipV="1">
            <a:off x="7618025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H="1" flipV="1">
            <a:off x="7615587" y="4095300"/>
            <a:ext cx="2438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 flipV="1">
            <a:off x="7613162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7610750" y="3986620"/>
            <a:ext cx="2412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 flipV="1">
            <a:off x="7608352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H="1" flipV="1">
            <a:off x="7605968" y="3877938"/>
            <a:ext cx="238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 flipV="1">
            <a:off x="7603597" y="3823596"/>
            <a:ext cx="2371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 flipV="1">
            <a:off x="7601240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 flipV="1">
            <a:off x="7598897" y="3714914"/>
            <a:ext cx="2343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 flipV="1">
            <a:off x="7596567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 flipV="1">
            <a:off x="7594251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 flipV="1">
            <a:off x="7591948" y="3551894"/>
            <a:ext cx="2303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7589659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 flipV="1">
            <a:off x="7587384" y="3443221"/>
            <a:ext cx="2275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H="1" flipV="1">
            <a:off x="7585122" y="3388887"/>
            <a:ext cx="2262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 flipV="1">
            <a:off x="758287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 flipV="1">
            <a:off x="7580640" y="3280226"/>
            <a:ext cx="2234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H="1" flipV="1">
            <a:off x="7578420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 flipV="1">
            <a:off x="7576213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 flipV="1">
            <a:off x="7574020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 flipV="1">
            <a:off x="7571840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H="1" flipV="1">
            <a:off x="7569674" y="3008621"/>
            <a:ext cx="2166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 flipV="1">
            <a:off x="756752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 flipV="1">
            <a:off x="756538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 flipV="1">
            <a:off x="7563260" y="2845702"/>
            <a:ext cx="2124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 flipV="1">
            <a:off x="7561149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 flipV="1">
            <a:off x="7559052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 flipV="1">
            <a:off x="7556969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 flipV="1">
            <a:off x="7554900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 flipV="1">
            <a:off x="7552844" y="2574264"/>
            <a:ext cx="2056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 flipV="1">
            <a:off x="7550803" y="2519993"/>
            <a:ext cx="2041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 flipV="1">
            <a:off x="7548775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 flipV="1">
            <a:off x="7546761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7544761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 flipV="1">
            <a:off x="7542774" y="2302970"/>
            <a:ext cx="1987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 flipV="1">
            <a:off x="7540802" y="2248731"/>
            <a:ext cx="1972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 flipV="1">
            <a:off x="7538844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 flipV="1">
            <a:off x="7536899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 flipV="1">
            <a:off x="7534968" y="2086060"/>
            <a:ext cx="1931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 flipV="1">
            <a:off x="7533051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8546988" y="4781729"/>
            <a:ext cx="0" cy="5432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8546988" y="4727405"/>
            <a:ext cx="0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8546988" y="4673077"/>
            <a:ext cx="0" cy="543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8546988" y="4618746"/>
            <a:ext cx="0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8546988" y="4564411"/>
            <a:ext cx="0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8546988" y="4510074"/>
            <a:ext cx="0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8546988" y="4455734"/>
            <a:ext cx="0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8546988" y="4401391"/>
            <a:ext cx="0" cy="543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8546988" y="4347046"/>
            <a:ext cx="0" cy="543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8546988" y="4292700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8546988" y="4238351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8546988" y="4184002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8546988" y="4129651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8546988" y="4075299"/>
            <a:ext cx="0" cy="543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8546988" y="4020946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8546988" y="3966593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8546988" y="3912240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8546988" y="3857887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8546988" y="3803534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8546988" y="3749181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8546988" y="3694830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8546988" y="3640479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8546988" y="3586130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8546988" y="3531783"/>
            <a:ext cx="0" cy="543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8546988" y="3477437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8546988" y="3423093"/>
            <a:ext cx="0" cy="543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8546988" y="3368752"/>
            <a:ext cx="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8546988" y="3314413"/>
            <a:ext cx="0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8546988" y="3260077"/>
            <a:ext cx="0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8546988" y="3205743"/>
            <a:ext cx="0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8546988" y="3151414"/>
            <a:ext cx="0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8546988" y="3097087"/>
            <a:ext cx="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8546988" y="3042765"/>
            <a:ext cx="0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8546988" y="2988446"/>
            <a:ext cx="0" cy="543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8546988" y="2934132"/>
            <a:ext cx="0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8546988" y="2879822"/>
            <a:ext cx="0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8546988" y="2825517"/>
            <a:ext cx="0" cy="543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8546988" y="2771217"/>
            <a:ext cx="0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8546988" y="2716923"/>
            <a:ext cx="0" cy="542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8546988" y="2662633"/>
            <a:ext cx="0" cy="542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8546988" y="2608350"/>
            <a:ext cx="0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8546988" y="2554072"/>
            <a:ext cx="0" cy="542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8546988" y="2499801"/>
            <a:ext cx="0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8546988" y="2445536"/>
            <a:ext cx="0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8546988" y="2391278"/>
            <a:ext cx="0" cy="54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8546988" y="2337027"/>
            <a:ext cx="0" cy="54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8546988" y="2282783"/>
            <a:ext cx="0" cy="54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8546988" y="2228546"/>
            <a:ext cx="0" cy="5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8546988" y="2174317"/>
            <a:ext cx="0" cy="542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8546988" y="2120097"/>
            <a:ext cx="0" cy="542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8546988" y="2065884"/>
            <a:ext cx="0" cy="54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8546988" y="2011680"/>
            <a:ext cx="0" cy="542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9443020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9445634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944823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9450822" y="4638587"/>
            <a:ext cx="2573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9453395" y="4584271"/>
            <a:ext cx="2561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9455956" y="4529951"/>
            <a:ext cx="2546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9458502" y="4475628"/>
            <a:ext cx="2534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9461036" y="4421303"/>
            <a:ext cx="2519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9463555" y="4366974"/>
            <a:ext cx="2507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9466062" y="4312643"/>
            <a:ext cx="2492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9468554" y="4258310"/>
            <a:ext cx="2480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9471034" y="4203975"/>
            <a:ext cx="2465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9473499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9475951" y="4095300"/>
            <a:ext cx="2439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9478390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9480815" y="3986620"/>
            <a:ext cx="2411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9483226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9485624" y="3877938"/>
            <a:ext cx="2385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9488009" y="3823596"/>
            <a:ext cx="2370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9490379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9492736" y="3714914"/>
            <a:ext cx="234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9495080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9497410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9499726" y="3551894"/>
            <a:ext cx="2302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9502028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9504317" y="3443221"/>
            <a:ext cx="2276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9506593" y="3388887"/>
            <a:ext cx="2261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950885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9511102" y="3280226"/>
            <a:ext cx="2235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9513337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9515557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9517764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9519957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9522137" y="3008621"/>
            <a:ext cx="2165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952430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952645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9528592" y="2845702"/>
            <a:ext cx="2125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9530717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9532828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9534925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9537008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9539077" y="2574264"/>
            <a:ext cx="2055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9541132" y="2519993"/>
            <a:ext cx="2042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9543174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V="1">
            <a:off x="9545202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9547216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9549216" y="2302970"/>
            <a:ext cx="1986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9551202" y="2248731"/>
            <a:ext cx="1973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9553175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9555133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9557078" y="2086060"/>
            <a:ext cx="1930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9559008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6767002" y="2724480"/>
            <a:ext cx="49286" cy="3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6816288" y="2720995"/>
            <a:ext cx="49299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6865587" y="2717612"/>
            <a:ext cx="49313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6914900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6964225" y="2711148"/>
            <a:ext cx="49337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7013562" y="2708068"/>
            <a:ext cx="49350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7062912" y="2705089"/>
            <a:ext cx="49360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7112272" y="2702210"/>
            <a:ext cx="49372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7161644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7211026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7260419" y="2694183"/>
            <a:ext cx="49402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7309821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7359233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7408654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7458084" y="2684893"/>
            <a:ext cx="49439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7507523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7556969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760642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7655884" y="2677220"/>
            <a:ext cx="49468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7705352" y="2675555"/>
            <a:ext cx="49475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7754827" y="2673990"/>
            <a:ext cx="49480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7804307" y="2672526"/>
            <a:ext cx="49487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7853794" y="2671163"/>
            <a:ext cx="49491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7903285" y="2669901"/>
            <a:ext cx="49497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7952782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8002283" y="2667680"/>
            <a:ext cx="49505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8051788" y="2666721"/>
            <a:ext cx="49510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8101298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8150810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8200326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8249844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8299365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8348887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839841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8447936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8497462" y="2662633"/>
            <a:ext cx="49526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8546988" y="2662633"/>
            <a:ext cx="49527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8596515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864604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8695566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8745090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8794612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8844133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8893651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8943167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8992679" y="2666721"/>
            <a:ext cx="49509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9042188" y="2667680"/>
            <a:ext cx="49506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9091694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9141195" y="2669901"/>
            <a:ext cx="49496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190691" y="2671163"/>
            <a:ext cx="49492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9240183" y="2672526"/>
            <a:ext cx="49486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9289669" y="2673990"/>
            <a:ext cx="49481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9339150" y="2675555"/>
            <a:ext cx="49474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9388624" y="2677220"/>
            <a:ext cx="49469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943809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9487554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9537008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9586454" y="2684893"/>
            <a:ext cx="49438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9635892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9685322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9734743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9784155" y="2694183"/>
            <a:ext cx="49403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9833558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9882951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9932333" y="2702210"/>
            <a:ext cx="49371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9981704" y="2705089"/>
            <a:ext cx="4936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0031065" y="2708068"/>
            <a:ext cx="49349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10080414" y="2711148"/>
            <a:ext cx="49338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10129752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10179077" y="2717612"/>
            <a:ext cx="49312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10228389" y="2720995"/>
            <a:ext cx="49300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6846729" y="3810668"/>
            <a:ext cx="47069" cy="35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6893798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6940880" y="3803840"/>
            <a:ext cx="47095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6987975" y="3800576"/>
            <a:ext cx="47109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7035084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7082204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7129337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7176481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7223637" y="3785768"/>
            <a:ext cx="47166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7270803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7317980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7365167" y="3778088"/>
            <a:ext cx="47197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7412364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7459570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7506785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7554009" y="3769255"/>
            <a:ext cx="47231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7601240" y="3767297"/>
            <a:ext cx="47240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V="1">
            <a:off x="764848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7695727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7742981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7790241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7837508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7884780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7932058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7979341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V="1">
            <a:off x="8026629" y="3754199"/>
            <a:ext cx="47291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V="1">
            <a:off x="8073920" y="3753246"/>
            <a:ext cx="47296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 flipV="1">
            <a:off x="8121216" y="3752393"/>
            <a:ext cx="47299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 flipV="1">
            <a:off x="8168515" y="3751640"/>
            <a:ext cx="47303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V="1">
            <a:off x="8215818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8263123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8310430" y="3749984"/>
            <a:ext cx="47309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8357739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8405050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8452362" y="3749232"/>
            <a:ext cx="47313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8499675" y="3749181"/>
            <a:ext cx="47313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8546988" y="3749181"/>
            <a:ext cx="47314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8594302" y="3749232"/>
            <a:ext cx="47312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641614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8688926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8736237" y="3749984"/>
            <a:ext cx="47310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8783547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8830854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8878159" y="3751640"/>
            <a:ext cx="47302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8925461" y="3752393"/>
            <a:ext cx="47300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8972761" y="3753246"/>
            <a:ext cx="47295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9020056" y="3754199"/>
            <a:ext cx="47292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9067348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9114636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>
            <a:off x="9161919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9209197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9256469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9303736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9350996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939825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9445497" y="3767297"/>
            <a:ext cx="47239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9492736" y="3769255"/>
            <a:ext cx="47232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9539968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>
            <a:off x="9587192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9634407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9681613" y="3778088"/>
            <a:ext cx="47196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9728809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9775996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9823173" y="3785768"/>
            <a:ext cx="47167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9870340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9917496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9964640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10011773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>
            <a:off x="10058893" y="3800576"/>
            <a:ext cx="47108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>
            <a:off x="10106001" y="3803840"/>
            <a:ext cx="47096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>
            <a:off x="10153097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6936243" y="4896584"/>
            <a:ext cx="44580" cy="35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6980823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7025417" y="4889863"/>
            <a:ext cx="44608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7070025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7114645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7159278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V="1">
            <a:off x="7203923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7248580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7293248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7337927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7382617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7427317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7472027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7516746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756147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7606212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V="1">
            <a:off x="765095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V="1">
            <a:off x="7695710" y="4852058"/>
            <a:ext cx="44760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7740470" y="4850329"/>
            <a:ext cx="44768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7785238" y="4848698"/>
            <a:ext cx="44774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7830012" y="4847166"/>
            <a:ext cx="44781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7874793" y="4845733"/>
            <a:ext cx="44786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7919579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7964371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8009168" y="4842028"/>
            <a:ext cx="44802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8053970" y="4840990"/>
            <a:ext cx="44806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8098776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8143586" y="4839212"/>
            <a:ext cx="44814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818840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8233217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V="1">
            <a:off x="8278036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V="1">
            <a:off x="8322858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V="1">
            <a:off x="8367682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8412507" y="4836247"/>
            <a:ext cx="44826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8457333" y="4836099"/>
            <a:ext cx="44828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8502161" y="4836050"/>
            <a:ext cx="44827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8546988" y="4836050"/>
            <a:ext cx="44828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>
            <a:off x="8591816" y="4836099"/>
            <a:ext cx="44827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8636643" y="4836247"/>
            <a:ext cx="44827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8681470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8726295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8771119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8815941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886076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8905577" y="4839212"/>
            <a:ext cx="44813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8950390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8995200" y="4840990"/>
            <a:ext cx="44807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9040007" y="4842028"/>
            <a:ext cx="44801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9084808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9129605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9174397" y="4845733"/>
            <a:ext cx="44787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9219184" y="4847166"/>
            <a:ext cx="44780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9263964" y="4848698"/>
            <a:ext cx="44775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9308739" y="4850329"/>
            <a:ext cx="44767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9353506" y="4852058"/>
            <a:ext cx="44761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939826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9443020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948776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9532502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9577231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9621950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9666660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9711360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9756050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9800729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9845397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9890054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9934699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9979332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10023952" y="4889863"/>
            <a:ext cx="44607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10068559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 flipV="1">
            <a:off x="6943408" y="2367020"/>
            <a:ext cx="7700" cy="13021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" name="TextBox 906"/>
          <p:cNvSpPr txBox="1"/>
          <p:nvPr/>
        </p:nvSpPr>
        <p:spPr>
          <a:xfrm>
            <a:off x="6870256" y="2156708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908" name="Connector 907"/>
          <p:cNvCxnSpPr/>
          <p:nvPr/>
        </p:nvCxnSpPr>
        <p:spPr>
          <a:xfrm flipH="1">
            <a:off x="6906832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6943408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6126480" y="4855464"/>
            <a:ext cx="980671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6126480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6616815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7107151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108192" y="4645152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960847" y="4645152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916" name="Connector 915"/>
          <p:cNvCxnSpPr/>
          <p:nvPr/>
        </p:nvCxnSpPr>
        <p:spPr>
          <a:xfrm flipV="1">
            <a:off x="7355255" y="4567155"/>
            <a:ext cx="181782" cy="663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7537037" y="4264765"/>
            <a:ext cx="563000" cy="302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8100037" y="3905725"/>
            <a:ext cx="465740" cy="35904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8565777" y="3559047"/>
            <a:ext cx="212182" cy="3466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8777959" y="3242351"/>
            <a:ext cx="200601" cy="3166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8978560" y="2930778"/>
            <a:ext cx="166360" cy="3115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V="1">
            <a:off x="9174800" y="2439825"/>
            <a:ext cx="261410" cy="39390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V="1">
            <a:off x="9436210" y="2081642"/>
            <a:ext cx="120930" cy="35818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7355255" y="4633457"/>
            <a:ext cx="363480" cy="83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7718735" y="4641839"/>
            <a:ext cx="310646" cy="225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8029381" y="4615173"/>
            <a:ext cx="56747" cy="491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8086128" y="4615173"/>
            <a:ext cx="165387" cy="1654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V="1">
            <a:off x="8251515" y="4610368"/>
            <a:ext cx="409797" cy="213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V="1">
            <a:off x="8661312" y="4532475"/>
            <a:ext cx="230052" cy="7789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V="1">
            <a:off x="8891364" y="4414656"/>
            <a:ext cx="189092" cy="1178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V="1">
            <a:off x="9080456" y="4106294"/>
            <a:ext cx="170178" cy="30836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9250634" y="3884424"/>
            <a:ext cx="127896" cy="2218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9378530" y="3884424"/>
            <a:ext cx="191569" cy="494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V="1">
            <a:off x="9570099" y="3752296"/>
            <a:ext cx="118537" cy="1815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V="1">
            <a:off x="9688636" y="3515757"/>
            <a:ext cx="178823" cy="2365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9867459" y="3239528"/>
            <a:ext cx="48736" cy="276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H="1" flipV="1">
            <a:off x="9710395" y="3125934"/>
            <a:ext cx="205800" cy="113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 flipH="1" flipV="1">
            <a:off x="9520139" y="3014978"/>
            <a:ext cx="190256" cy="11095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9144920" y="2930778"/>
            <a:ext cx="59012" cy="667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9203932" y="2997556"/>
            <a:ext cx="138363" cy="1934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9341401" y="3191045"/>
            <a:ext cx="894" cy="19796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9341401" y="3389010"/>
            <a:ext cx="116888" cy="2046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9458289" y="3593635"/>
            <a:ext cx="112160" cy="919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9570449" y="3685566"/>
            <a:ext cx="118187" cy="6673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8687310" y="2723845"/>
            <a:ext cx="300874" cy="883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8988184" y="2812192"/>
            <a:ext cx="186616" cy="215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9174800" y="2833733"/>
            <a:ext cx="203684" cy="3229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V="1">
            <a:off x="9378484" y="2793483"/>
            <a:ext cx="345639" cy="725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9724123" y="2793483"/>
            <a:ext cx="199127" cy="40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8777959" y="3559047"/>
            <a:ext cx="90297" cy="3490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8868256" y="3908061"/>
            <a:ext cx="27638" cy="2570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8895894" y="4165086"/>
            <a:ext cx="96988" cy="1475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8992882" y="4312588"/>
            <a:ext cx="87574" cy="1020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V="1">
            <a:off x="7355255" y="4532943"/>
            <a:ext cx="43100" cy="1005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7398355" y="4341264"/>
            <a:ext cx="38591" cy="1916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H="1" flipV="1">
            <a:off x="7382584" y="4130558"/>
            <a:ext cx="54362" cy="2107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H="1" flipV="1">
            <a:off x="7196599" y="3718173"/>
            <a:ext cx="185985" cy="4123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H="1" flipV="1">
            <a:off x="7135137" y="3525622"/>
            <a:ext cx="61462" cy="1925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H="1" flipV="1">
            <a:off x="8653857" y="4310359"/>
            <a:ext cx="5945" cy="24783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H="1" flipV="1">
            <a:off x="8548852" y="4073125"/>
            <a:ext cx="105005" cy="23723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 flipV="1">
            <a:off x="8372948" y="3758557"/>
            <a:ext cx="175904" cy="3145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H="1" flipV="1">
            <a:off x="8119784" y="3679331"/>
            <a:ext cx="253164" cy="7922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H="1" flipV="1">
            <a:off x="7633054" y="3432642"/>
            <a:ext cx="486730" cy="2466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H="1" flipV="1">
            <a:off x="7559414" y="2848036"/>
            <a:ext cx="73640" cy="5846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H="1" flipV="1">
            <a:off x="8036852" y="4535867"/>
            <a:ext cx="49276" cy="793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8036852" y="4264765"/>
            <a:ext cx="63185" cy="2711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8100037" y="4169344"/>
            <a:ext cx="103685" cy="954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8203722" y="3758557"/>
            <a:ext cx="169226" cy="41078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V="1">
            <a:off x="8372948" y="3473132"/>
            <a:ext cx="129971" cy="2854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8502919" y="3238633"/>
            <a:ext cx="160199" cy="23449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8663118" y="3068916"/>
            <a:ext cx="209402" cy="1697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8872520" y="3037631"/>
            <a:ext cx="84353" cy="312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8956873" y="2930778"/>
            <a:ext cx="188047" cy="1068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9144920" y="2866028"/>
            <a:ext cx="233564" cy="6475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7196599" y="3585357"/>
            <a:ext cx="280326" cy="1328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7476925" y="3432642"/>
            <a:ext cx="156129" cy="1527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7633054" y="3199038"/>
            <a:ext cx="609547" cy="23360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8242601" y="3088454"/>
            <a:ext cx="251801" cy="1105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V="1">
            <a:off x="8494402" y="2953790"/>
            <a:ext cx="381608" cy="13466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V="1">
            <a:off x="8876010" y="2907784"/>
            <a:ext cx="216472" cy="460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V="1">
            <a:off x="9092482" y="2857626"/>
            <a:ext cx="81723" cy="5015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9144920" y="2930778"/>
            <a:ext cx="76126" cy="1290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9221046" y="2943683"/>
            <a:ext cx="127689" cy="518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9348735" y="2995494"/>
            <a:ext cx="171404" cy="194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9520139" y="3014978"/>
            <a:ext cx="160369" cy="419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8502919" y="3338340"/>
            <a:ext cx="15160" cy="1347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H="1" flipV="1">
            <a:off x="8494402" y="3088454"/>
            <a:ext cx="23677" cy="2498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8494402" y="2847569"/>
            <a:ext cx="178459" cy="240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H="1" flipV="1">
            <a:off x="8659642" y="2723700"/>
            <a:ext cx="13219" cy="123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H="1" flipV="1">
            <a:off x="9210145" y="2984684"/>
            <a:ext cx="478491" cy="7676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H="1">
            <a:off x="9102722" y="2984684"/>
            <a:ext cx="107423" cy="77670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>
            <a:off x="8870600" y="3062354"/>
            <a:ext cx="232122" cy="436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9210145" y="2984684"/>
            <a:ext cx="151693" cy="2865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H="1" flipV="1">
            <a:off x="9327951" y="2909987"/>
            <a:ext cx="33887" cy="103354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H="1" flipV="1">
            <a:off x="9200598" y="2825728"/>
            <a:ext cx="127353" cy="8425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H="1" flipV="1">
            <a:off x="9159952" y="2957246"/>
            <a:ext cx="50193" cy="2743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H="1" flipV="1">
            <a:off x="9135121" y="2930534"/>
            <a:ext cx="24831" cy="267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9144920" y="2930778"/>
            <a:ext cx="543716" cy="82151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>
            <a:off x="8502919" y="2930778"/>
            <a:ext cx="642001" cy="54235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>
            <a:off x="83608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H="1">
            <a:off x="7355255" y="3891284"/>
            <a:ext cx="1005596" cy="742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H="1">
            <a:off x="8777959" y="2930778"/>
            <a:ext cx="366961" cy="62826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8777959" y="3559047"/>
            <a:ext cx="302497" cy="855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>
            <a:off x="8360851" y="3559047"/>
            <a:ext cx="417108" cy="33223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8360851" y="3891284"/>
            <a:ext cx="300461" cy="71908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8360851" y="3891284"/>
            <a:ext cx="311575" cy="6843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H="1">
            <a:off x="7255781" y="3269820"/>
            <a:ext cx="904603" cy="117767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8160384" y="3269820"/>
            <a:ext cx="342535" cy="20331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H="1">
            <a:off x="83608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9144920" y="2930778"/>
            <a:ext cx="375219" cy="8420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9520139" y="3014978"/>
            <a:ext cx="377230" cy="51344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3" name="Oval 1012"/>
          <p:cNvSpPr/>
          <p:nvPr/>
        </p:nvSpPr>
        <p:spPr>
          <a:xfrm>
            <a:off x="9647488" y="371114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9061574" y="302120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9320690" y="297219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7329869" y="458268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7951863" y="461762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7214633" y="440634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7314107" y="45923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7988233" y="46232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8620164" y="4569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8631278" y="45345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9039308" y="437350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9647488" y="371114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9856221" y="348727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Diamond 1025"/>
          <p:cNvSpPr/>
          <p:nvPr/>
        </p:nvSpPr>
        <p:spPr>
          <a:xfrm>
            <a:off x="9647488" y="3711148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9807508" y="3605992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1028" name="Diamond 1027"/>
          <p:cNvSpPr/>
          <p:nvPr/>
        </p:nvSpPr>
        <p:spPr>
          <a:xfrm>
            <a:off x="9168997" y="294353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9329017" y="283838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cxnSp>
        <p:nvCxnSpPr>
          <p:cNvPr id="1030" name="Connector 1029"/>
          <p:cNvCxnSpPr/>
          <p:nvPr/>
        </p:nvCxnSpPr>
        <p:spPr>
          <a:xfrm flipH="1" flipV="1">
            <a:off x="9210145" y="2984684"/>
            <a:ext cx="478491" cy="767612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H="1" flipV="1">
            <a:off x="9144920" y="2930778"/>
            <a:ext cx="65225" cy="53906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8687310" y="2723845"/>
            <a:ext cx="300874" cy="88347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8988184" y="2812192"/>
            <a:ext cx="186616" cy="21541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9174800" y="2833733"/>
            <a:ext cx="203684" cy="32295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9378484" y="2793483"/>
            <a:ext cx="345639" cy="72545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9724123" y="2793483"/>
            <a:ext cx="199127" cy="4049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8978560" y="2930778"/>
            <a:ext cx="166360" cy="311573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V="1">
            <a:off x="9174800" y="2439825"/>
            <a:ext cx="261410" cy="393908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V="1">
            <a:off x="9436210" y="2081642"/>
            <a:ext cx="120930" cy="358183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Diamond 1041"/>
          <p:cNvSpPr/>
          <p:nvPr/>
        </p:nvSpPr>
        <p:spPr>
          <a:xfrm>
            <a:off x="9127849" y="2902388"/>
            <a:ext cx="164592" cy="164592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8046720" y="4818888"/>
            <a:ext cx="29260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Illustrative routes; no service-area boundary</a:t>
            </a:r>
          </a:p>
        </p:txBody>
      </p:sp>
      <p:graphicFrame>
        <p:nvGraphicFramePr>
          <p:cNvPr id="1044" name="Table 1043"/>
          <p:cNvGraphicFramePr>
            <a:graphicFrameLocks noGrp="1"/>
          </p:cNvGraphicFramePr>
          <p:nvPr/>
        </p:nvGraphicFramePr>
        <p:xfrm>
          <a:off x="457200" y="5303520"/>
          <a:ext cx="10652760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8920"/>
                <a:gridCol w="7863840"/>
              </a:tblGrid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Condition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Accessibility test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Existing road / pipe 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Capacity, compatible product, dispatch, access rights and delivered cost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Expanded-route 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 specified rail/road/pipeline intervention, timing, interfaces and customer access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45" name="Connector 1044"/>
          <p:cNvCxnSpPr/>
          <p:nvPr/>
        </p:nvCxnSpPr>
        <p:spPr>
          <a:xfrm>
            <a:off x="502920" y="5157216"/>
            <a:ext cx="320040" cy="0"/>
          </a:xfrm>
          <a:prstGeom prst="line">
            <a:avLst/>
          </a:prstGeom>
          <a:ln w="2159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/>
          <p:cNvSpPr txBox="1"/>
          <p:nvPr/>
        </p:nvSpPr>
        <p:spPr>
          <a:xfrm>
            <a:off x="896112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Road candidate</a:t>
            </a:r>
          </a:p>
        </p:txBody>
      </p:sp>
      <p:cxnSp>
        <p:nvCxnSpPr>
          <p:cNvPr id="1047" name="Connector 1046"/>
          <p:cNvCxnSpPr/>
          <p:nvPr/>
        </p:nvCxnSpPr>
        <p:spPr>
          <a:xfrm>
            <a:off x="2587752" y="5157216"/>
            <a:ext cx="320040" cy="0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TextBox 1047"/>
          <p:cNvSpPr txBox="1"/>
          <p:nvPr/>
        </p:nvSpPr>
        <p:spPr>
          <a:xfrm>
            <a:off x="2980944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Pipeline candidate</a:t>
            </a:r>
          </a:p>
        </p:txBody>
      </p:sp>
      <p:cxnSp>
        <p:nvCxnSpPr>
          <p:cNvPr id="1049" name="Connector 1048"/>
          <p:cNvCxnSpPr/>
          <p:nvPr/>
        </p:nvCxnSpPr>
        <p:spPr>
          <a:xfrm>
            <a:off x="5166360" y="5157216"/>
            <a:ext cx="320040" cy="0"/>
          </a:xfrm>
          <a:prstGeom prst="line">
            <a:avLst/>
          </a:prstGeom>
          <a:ln w="2159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TextBox 1049"/>
          <p:cNvSpPr txBox="1"/>
          <p:nvPr/>
        </p:nvSpPr>
        <p:spPr>
          <a:xfrm>
            <a:off x="5559552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Intervention to assess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457200" y="6318504"/>
            <a:ext cx="105613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Observed customer catchments: not supplied. Physical reach is conditional; contracts and competitors determine commercial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Separate demand, accessible volume and Vopak flows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9DE5F-9062-4136-B452-869B4A2E9195}" type="slidenum">
              <a:rPr lang="en-US"/>
              <a:t>‹#›</a:t>
            </a:fld>
          </a:p>
        </p:txBody>
      </p:sp>
      <p:sp>
        <p:nvSpPr>
          <p:cNvPr id="4" name="Section navigation 1"/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About</a:t>
            </a:r>
          </a:p>
        </p:txBody>
      </p:sp>
      <p:sp>
        <p:nvSpPr>
          <p:cNvPr id="5" name="Section navigation 2"/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Analytical specifications</a:t>
            </a:r>
          </a:p>
        </p:txBody>
      </p:sp>
      <p:sp>
        <p:nvSpPr>
          <p:cNvPr id="6" name="Section navigation 3"/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Model build</a:t>
            </a:r>
          </a:p>
        </p:txBody>
      </p:sp>
      <p:sp>
        <p:nvSpPr>
          <p:cNvPr id="7" name="Section navigation 4"/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Delivery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Three illustrative story CSVs; annual petrol/diesel only. No actual Vopak throughput supplied.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105156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ILLUSTRATIVE ONLY  |  billion litres/year  |  petrol + diesel; jet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10515600" cy="411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0000"/>
                </a:solidFill>
                <a:latin typeface="Lato"/>
              </a:defRPr>
            </a:pPr>
            <a:r>
              <a:t>National demand 21.0 − domestic production 7.0 = required imports 14.0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05156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000000"/>
                </a:solidFill>
                <a:latin typeface="Lato"/>
              </a:defRPr>
            </a:pPr>
            <a:r>
              <a:t>Exports and stock movements are zero in this illustration only.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62072"/>
          <a:ext cx="1065275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840"/>
                <a:gridCol w="1143000"/>
                <a:gridCol w="1463040"/>
                <a:gridCol w="1874519"/>
                <a:gridCol w="2057400"/>
                <a:gridCol w="1965960"/>
              </a:tblGrid>
              <a:tr h="4343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Market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Demand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Feasible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flows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Commercial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envelope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Current unique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demand served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Additional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Eastern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3.8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Inland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10.0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8.2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6.0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Combined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14.5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8.5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3.0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5.5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846320"/>
            <a:ext cx="10515600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Count customer demand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5156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0A2373"/>
                </a:solidFill>
                <a:latin typeface="Lato"/>
              </a:defRPr>
            </a:pPr>
            <a:r>
              <a:t>Durban receipts 2.8 + Lesedi receipts 2.0 − shared transfer 1.8 = unique demand served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1051560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Lato"/>
              </a:defRPr>
            </a:pPr>
            <a:r>
              <a:t>Additional candidate volume is conditional, not forecast capture. The envelope includes domestic and imported supply. Western/other access remains unassessed.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26237" r="26237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Agree priorities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and next steps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t>Confirm demand, routes and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9671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5332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t>Internal working discussion</a:t>
            </a:r>
          </a:p>
        </p:txBody>
      </p:sp>
      <p:sp>
        <p:nvSpPr>
          <p:cNvPr id="10" name="Photo source credit">
            <a:hlinkClick r:id="rId4"/>
          </p:cNvPr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t>Photo source: Royal Vopak | Terminal Lesedi | vopak.com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creator>Africa International Advisors</dc:creator>
  <cp:lastModifiedBy>Nigel Zhuwaki</cp:lastModifiedBy>
  <cp:revision>1</cp:revision>
  <dcterms:created xsi:type="dcterms:W3CDTF">2017-11-16T09:19:07Z</dcterms:created>
  <dcterms:modified xsi:type="dcterms:W3CDTF">2026-10-01T12:10:22Z</dcterms:modified>
  <dc:subject>Illustrative demand geography and conditional Vopak market access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