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8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diagrams/v32_s2_data1.xml" ContentType="application/vnd.openxmlformats-officedocument.drawingml.diagramData+xml"/>
  <Override PartName="/ppt/diagrams/v32_s2_layout1.xml" ContentType="application/vnd.openxmlformats-officedocument.drawingml.diagramLayout+xml"/>
  <Override PartName="/ppt/diagrams/v32_s2_quickStyle1.xml" ContentType="application/vnd.openxmlformats-officedocument.drawingml.diagramStyle+xml"/>
  <Override PartName="/ppt/diagrams/v32_s2_colors1.xml" ContentType="application/vnd.openxmlformats-officedocument.drawingml.diagramColors+xml"/>
  <Override PartName="/ppt/diagrams/v32_s2_drawing1.xml" ContentType="application/vnd.ms-office.drawingml.diagramDrawing+xml"/>
  <Override PartName="/ppt/diagrams/v32_s3_data1.xml" ContentType="application/vnd.openxmlformats-officedocument.drawingml.diagramData+xml"/>
  <Override PartName="/ppt/diagrams/v32_s3_layout1.xml" ContentType="application/vnd.openxmlformats-officedocument.drawingml.diagramLayout+xml"/>
  <Override PartName="/ppt/diagrams/v32_s3_quickStyle1.xml" ContentType="application/vnd.openxmlformats-officedocument.drawingml.diagramStyle+xml"/>
  <Override PartName="/ppt/diagrams/v32_s3_colors1.xml" ContentType="application/vnd.openxmlformats-officedocument.drawingml.diagramColors+xml"/>
  <Override PartName="/ppt/diagrams/v32_s3_drawing1.xml" ContentType="application/vnd.ms-office.drawingml.diagramDrawing+xml"/>
  <Override PartName="/ppt/diagrams/v32_s4_data1.xml" ContentType="application/vnd.openxmlformats-officedocument.drawingml.diagramData+xml"/>
  <Override PartName="/ppt/diagrams/v32_s4_layout1.xml" ContentType="application/vnd.openxmlformats-officedocument.drawingml.diagramLayout+xml"/>
  <Override PartName="/ppt/diagrams/v32_s4_quickStyle1.xml" ContentType="application/vnd.openxmlformats-officedocument.drawingml.diagramStyle+xml"/>
  <Override PartName="/ppt/diagrams/v32_s4_colors1.xml" ContentType="application/vnd.openxmlformats-officedocument.drawingml.diagramColors+xml"/>
  <Override PartName="/ppt/diagrams/v32_s4_drawing1.xml" ContentType="application/vnd.ms-office.drawingml.diagramDrawing+xml"/>
  <Override PartName="/ppt/diagrams/v32_s5_data1.xml" ContentType="application/vnd.openxmlformats-officedocument.drawingml.diagramData+xml"/>
  <Override PartName="/ppt/diagrams/v32_s5_layout1.xml" ContentType="application/vnd.openxmlformats-officedocument.drawingml.diagramLayout+xml"/>
  <Override PartName="/ppt/diagrams/v32_s5_quickStyle1.xml" ContentType="application/vnd.openxmlformats-officedocument.drawingml.diagramStyle+xml"/>
  <Override PartName="/ppt/diagrams/v32_s5_colors1.xml" ContentType="application/vnd.openxmlformats-officedocument.drawingml.diagramColors+xml"/>
  <Override PartName="/ppt/diagrams/v32_s5_drawing1.xml" ContentType="application/vnd.ms-office.drawingml.diagramDrawing+xml"/>
  <Override PartName="/ppt/diagrams/v32_s6_data1.xml" ContentType="application/vnd.openxmlformats-officedocument.drawingml.diagramData+xml"/>
  <Override PartName="/ppt/diagrams/v32_s6_layout1.xml" ContentType="application/vnd.openxmlformats-officedocument.drawingml.diagramLayout+xml"/>
  <Override PartName="/ppt/diagrams/v32_s6_quickStyle1.xml" ContentType="application/vnd.openxmlformats-officedocument.drawingml.diagramStyle+xml"/>
  <Override PartName="/ppt/diagrams/v32_s6_colors1.xml" ContentType="application/vnd.openxmlformats-officedocument.drawingml.diagramColors+xml"/>
  <Override PartName="/ppt/diagrams/v32_s6_drawing1.xml" ContentType="application/vnd.ms-office.drawingml.diagramDrawing+xml"/>
  <Override PartName="/ppt/diagrams/v32_s7_data1.xml" ContentType="application/vnd.openxmlformats-officedocument.drawingml.diagramData+xml"/>
  <Override PartName="/ppt/diagrams/v32_s7_layout1.xml" ContentType="application/vnd.openxmlformats-officedocument.drawingml.diagramLayout+xml"/>
  <Override PartName="/ppt/diagrams/v32_s7_quickStyle1.xml" ContentType="application/vnd.openxmlformats-officedocument.drawingml.diagramStyle+xml"/>
  <Override PartName="/ppt/diagrams/v32_s7_colors1.xml" ContentType="application/vnd.openxmlformats-officedocument.drawingml.diagramColors+xml"/>
  <Override PartName="/ppt/diagrams/v32_s7_drawing1.xml" ContentType="application/vnd.ms-office.drawingml.diagramDrawing+xml"/>
  <Override PartName="/ppt/diagrams/v32_s8_data1.xml" ContentType="application/vnd.openxmlformats-officedocument.drawingml.diagramData+xml"/>
  <Override PartName="/ppt/diagrams/v32_s8_layout1.xml" ContentType="application/vnd.openxmlformats-officedocument.drawingml.diagramLayout+xml"/>
  <Override PartName="/ppt/diagrams/v32_s8_quickStyle1.xml" ContentType="application/vnd.openxmlformats-officedocument.drawingml.diagramStyle+xml"/>
  <Override PartName="/ppt/diagrams/v32_s8_colors1.xml" ContentType="application/vnd.openxmlformats-officedocument.drawingml.diagramColors+xml"/>
  <Override PartName="/ppt/diagrams/v32_s8_drawing1.xml" ContentType="application/vnd.ms-office.drawingml.diagramDrawing+xml"/>
  <Override PartName="/ppt/diagrams/v32_s9_data1.xml" ContentType="application/vnd.openxmlformats-officedocument.drawingml.diagramData+xml"/>
  <Override PartName="/ppt/diagrams/v32_s9_layout1.xml" ContentType="application/vnd.openxmlformats-officedocument.drawingml.diagramLayout+xml"/>
  <Override PartName="/ppt/diagrams/v32_s9_quickStyle1.xml" ContentType="application/vnd.openxmlformats-officedocument.drawingml.diagramStyle+xml"/>
  <Override PartName="/ppt/diagrams/v32_s9_colors1.xml" ContentType="application/vnd.openxmlformats-officedocument.drawingml.diagramColors+xml"/>
  <Override PartName="/ppt/diagrams/v32_s9_drawing1.xml" ContentType="application/vnd.ms-office.drawingml.diagramDrawing+xml"/>
  <Override PartName="/ppt/diagrams/v32_s10_data1.xml" ContentType="application/vnd.openxmlformats-officedocument.drawingml.diagramData+xml"/>
  <Override PartName="/ppt/diagrams/v32_s10_layout1.xml" ContentType="application/vnd.openxmlformats-officedocument.drawingml.diagramLayout+xml"/>
  <Override PartName="/ppt/diagrams/v32_s10_quickStyle1.xml" ContentType="application/vnd.openxmlformats-officedocument.drawingml.diagramStyle+xml"/>
  <Override PartName="/ppt/diagrams/v32_s10_colors1.xml" ContentType="application/vnd.openxmlformats-officedocument.drawingml.diagramColors+xml"/>
  <Override PartName="/ppt/diagrams/v32_s10_drawing1.xml" ContentType="application/vnd.ms-office.drawingml.diagramDrawing+xml"/>
  <Override PartName="/ppt/diagrams/v32_s11_data1.xml" ContentType="application/vnd.openxmlformats-officedocument.drawingml.diagramData+xml"/>
  <Override PartName="/ppt/diagrams/v32_s11_layout1.xml" ContentType="application/vnd.openxmlformats-officedocument.drawingml.diagramLayout+xml"/>
  <Override PartName="/ppt/diagrams/v32_s11_quickStyle1.xml" ContentType="application/vnd.openxmlformats-officedocument.drawingml.diagramStyle+xml"/>
  <Override PartName="/ppt/diagrams/v32_s11_colors1.xml" ContentType="application/vnd.openxmlformats-officedocument.drawingml.diagramColors+xml"/>
  <Override PartName="/ppt/diagrams/v32_s11_drawing1.xml" ContentType="application/vnd.ms-office.drawingml.diagramDrawing+xml"/>
  <Override PartName="/ppt/diagrams/v32_s12_data1.xml" ContentType="application/vnd.openxmlformats-officedocument.drawingml.diagramData+xml"/>
  <Override PartName="/ppt/diagrams/v32_s12_layout1.xml" ContentType="application/vnd.openxmlformats-officedocument.drawingml.diagramLayout+xml"/>
  <Override PartName="/ppt/diagrams/v32_s12_quickStyle1.xml" ContentType="application/vnd.openxmlformats-officedocument.drawingml.diagramStyle+xml"/>
  <Override PartName="/ppt/diagrams/v32_s12_colors1.xml" ContentType="application/vnd.openxmlformats-officedocument.drawingml.diagramColors+xml"/>
  <Override PartName="/ppt/diagrams/v32_s12_drawing1.xml" ContentType="application/vnd.ms-office.drawingml.diagramDrawing+xml"/>
  <Override PartName="/ppt/diagrams/v32_s13_data1.xml" ContentType="application/vnd.openxmlformats-officedocument.drawingml.diagramData+xml"/>
  <Override PartName="/ppt/diagrams/v32_s13_layout1.xml" ContentType="application/vnd.openxmlformats-officedocument.drawingml.diagramLayout+xml"/>
  <Override PartName="/ppt/diagrams/v32_s13_quickStyle1.xml" ContentType="application/vnd.openxmlformats-officedocument.drawingml.diagramStyle+xml"/>
  <Override PartName="/ppt/diagrams/v32_s13_colors1.xml" ContentType="application/vnd.openxmlformats-officedocument.drawingml.diagramColors+xml"/>
  <Override PartName="/ppt/diagrams/v32_s13_drawing1.xml" ContentType="application/vnd.ms-office.drawingml.diagramDrawing+xml"/>
  <Override PartName="/ppt/diagrams/v32_s14_data1.xml" ContentType="application/vnd.openxmlformats-officedocument.drawingml.diagramData+xml"/>
  <Override PartName="/ppt/diagrams/v32_s14_layout1.xml" ContentType="application/vnd.openxmlformats-officedocument.drawingml.diagramLayout+xml"/>
  <Override PartName="/ppt/diagrams/v32_s14_quickStyle1.xml" ContentType="application/vnd.openxmlformats-officedocument.drawingml.diagramStyle+xml"/>
  <Override PartName="/ppt/diagrams/v32_s14_colors1.xml" ContentType="application/vnd.openxmlformats-officedocument.drawingml.diagramColors+xml"/>
  <Override PartName="/ppt/diagrams/v32_s14_drawing1.xml" ContentType="application/vnd.ms-office.drawingml.diagramDrawing+xml"/>
  <Override PartName="/ppt/diagrams/v32_s15_data1.xml" ContentType="application/vnd.openxmlformats-officedocument.drawingml.diagramData+xml"/>
  <Override PartName="/ppt/diagrams/v32_s15_layout1.xml" ContentType="application/vnd.openxmlformats-officedocument.drawingml.diagramLayout+xml"/>
  <Override PartName="/ppt/diagrams/v32_s15_quickStyle1.xml" ContentType="application/vnd.openxmlformats-officedocument.drawingml.diagramStyle+xml"/>
  <Override PartName="/ppt/diagrams/v32_s15_colors1.xml" ContentType="application/vnd.openxmlformats-officedocument.drawingml.diagramColors+xml"/>
  <Override PartName="/ppt/diagrams/v32_s15_drawing1.xml" ContentType="application/vnd.ms-office.drawingml.diagramDrawing+xml"/>
  <Override PartName="/ppt/diagrams/v32_s16_data1.xml" ContentType="application/vnd.openxmlformats-officedocument.drawingml.diagramData+xml"/>
  <Override PartName="/ppt/diagrams/v32_s16_layout1.xml" ContentType="application/vnd.openxmlformats-officedocument.drawingml.diagramLayout+xml"/>
  <Override PartName="/ppt/diagrams/v32_s16_quickStyle1.xml" ContentType="application/vnd.openxmlformats-officedocument.drawingml.diagramStyle+xml"/>
  <Override PartName="/ppt/diagrams/v32_s16_colors1.xml" ContentType="application/vnd.openxmlformats-officedocument.drawingml.diagramColors+xml"/>
  <Override PartName="/ppt/diagrams/v32_s16_drawing1.xml" ContentType="application/vnd.ms-office.drawingml.diagramDrawing+xml"/>
  <Override PartName="/ppt/diagrams/v32_s17_data1.xml" ContentType="application/vnd.openxmlformats-officedocument.drawingml.diagramData+xml"/>
  <Override PartName="/ppt/diagrams/v32_s17_layout1.xml" ContentType="application/vnd.openxmlformats-officedocument.drawingml.diagramLayout+xml"/>
  <Override PartName="/ppt/diagrams/v32_s17_quickStyle1.xml" ContentType="application/vnd.openxmlformats-officedocument.drawingml.diagramStyle+xml"/>
  <Override PartName="/ppt/diagrams/v32_s17_colors1.xml" ContentType="application/vnd.openxmlformats-officedocument.drawingml.diagramColors+xml"/>
  <Override PartName="/ppt/diagrams/v32_s17_drawing1.xml" ContentType="application/vnd.ms-office.drawingml.diagramDrawing+xml"/>
  <Override PartName="/ppt/diagrams/v32_s18_data1.xml" ContentType="application/vnd.openxmlformats-officedocument.drawingml.diagramData+xml"/>
  <Override PartName="/ppt/diagrams/v32_s18_layout1.xml" ContentType="application/vnd.openxmlformats-officedocument.drawingml.diagramLayout+xml"/>
  <Override PartName="/ppt/diagrams/v32_s18_quickStyle1.xml" ContentType="application/vnd.openxmlformats-officedocument.drawingml.diagramStyle+xml"/>
  <Override PartName="/ppt/diagrams/v32_s18_colors1.xml" ContentType="application/vnd.openxmlformats-officedocument.drawingml.diagramColors+xml"/>
  <Override PartName="/ppt/diagrams/v32_s18_drawing1.xml" ContentType="application/vnd.ms-office.drawingml.diagramDrawing+xml"/>
  <Override PartName="/ppt/diagrams/v32_s19_data1.xml" ContentType="application/vnd.openxmlformats-officedocument.drawingml.diagramData+xml"/>
  <Override PartName="/ppt/diagrams/v32_s19_layout1.xml" ContentType="application/vnd.openxmlformats-officedocument.drawingml.diagramLayout+xml"/>
  <Override PartName="/ppt/diagrams/v32_s19_quickStyle1.xml" ContentType="application/vnd.openxmlformats-officedocument.drawingml.diagramStyle+xml"/>
  <Override PartName="/ppt/diagrams/v32_s19_colors1.xml" ContentType="application/vnd.openxmlformats-officedocument.drawingml.diagramColors+xml"/>
  <Override PartName="/ppt/diagrams/v32_s19_drawing1.xml" ContentType="application/vnd.ms-office.drawingml.diagramDrawing+xml"/>
  <Override PartName="/ppt/diagrams/v32_s20_data1.xml" ContentType="application/vnd.openxmlformats-officedocument.drawingml.diagramData+xml"/>
  <Override PartName="/ppt/diagrams/v32_s20_layout1.xml" ContentType="application/vnd.openxmlformats-officedocument.drawingml.diagramLayout+xml"/>
  <Override PartName="/ppt/diagrams/v32_s20_quickStyle1.xml" ContentType="application/vnd.openxmlformats-officedocument.drawingml.diagramStyle+xml"/>
  <Override PartName="/ppt/diagrams/v32_s20_colors1.xml" ContentType="application/vnd.openxmlformats-officedocument.drawingml.diagramColors+xml"/>
  <Override PartName="/ppt/diagrams/v32_s20_drawing1.xml" ContentType="application/vnd.ms-office.drawingml.diagramDrawing+xml"/>
  <Override PartName="/ppt/diagrams/v32_s21_data1.xml" ContentType="application/vnd.openxmlformats-officedocument.drawingml.diagramData+xml"/>
  <Override PartName="/ppt/diagrams/v32_s21_layout1.xml" ContentType="application/vnd.openxmlformats-officedocument.drawingml.diagramLayout+xml"/>
  <Override PartName="/ppt/diagrams/v32_s21_quickStyle1.xml" ContentType="application/vnd.openxmlformats-officedocument.drawingml.diagramStyle+xml"/>
  <Override PartName="/ppt/diagrams/v32_s21_colors1.xml" ContentType="application/vnd.openxmlformats-officedocument.drawingml.diagramColors+xml"/>
  <Override PartName="/ppt/diagrams/v32_s21_drawing1.xml" ContentType="application/vnd.ms-office.drawingml.diagramDrawing+xml"/>
  <Override PartName="/ppt/diagrams/v32_s22_data1.xml" ContentType="application/vnd.openxmlformats-officedocument.drawingml.diagramData+xml"/>
  <Override PartName="/ppt/diagrams/v32_s22_layout1.xml" ContentType="application/vnd.openxmlformats-officedocument.drawingml.diagramLayout+xml"/>
  <Override PartName="/ppt/diagrams/v32_s22_quickStyle1.xml" ContentType="application/vnd.openxmlformats-officedocument.drawingml.diagramStyle+xml"/>
  <Override PartName="/ppt/diagrams/v32_s22_colors1.xml" ContentType="application/vnd.openxmlformats-officedocument.drawingml.diagramColors+xml"/>
  <Override PartName="/ppt/diagrams/v32_s22_drawing1.xml" ContentType="application/vnd.ms-office.drawingml.diagramDrawing+xml"/>
  <Override PartName="/ppt/diagrams/v32_s23_data1.xml" ContentType="application/vnd.openxmlformats-officedocument.drawingml.diagramData+xml"/>
  <Override PartName="/ppt/diagrams/v32_s23_layout1.xml" ContentType="application/vnd.openxmlformats-officedocument.drawingml.diagramLayout+xml"/>
  <Override PartName="/ppt/diagrams/v32_s23_quickStyle1.xml" ContentType="application/vnd.openxmlformats-officedocument.drawingml.diagramStyle+xml"/>
  <Override PartName="/ppt/diagrams/v32_s23_colors1.xml" ContentType="application/vnd.openxmlformats-officedocument.drawingml.diagramColors+xml"/>
  <Override PartName="/ppt/diagrams/v32_s23_drawing1.xml" ContentType="application/vnd.ms-office.drawingml.diagramDrawing+xml"/>
  <Override PartName="/ppt/diagrams/v32_s24_data1.xml" ContentType="application/vnd.openxmlformats-officedocument.drawingml.diagramData+xml"/>
  <Override PartName="/ppt/diagrams/v32_s24_layout1.xml" ContentType="application/vnd.openxmlformats-officedocument.drawingml.diagramLayout+xml"/>
  <Override PartName="/ppt/diagrams/v32_s24_quickStyle1.xml" ContentType="application/vnd.openxmlformats-officedocument.drawingml.diagramStyle+xml"/>
  <Override PartName="/ppt/diagrams/v32_s24_colors1.xml" ContentType="application/vnd.openxmlformats-officedocument.drawingml.diagramColors+xml"/>
  <Override PartName="/ppt/diagrams/v32_s24_drawing1.xml" ContentType="application/vnd.ms-office.drawingml.diagramDrawing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b4840578e54da4" /><Relationship Type="http://schemas.openxmlformats.org/officeDocument/2006/relationships/extended-properties" Target="/docProps/app.xml" Id="R1f0c82e7d0994901" /><Relationship Type="http://schemas.openxmlformats.org/officeDocument/2006/relationships/officeDocument" Target="/ppt/presentation.xml" Id="R3ef1c19fa78a4014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44c13eb6dc434656"/>
  </p:sldMasterIdLst>
  <p:notesMasterIdLst>
    <p:notesMasterId xmlns:r="http://schemas.openxmlformats.org/officeDocument/2006/relationships" r:id="Re9508ad03c3c4b2c"/>
  </p:notesMasterIdLst>
  <p:sldIdLst>
    <p:sldId xmlns:r="http://schemas.openxmlformats.org/officeDocument/2006/relationships" id="256" r:id="Rdf103e9ad8da4ea0"/>
    <p:sldId xmlns:r="http://schemas.openxmlformats.org/officeDocument/2006/relationships" id="257" r:id="R9a472382b9ed41a6"/>
    <p:sldId xmlns:r="http://schemas.openxmlformats.org/officeDocument/2006/relationships" id="258" r:id="R0ade66faa14f497e"/>
    <p:sldId xmlns:r="http://schemas.openxmlformats.org/officeDocument/2006/relationships" id="259" r:id="R8ef9bb35446046db"/>
    <p:sldId xmlns:r="http://schemas.openxmlformats.org/officeDocument/2006/relationships" id="260" r:id="R0c0ca92151514a93"/>
    <p:sldId xmlns:r="http://schemas.openxmlformats.org/officeDocument/2006/relationships" id="261" r:id="R95bd77498ddc41f5"/>
    <p:sldId xmlns:r="http://schemas.openxmlformats.org/officeDocument/2006/relationships" id="262" r:id="R6524714b57ba4505"/>
    <p:sldId xmlns:r="http://schemas.openxmlformats.org/officeDocument/2006/relationships" id="263" r:id="R84e09d25de114837"/>
    <p:sldId xmlns:r="http://schemas.openxmlformats.org/officeDocument/2006/relationships" id="264" r:id="R14922a4de7b54a50"/>
    <p:sldId xmlns:r="http://schemas.openxmlformats.org/officeDocument/2006/relationships" id="265" r:id="Rb93ad1a19c994bc1"/>
    <p:sldId xmlns:r="http://schemas.openxmlformats.org/officeDocument/2006/relationships" id="266" r:id="R4107b373760742a2"/>
    <p:sldId xmlns:r="http://schemas.openxmlformats.org/officeDocument/2006/relationships" id="267" r:id="Rab8d844caa4c4b1e"/>
    <p:sldId xmlns:r="http://schemas.openxmlformats.org/officeDocument/2006/relationships" id="268" r:id="R429475161e8d4d40"/>
    <p:sldId xmlns:r="http://schemas.openxmlformats.org/officeDocument/2006/relationships" id="269" r:id="Rc6171c1102ae4069"/>
    <p:sldId xmlns:r="http://schemas.openxmlformats.org/officeDocument/2006/relationships" id="270" r:id="R100b698450624511"/>
    <p:sldId xmlns:r="http://schemas.openxmlformats.org/officeDocument/2006/relationships" id="271" r:id="Rbaf30aeb25674d72"/>
    <p:sldId xmlns:r="http://schemas.openxmlformats.org/officeDocument/2006/relationships" id="272" r:id="Rcd3f6b760e794f0f"/>
    <p:sldId xmlns:r="http://schemas.openxmlformats.org/officeDocument/2006/relationships" id="273" r:id="Ra786e3dec0cc47a1"/>
    <p:sldId xmlns:r="http://schemas.openxmlformats.org/officeDocument/2006/relationships" id="274" r:id="R4fca108fa1024d3f"/>
    <p:sldId xmlns:r="http://schemas.openxmlformats.org/officeDocument/2006/relationships" id="275" r:id="Rce1420ac2ce64a94"/>
    <p:sldId xmlns:r="http://schemas.openxmlformats.org/officeDocument/2006/relationships" id="276" r:id="R9d701cb8eda84f63"/>
    <p:sldId xmlns:r="http://schemas.openxmlformats.org/officeDocument/2006/relationships" id="277" r:id="R9ed2b9d867964e7f"/>
    <p:sldId xmlns:r="http://schemas.openxmlformats.org/officeDocument/2006/relationships" id="278" r:id="R35310d946e064a21"/>
    <p:sldId xmlns:r="http://schemas.openxmlformats.org/officeDocument/2006/relationships" id="279" r:id="R5a20b20f393e4695"/>
  </p:sldIdLst>
  <p:sldSz cx="11588750" cy="6858000"/>
  <p:notesSz cx="6858000" cy="9144000"/>
  <p:embeddedFontLst>
    <p:embeddedFont>
      <p:font typeface="Lato"/>
      <p:regular xmlns:r="http://schemas.openxmlformats.org/officeDocument/2006/relationships" r:id="R4970ac3ee09649fd"/>
      <p:bold xmlns:r="http://schemas.openxmlformats.org/officeDocument/2006/relationships" r:id="Rb635bc6f3d164083"/>
      <p:italic xmlns:r="http://schemas.openxmlformats.org/officeDocument/2006/relationships" r:id="R692560c4a3714949"/>
      <p:boldItalic xmlns:r="http://schemas.openxmlformats.org/officeDocument/2006/relationships" r:id="R4b69e770cccf4cf2"/>
    </p:embeddedFont>
  </p:embeddedFontLst>
</p:presentation>
</file>

<file path=ppt/authors.xml><?xml version="1.0" encoding="utf-8"?>
<p188:authorLst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2bdc4f37cc3a4693"/><Relationship Type="http://schemas.openxmlformats.org/officeDocument/2006/relationships/slideMaster" Target="/ppt/slideMasters/slideMaster1.xml" Id="R44c13eb6dc434656"/><Relationship Type="http://schemas.openxmlformats.org/officeDocument/2006/relationships/notesMaster" Target="/ppt/notesMasters/notesMaster1.xml" Id="Re9508ad03c3c4b2c"/><Relationship Type="http://schemas.openxmlformats.org/officeDocument/2006/relationships/presProps" Target="/ppt/presProps.xml" Id="R552f46740cb44206"/><Relationship Type="http://schemas.openxmlformats.org/officeDocument/2006/relationships/viewProps" Target="/ppt/viewProps.xml" Id="R647292f60f5d4ac5"/><Relationship Type="http://schemas.openxmlformats.org/officeDocument/2006/relationships/tableStyles" Target="/ppt/tableStyles.xml" Id="R94be9f32b3984147"/><Relationship Type="http://schemas.openxmlformats.org/officeDocument/2006/relationships/font" Target="/ppt/fonts/font.dat" Id="R4970ac3ee09649fd"/><Relationship Type="http://schemas.openxmlformats.org/officeDocument/2006/relationships/font" Target="/ppt/fonts/font2.dat" Id="Rb635bc6f3d164083"/><Relationship Type="http://schemas.openxmlformats.org/officeDocument/2006/relationships/font" Target="/ppt/fonts/font3.dat" Id="R692560c4a3714949"/><Relationship Type="http://schemas.openxmlformats.org/officeDocument/2006/relationships/font" Target="/ppt/fonts/font4.dat" Id="R4b69e770cccf4cf2"/><Relationship Type="http://schemas.microsoft.com/office/2018/10/relationships/authors" Target="/ppt/authors.xml" Id="Rfa352736390a4ff7"/><Relationship Type="http://schemas.openxmlformats.org/officeDocument/2006/relationships/slide" Target="/ppt/slides/slide1.xml" Id="Rdf103e9ad8da4ea0"/><Relationship Type="http://schemas.openxmlformats.org/officeDocument/2006/relationships/slide" Target="/ppt/slides/slide2.xml" Id="R9a472382b9ed41a6"/><Relationship Type="http://schemas.openxmlformats.org/officeDocument/2006/relationships/slide" Target="/ppt/slides/slide3.xml" Id="R0ade66faa14f497e"/><Relationship Type="http://schemas.openxmlformats.org/officeDocument/2006/relationships/slide" Target="/ppt/slides/slide4.xml" Id="R8ef9bb35446046db"/><Relationship Type="http://schemas.openxmlformats.org/officeDocument/2006/relationships/slide" Target="/ppt/slides/slide5.xml" Id="R0c0ca92151514a93"/><Relationship Type="http://schemas.openxmlformats.org/officeDocument/2006/relationships/slide" Target="/ppt/slides/slide6.xml" Id="R95bd77498ddc41f5"/><Relationship Type="http://schemas.openxmlformats.org/officeDocument/2006/relationships/slide" Target="/ppt/slides/slide7.xml" Id="R6524714b57ba4505"/><Relationship Type="http://schemas.openxmlformats.org/officeDocument/2006/relationships/slide" Target="/ppt/slides/slide8.xml" Id="R84e09d25de114837"/><Relationship Type="http://schemas.openxmlformats.org/officeDocument/2006/relationships/slide" Target="/ppt/slides/slide9.xml" Id="R14922a4de7b54a50"/><Relationship Type="http://schemas.openxmlformats.org/officeDocument/2006/relationships/slide" Target="/ppt/slides/slide10.xml" Id="Rb93ad1a19c994bc1"/><Relationship Type="http://schemas.openxmlformats.org/officeDocument/2006/relationships/slide" Target="/ppt/slides/slide11.xml" Id="R4107b373760742a2"/><Relationship Type="http://schemas.openxmlformats.org/officeDocument/2006/relationships/slide" Target="/ppt/slides/slide12.xml" Id="Rab8d844caa4c4b1e"/><Relationship Type="http://schemas.openxmlformats.org/officeDocument/2006/relationships/slide" Target="/ppt/slides/slide13.xml" Id="R429475161e8d4d40"/><Relationship Type="http://schemas.openxmlformats.org/officeDocument/2006/relationships/slide" Target="/ppt/slides/slide14.xml" Id="Rc6171c1102ae4069"/><Relationship Type="http://schemas.openxmlformats.org/officeDocument/2006/relationships/slide" Target="/ppt/slides/slide15.xml" Id="R100b698450624511"/><Relationship Type="http://schemas.openxmlformats.org/officeDocument/2006/relationships/slide" Target="/ppt/slides/slide16.xml" Id="Rbaf30aeb25674d72"/><Relationship Type="http://schemas.openxmlformats.org/officeDocument/2006/relationships/slide" Target="/ppt/slides/slide17.xml" Id="Rcd3f6b760e794f0f"/><Relationship Type="http://schemas.openxmlformats.org/officeDocument/2006/relationships/slide" Target="/ppt/slides/slide18.xml" Id="Ra786e3dec0cc47a1"/><Relationship Type="http://schemas.openxmlformats.org/officeDocument/2006/relationships/slide" Target="/ppt/slides/slide19.xml" Id="R4fca108fa1024d3f"/><Relationship Type="http://schemas.openxmlformats.org/officeDocument/2006/relationships/slide" Target="/ppt/slides/slide20.xml" Id="Rce1420ac2ce64a94"/><Relationship Type="http://schemas.openxmlformats.org/officeDocument/2006/relationships/slide" Target="/ppt/slides/slide21.xml" Id="R9d701cb8eda84f63"/><Relationship Type="http://schemas.openxmlformats.org/officeDocument/2006/relationships/slide" Target="/ppt/slides/slide22.xml" Id="R9ed2b9d867964e7f"/><Relationship Type="http://schemas.openxmlformats.org/officeDocument/2006/relationships/slide" Target="/ppt/slides/slide23.xml" Id="R35310d946e064a21"/><Relationship Type="http://schemas.openxmlformats.org/officeDocument/2006/relationships/slide" Target="/ppt/slides/slide24.xml" Id="R5a20b20f393e4695"/></Relationships>
</file>

<file path=ppt/diagrams/v32_s2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2_data1.xml><?xml version="1.0" encoding="utf-8"?>
<dgm:dataModel xmlns:dgm="http://schemas.openxmlformats.org/drawingml/2006/diagram" xmlns:a="http://schemas.openxmlformats.org/drawingml/2006/main">
  <dgm:ptLst>
    <dgm:pt modelId="{06DE8A2B-A371-4AB7-90B4-4467EB5CFE2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2447D55-9B02-40FC-BAF5-2EB248210AF8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Executive summary</a:t>
          </a:r>
        </a:p>
      </dgm:t>
    </dgm:pt>
    <dgm:pt modelId="{F6D600DB-B984-49E8-8230-A808ECCDD9F8}" type="parTrans" cxnId="{292BC1A6-4DC2-4985-9B30-0E964EFF5F64}">
      <dgm:prSet/>
      <dgm:spPr>
        <a:ln>
          <a:noFill/>
        </a:ln>
      </dgm:spPr>
    </dgm:pt>
    <dgm:pt modelId="{11C4D565-B8DB-4954-BBDD-7512E4A04EF2}" type="sibTrans" cxnId="{292BC1A6-4DC2-4985-9B30-0E964EFF5F64}">
      <dgm:prSet/>
      <dgm:spPr>
        <a:ln>
          <a:noFill/>
        </a:ln>
      </dgm:spPr>
    </dgm:pt>
    <dgm:pt modelId="{4B1EC208-E3C2-4554-87E4-D91132AA684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85032A1E-A1A4-45DA-BA78-3D5FB4AAD6B9}" type="parTrans" cxnId="{D900A994-AC71-4547-A585-02508C8425AD}">
      <dgm:prSet/>
      <dgm:spPr>
        <a:ln>
          <a:noFill/>
        </a:ln>
      </dgm:spPr>
    </dgm:pt>
    <dgm:pt modelId="{8D232671-4B6E-42BA-85B7-7503E7B181D1}" type="sibTrans" cxnId="{D900A994-AC71-4547-A585-02508C8425AD}">
      <dgm:prSet/>
      <dgm:spPr>
        <a:ln>
          <a:noFill/>
        </a:ln>
      </dgm:spPr>
    </dgm:pt>
    <dgm:pt modelId="{F5A393C7-D380-41FA-B4AF-F93E8D0CF881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9EEF8811-DDA6-4BE6-B82E-D1A5040428B9}" type="parTrans" cxnId="{DA9536F5-4489-4AC9-AF25-3A881DD0A23C}">
      <dgm:prSet/>
      <dgm:spPr>
        <a:ln>
          <a:noFill/>
        </a:ln>
      </dgm:spPr>
    </dgm:pt>
    <dgm:pt modelId="{C59DF04F-36F3-4584-95B9-593519A8EEF9}" type="sibTrans" cxnId="{DA9536F5-4489-4AC9-AF25-3A881DD0A23C}">
      <dgm:prSet/>
      <dgm:spPr>
        <a:ln>
          <a:noFill/>
        </a:ln>
      </dgm:spPr>
    </dgm:pt>
    <dgm:pt modelId="{03044390-CA6D-4DCA-8FA8-5AD035F0AE96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76ECDB76-A2D4-4332-8767-2031C7160B82}" type="parTrans" cxnId="{B6A8D2D1-852B-4A8F-A9B3-528AA936ABD7}">
      <dgm:prSet/>
      <dgm:spPr>
        <a:ln>
          <a:noFill/>
        </a:ln>
      </dgm:spPr>
    </dgm:pt>
    <dgm:pt modelId="{380BBBB4-201C-4156-A511-D034C388352C}" type="sibTrans" cxnId="{B6A8D2D1-852B-4A8F-A9B3-528AA936ABD7}">
      <dgm:prSet/>
      <dgm:spPr>
        <a:ln>
          <a:noFill/>
        </a:ln>
      </dgm:spPr>
    </dgm:pt>
    <dgm:pt modelId="{55AC4808-C1FA-4E58-9765-99C16695002F}" type="pres">
      <dgm:prSet presAssocID="{06DE8A2B-A371-4AB7-90B4-4467EB5CFE26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FB490D9F-D232-444B-84A9-1F90A326E3CC}" type="pres">
      <dgm:prSet presAssocID="{02447D55-9B02-40FC-BAF5-2EB248210AF8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7401B36-21FD-452B-859D-C13C1D2F3CC6}" type="pres">
      <dgm:prSet presAssocID="{11C4D565-B8DB-4954-BBDD-7512E4A04EF2}" presName="parTxOnlySpace" presStyleCnt="0"/>
      <dgm:spPr>
        <a:ln>
          <a:noFill/>
        </a:ln>
      </dgm:spPr>
    </dgm:pt>
    <dgm:pt modelId="{CCF220CD-041D-463A-ABAB-54867BF84649}" type="pres">
      <dgm:prSet presAssocID="{4B1EC208-E3C2-4554-87E4-D91132AA684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A8D38A3-70C1-474B-A8AC-0FE84517A371}" type="pres">
      <dgm:prSet presAssocID="{8D232671-4B6E-42BA-85B7-7503E7B181D1}" presName="parTxOnlySpace" presStyleCnt="0"/>
      <dgm:spPr>
        <a:ln>
          <a:noFill/>
        </a:ln>
      </dgm:spPr>
    </dgm:pt>
    <dgm:pt modelId="{F19C7174-B035-4453-8EBC-1B4075AE4C8D}" type="pres">
      <dgm:prSet presAssocID="{F5A393C7-D380-41FA-B4AF-F93E8D0CF881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BF607AF-ABAC-4D0F-A475-E7EBA406A6AF}" type="pres">
      <dgm:prSet presAssocID="{C59DF04F-36F3-4584-95B9-593519A8EEF9}" presName="parTxOnlySpace" presStyleCnt="0"/>
      <dgm:spPr>
        <a:ln>
          <a:noFill/>
        </a:ln>
      </dgm:spPr>
    </dgm:pt>
    <dgm:pt modelId="{4226169C-8DDB-42F5-831F-1C867C2D6E72}" type="pres">
      <dgm:prSet presAssocID="{03044390-CA6D-4DCA-8FA8-5AD035F0AE96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DA7B5304-180A-47EB-BEF9-385DB91A038D}" type="presOf" srcId="{02447D55-9B02-40FC-BAF5-2EB248210AF8}" destId="{FB490D9F-D232-444B-84A9-1F90A326E3CC}" srcOrd="0" destOrd="0" presId="urn:microsoft.com/office/officeart/2005/8/layout/chevron1"/>
    <dgm:cxn modelId="{00E6AD35-B2A0-4BFA-BBB4-D15C1E4078ED}" type="presOf" srcId="{06DE8A2B-A371-4AB7-90B4-4467EB5CFE26}" destId="{55AC4808-C1FA-4E58-9765-99C16695002F}" srcOrd="0" destOrd="0" presId="urn:microsoft.com/office/officeart/2005/8/layout/chevron1"/>
    <dgm:cxn modelId="{17A0EF5A-F035-4D33-B383-48556F2DFE6A}" type="presOf" srcId="{4B1EC208-E3C2-4554-87E4-D91132AA684B}" destId="{CCF220CD-041D-463A-ABAB-54867BF84649}" srcOrd="0" destOrd="0" presId="urn:microsoft.com/office/officeart/2005/8/layout/chevron1"/>
    <dgm:cxn modelId="{D900A994-AC71-4547-A585-02508C8425AD}" srcId="{06DE8A2B-A371-4AB7-90B4-4467EB5CFE26}" destId="{4B1EC208-E3C2-4554-87E4-D91132AA684B}" srcOrd="1" destOrd="0" parTransId="{85032A1E-A1A4-45DA-BA78-3D5FB4AAD6B9}" sibTransId="{8D232671-4B6E-42BA-85B7-7503E7B181D1}"/>
    <dgm:cxn modelId="{292BC1A6-4DC2-4985-9B30-0E964EFF5F64}" srcId="{06DE8A2B-A371-4AB7-90B4-4467EB5CFE26}" destId="{02447D55-9B02-40FC-BAF5-2EB248210AF8}" srcOrd="0" destOrd="0" parTransId="{F6D600DB-B984-49E8-8230-A808ECCDD9F8}" sibTransId="{11C4D565-B8DB-4954-BBDD-7512E4A04EF2}"/>
    <dgm:cxn modelId="{B6A8D2D1-852B-4A8F-A9B3-528AA936ABD7}" srcId="{06DE8A2B-A371-4AB7-90B4-4467EB5CFE26}" destId="{03044390-CA6D-4DCA-8FA8-5AD035F0AE96}" srcOrd="3" destOrd="0" parTransId="{76ECDB76-A2D4-4332-8767-2031C7160B82}" sibTransId="{380BBBB4-201C-4156-A511-D034C388352C}"/>
    <dgm:cxn modelId="{BD805BE5-A082-4FA1-BB00-943CAA751BF6}" type="presOf" srcId="{F5A393C7-D380-41FA-B4AF-F93E8D0CF881}" destId="{F19C7174-B035-4453-8EBC-1B4075AE4C8D}" srcOrd="0" destOrd="0" presId="urn:microsoft.com/office/officeart/2005/8/layout/chevron1"/>
    <dgm:cxn modelId="{DA9536F5-4489-4AC9-AF25-3A881DD0A23C}" srcId="{06DE8A2B-A371-4AB7-90B4-4467EB5CFE26}" destId="{F5A393C7-D380-41FA-B4AF-F93E8D0CF881}" srcOrd="2" destOrd="0" parTransId="{9EEF8811-DDA6-4BE6-B82E-D1A5040428B9}" sibTransId="{C59DF04F-36F3-4584-95B9-593519A8EEF9}"/>
    <dgm:cxn modelId="{5B61FEFB-CFE8-48BD-A71D-D47F96BAD4A1}" type="presOf" srcId="{03044390-CA6D-4DCA-8FA8-5AD035F0AE96}" destId="{4226169C-8DDB-42F5-831F-1C867C2D6E72}" srcOrd="0" destOrd="0" presId="urn:microsoft.com/office/officeart/2005/8/layout/chevron1"/>
    <dgm:cxn modelId="{1352ACE6-F49F-4003-922A-070147C012B1}" type="presParOf" srcId="{55AC4808-C1FA-4E58-9765-99C16695002F}" destId="{FB490D9F-D232-444B-84A9-1F90A326E3CC}" srcOrd="0" destOrd="0" presId="urn:microsoft.com/office/officeart/2005/8/layout/chevron1"/>
    <dgm:cxn modelId="{1C17A09A-57EE-4548-AF39-6351DC4DE2E3}" type="presParOf" srcId="{55AC4808-C1FA-4E58-9765-99C16695002F}" destId="{A7401B36-21FD-452B-859D-C13C1D2F3CC6}" srcOrd="1" destOrd="0" presId="urn:microsoft.com/office/officeart/2005/8/layout/chevron1"/>
    <dgm:cxn modelId="{6D962CA6-E16D-4EE3-A73B-D49D25AC0D65}" type="presParOf" srcId="{55AC4808-C1FA-4E58-9765-99C16695002F}" destId="{CCF220CD-041D-463A-ABAB-54867BF84649}" srcOrd="2" destOrd="0" presId="urn:microsoft.com/office/officeart/2005/8/layout/chevron1"/>
    <dgm:cxn modelId="{16A48331-6BB0-4703-B8B8-AE2CEFBB4284}" type="presParOf" srcId="{55AC4808-C1FA-4E58-9765-99C16695002F}" destId="{1A8D38A3-70C1-474B-A8AC-0FE84517A371}" srcOrd="3" destOrd="0" presId="urn:microsoft.com/office/officeart/2005/8/layout/chevron1"/>
    <dgm:cxn modelId="{83FFF6B7-4710-4E2F-96C1-49BBDE8AC84F}" type="presParOf" srcId="{55AC4808-C1FA-4E58-9765-99C16695002F}" destId="{F19C7174-B035-4453-8EBC-1B4075AE4C8D}" srcOrd="4" destOrd="0" presId="urn:microsoft.com/office/officeart/2005/8/layout/chevron1"/>
    <dgm:cxn modelId="{530C610A-012C-4B43-859F-0A60A5DC1A2B}" type="presParOf" srcId="{55AC4808-C1FA-4E58-9765-99C16695002F}" destId="{ABF607AF-ABAC-4D0F-A475-E7EBA406A6AF}" srcOrd="5" destOrd="0" presId="urn:microsoft.com/office/officeart/2005/8/layout/chevron1"/>
    <dgm:cxn modelId="{40DBA209-52FC-4C84-91AB-58F88472ED68}" type="presParOf" srcId="{55AC4808-C1FA-4E58-9765-99C16695002F}" destId="{4226169C-8DDB-42F5-831F-1C867C2D6E7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2" minVer="http://schemas.openxmlformats.org/drawingml/2006/diagram"/>
    </a:ext>
  </dgm:extLst>
</dgm:dataModel>
</file>

<file path=ppt/diagrams/v32_s2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90D9F-D232-444B-84A9-1F90A326E3CC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CF220CD-041D-463A-ABAB-54867BF84649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F19C7174-B035-4453-8EBC-1B4075AE4C8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226169C-8DDB-42F5-831F-1C867C2D6E7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2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2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3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3_data1.xml><?xml version="1.0" encoding="utf-8"?>
<dgm:dataModel xmlns:dgm="http://schemas.openxmlformats.org/drawingml/2006/diagram" xmlns:a="http://schemas.openxmlformats.org/drawingml/2006/main">
  <dgm:ptLst>
    <dgm:pt modelId="{06DE8A2B-A371-4AB7-90B4-4467EB5CFE2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2447D55-9B02-40FC-BAF5-2EB248210AF8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Executive summary</a:t>
          </a:r>
        </a:p>
      </dgm:t>
    </dgm:pt>
    <dgm:pt modelId="{F6D600DB-B984-49E8-8230-A808ECCDD9F8}" type="parTrans" cxnId="{292BC1A6-4DC2-4985-9B30-0E964EFF5F64}">
      <dgm:prSet/>
      <dgm:spPr>
        <a:ln>
          <a:noFill/>
        </a:ln>
      </dgm:spPr>
    </dgm:pt>
    <dgm:pt modelId="{11C4D565-B8DB-4954-BBDD-7512E4A04EF2}" type="sibTrans" cxnId="{292BC1A6-4DC2-4985-9B30-0E964EFF5F64}">
      <dgm:prSet/>
      <dgm:spPr>
        <a:ln>
          <a:noFill/>
        </a:ln>
      </dgm:spPr>
    </dgm:pt>
    <dgm:pt modelId="{4B1EC208-E3C2-4554-87E4-D91132AA684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85032A1E-A1A4-45DA-BA78-3D5FB4AAD6B9}" type="parTrans" cxnId="{D900A994-AC71-4547-A585-02508C8425AD}">
      <dgm:prSet/>
      <dgm:spPr>
        <a:ln>
          <a:noFill/>
        </a:ln>
      </dgm:spPr>
    </dgm:pt>
    <dgm:pt modelId="{8D232671-4B6E-42BA-85B7-7503E7B181D1}" type="sibTrans" cxnId="{D900A994-AC71-4547-A585-02508C8425AD}">
      <dgm:prSet/>
      <dgm:spPr>
        <a:ln>
          <a:noFill/>
        </a:ln>
      </dgm:spPr>
    </dgm:pt>
    <dgm:pt modelId="{F5A393C7-D380-41FA-B4AF-F93E8D0CF881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9EEF8811-DDA6-4BE6-B82E-D1A5040428B9}" type="parTrans" cxnId="{DA9536F5-4489-4AC9-AF25-3A881DD0A23C}">
      <dgm:prSet/>
      <dgm:spPr>
        <a:ln>
          <a:noFill/>
        </a:ln>
      </dgm:spPr>
    </dgm:pt>
    <dgm:pt modelId="{C59DF04F-36F3-4584-95B9-593519A8EEF9}" type="sibTrans" cxnId="{DA9536F5-4489-4AC9-AF25-3A881DD0A23C}">
      <dgm:prSet/>
      <dgm:spPr>
        <a:ln>
          <a:noFill/>
        </a:ln>
      </dgm:spPr>
    </dgm:pt>
    <dgm:pt modelId="{03044390-CA6D-4DCA-8FA8-5AD035F0AE96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76ECDB76-A2D4-4332-8767-2031C7160B82}" type="parTrans" cxnId="{B6A8D2D1-852B-4A8F-A9B3-528AA936ABD7}">
      <dgm:prSet/>
      <dgm:spPr>
        <a:ln>
          <a:noFill/>
        </a:ln>
      </dgm:spPr>
    </dgm:pt>
    <dgm:pt modelId="{380BBBB4-201C-4156-A511-D034C388352C}" type="sibTrans" cxnId="{B6A8D2D1-852B-4A8F-A9B3-528AA936ABD7}">
      <dgm:prSet/>
      <dgm:spPr>
        <a:ln>
          <a:noFill/>
        </a:ln>
      </dgm:spPr>
    </dgm:pt>
    <dgm:pt modelId="{55AC4808-C1FA-4E58-9765-99C16695002F}" type="pres">
      <dgm:prSet presAssocID="{06DE8A2B-A371-4AB7-90B4-4467EB5CFE26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FB490D9F-D232-444B-84A9-1F90A326E3CC}" type="pres">
      <dgm:prSet presAssocID="{02447D55-9B02-40FC-BAF5-2EB248210AF8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7401B36-21FD-452B-859D-C13C1D2F3CC6}" type="pres">
      <dgm:prSet presAssocID="{11C4D565-B8DB-4954-BBDD-7512E4A04EF2}" presName="parTxOnlySpace" presStyleCnt="0"/>
      <dgm:spPr>
        <a:ln>
          <a:noFill/>
        </a:ln>
      </dgm:spPr>
    </dgm:pt>
    <dgm:pt modelId="{CCF220CD-041D-463A-ABAB-54867BF84649}" type="pres">
      <dgm:prSet presAssocID="{4B1EC208-E3C2-4554-87E4-D91132AA684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A8D38A3-70C1-474B-A8AC-0FE84517A371}" type="pres">
      <dgm:prSet presAssocID="{8D232671-4B6E-42BA-85B7-7503E7B181D1}" presName="parTxOnlySpace" presStyleCnt="0"/>
      <dgm:spPr>
        <a:ln>
          <a:noFill/>
        </a:ln>
      </dgm:spPr>
    </dgm:pt>
    <dgm:pt modelId="{F19C7174-B035-4453-8EBC-1B4075AE4C8D}" type="pres">
      <dgm:prSet presAssocID="{F5A393C7-D380-41FA-B4AF-F93E8D0CF881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BF607AF-ABAC-4D0F-A475-E7EBA406A6AF}" type="pres">
      <dgm:prSet presAssocID="{C59DF04F-36F3-4584-95B9-593519A8EEF9}" presName="parTxOnlySpace" presStyleCnt="0"/>
      <dgm:spPr>
        <a:ln>
          <a:noFill/>
        </a:ln>
      </dgm:spPr>
    </dgm:pt>
    <dgm:pt modelId="{4226169C-8DDB-42F5-831F-1C867C2D6E72}" type="pres">
      <dgm:prSet presAssocID="{03044390-CA6D-4DCA-8FA8-5AD035F0AE96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DA7B5304-180A-47EB-BEF9-385DB91A038D}" type="presOf" srcId="{02447D55-9B02-40FC-BAF5-2EB248210AF8}" destId="{FB490D9F-D232-444B-84A9-1F90A326E3CC}" srcOrd="0" destOrd="0" presId="urn:microsoft.com/office/officeart/2005/8/layout/chevron1"/>
    <dgm:cxn modelId="{00E6AD35-B2A0-4BFA-BBB4-D15C1E4078ED}" type="presOf" srcId="{06DE8A2B-A371-4AB7-90B4-4467EB5CFE26}" destId="{55AC4808-C1FA-4E58-9765-99C16695002F}" srcOrd="0" destOrd="0" presId="urn:microsoft.com/office/officeart/2005/8/layout/chevron1"/>
    <dgm:cxn modelId="{17A0EF5A-F035-4D33-B383-48556F2DFE6A}" type="presOf" srcId="{4B1EC208-E3C2-4554-87E4-D91132AA684B}" destId="{CCF220CD-041D-463A-ABAB-54867BF84649}" srcOrd="0" destOrd="0" presId="urn:microsoft.com/office/officeart/2005/8/layout/chevron1"/>
    <dgm:cxn modelId="{D900A994-AC71-4547-A585-02508C8425AD}" srcId="{06DE8A2B-A371-4AB7-90B4-4467EB5CFE26}" destId="{4B1EC208-E3C2-4554-87E4-D91132AA684B}" srcOrd="1" destOrd="0" parTransId="{85032A1E-A1A4-45DA-BA78-3D5FB4AAD6B9}" sibTransId="{8D232671-4B6E-42BA-85B7-7503E7B181D1}"/>
    <dgm:cxn modelId="{292BC1A6-4DC2-4985-9B30-0E964EFF5F64}" srcId="{06DE8A2B-A371-4AB7-90B4-4467EB5CFE26}" destId="{02447D55-9B02-40FC-BAF5-2EB248210AF8}" srcOrd="0" destOrd="0" parTransId="{F6D600DB-B984-49E8-8230-A808ECCDD9F8}" sibTransId="{11C4D565-B8DB-4954-BBDD-7512E4A04EF2}"/>
    <dgm:cxn modelId="{B6A8D2D1-852B-4A8F-A9B3-528AA936ABD7}" srcId="{06DE8A2B-A371-4AB7-90B4-4467EB5CFE26}" destId="{03044390-CA6D-4DCA-8FA8-5AD035F0AE96}" srcOrd="3" destOrd="0" parTransId="{76ECDB76-A2D4-4332-8767-2031C7160B82}" sibTransId="{380BBBB4-201C-4156-A511-D034C388352C}"/>
    <dgm:cxn modelId="{BD805BE5-A082-4FA1-BB00-943CAA751BF6}" type="presOf" srcId="{F5A393C7-D380-41FA-B4AF-F93E8D0CF881}" destId="{F19C7174-B035-4453-8EBC-1B4075AE4C8D}" srcOrd="0" destOrd="0" presId="urn:microsoft.com/office/officeart/2005/8/layout/chevron1"/>
    <dgm:cxn modelId="{DA9536F5-4489-4AC9-AF25-3A881DD0A23C}" srcId="{06DE8A2B-A371-4AB7-90B4-4467EB5CFE26}" destId="{F5A393C7-D380-41FA-B4AF-F93E8D0CF881}" srcOrd="2" destOrd="0" parTransId="{9EEF8811-DDA6-4BE6-B82E-D1A5040428B9}" sibTransId="{C59DF04F-36F3-4584-95B9-593519A8EEF9}"/>
    <dgm:cxn modelId="{5B61FEFB-CFE8-48BD-A71D-D47F96BAD4A1}" type="presOf" srcId="{03044390-CA6D-4DCA-8FA8-5AD035F0AE96}" destId="{4226169C-8DDB-42F5-831F-1C867C2D6E72}" srcOrd="0" destOrd="0" presId="urn:microsoft.com/office/officeart/2005/8/layout/chevron1"/>
    <dgm:cxn modelId="{1352ACE6-F49F-4003-922A-070147C012B1}" type="presParOf" srcId="{55AC4808-C1FA-4E58-9765-99C16695002F}" destId="{FB490D9F-D232-444B-84A9-1F90A326E3CC}" srcOrd="0" destOrd="0" presId="urn:microsoft.com/office/officeart/2005/8/layout/chevron1"/>
    <dgm:cxn modelId="{1C17A09A-57EE-4548-AF39-6351DC4DE2E3}" type="presParOf" srcId="{55AC4808-C1FA-4E58-9765-99C16695002F}" destId="{A7401B36-21FD-452B-859D-C13C1D2F3CC6}" srcOrd="1" destOrd="0" presId="urn:microsoft.com/office/officeart/2005/8/layout/chevron1"/>
    <dgm:cxn modelId="{6D962CA6-E16D-4EE3-A73B-D49D25AC0D65}" type="presParOf" srcId="{55AC4808-C1FA-4E58-9765-99C16695002F}" destId="{CCF220CD-041D-463A-ABAB-54867BF84649}" srcOrd="2" destOrd="0" presId="urn:microsoft.com/office/officeart/2005/8/layout/chevron1"/>
    <dgm:cxn modelId="{16A48331-6BB0-4703-B8B8-AE2CEFBB4284}" type="presParOf" srcId="{55AC4808-C1FA-4E58-9765-99C16695002F}" destId="{1A8D38A3-70C1-474B-A8AC-0FE84517A371}" srcOrd="3" destOrd="0" presId="urn:microsoft.com/office/officeart/2005/8/layout/chevron1"/>
    <dgm:cxn modelId="{83FFF6B7-4710-4E2F-96C1-49BBDE8AC84F}" type="presParOf" srcId="{55AC4808-C1FA-4E58-9765-99C16695002F}" destId="{F19C7174-B035-4453-8EBC-1B4075AE4C8D}" srcOrd="4" destOrd="0" presId="urn:microsoft.com/office/officeart/2005/8/layout/chevron1"/>
    <dgm:cxn modelId="{530C610A-012C-4B43-859F-0A60A5DC1A2B}" type="presParOf" srcId="{55AC4808-C1FA-4E58-9765-99C16695002F}" destId="{ABF607AF-ABAC-4D0F-A475-E7EBA406A6AF}" srcOrd="5" destOrd="0" presId="urn:microsoft.com/office/officeart/2005/8/layout/chevron1"/>
    <dgm:cxn modelId="{40DBA209-52FC-4C84-91AB-58F88472ED68}" type="presParOf" srcId="{55AC4808-C1FA-4E58-9765-99C16695002F}" destId="{4226169C-8DDB-42F5-831F-1C867C2D6E7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3" minVer="http://schemas.openxmlformats.org/drawingml/2006/diagram"/>
    </a:ext>
  </dgm:extLst>
</dgm:dataModel>
</file>

<file path=ppt/diagrams/v32_s3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90D9F-D232-444B-84A9-1F90A326E3CC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CF220CD-041D-463A-ABAB-54867BF84649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F19C7174-B035-4453-8EBC-1B4075AE4C8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226169C-8DDB-42F5-831F-1C867C2D6E7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3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3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4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4_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"/>
    <dgm:cxn modelId="{02074744-DBB7-4014-8363-60EC43DBA6CD}" type="presOf" srcId="{76DF3A45-5741-4BF8-90F1-4A7020D88F3E}" destId="{9F404DEC-4EC8-4518-BE85-93B7692E5638}" srcOrd="0" destOrd="0" presId="urn:microsoft.com/office/officeart/2005/8/layout/chevron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"/>
    <dgm:cxn modelId="{C2106DF6-D6A2-49E4-BAFA-5D750DDEF7C3}" type="presOf" srcId="{EC8A132B-7A37-405A-AE61-D0A4AC9C84D4}" destId="{E56216AE-4B62-49BF-B577-95F970D228C9}" srcOrd="0" destOrd="0" presId="urn:microsoft.com/office/officeart/2005/8/layout/chevron1"/>
    <dgm:cxn modelId="{C8ED67F8-207C-47C2-85A0-36C82DA29F5A}" type="presOf" srcId="{87F06D40-41DD-4A2F-9F9C-1ED0B44BA962}" destId="{C17A1487-1862-4A32-B801-89B618873E04}" srcOrd="0" destOrd="0" presId="urn:microsoft.com/office/officeart/2005/8/layout/chevron1"/>
    <dgm:cxn modelId="{D0EFF3B6-E4F2-4B6D-A9D3-5680F8F7DDBC}" type="presParOf" srcId="{15F593F2-40E2-4653-8025-677035C3DC9D}" destId="{C4EF7803-CBF7-4F68-B5E2-A27214E782BF}" srcOrd="0" destOrd="0" presId="urn:microsoft.com/office/officeart/2005/8/layout/chevron1"/>
    <dgm:cxn modelId="{4DF86A96-FF9B-43FA-B523-DE662ABFEBFD}" type="presParOf" srcId="{15F593F2-40E2-4653-8025-677035C3DC9D}" destId="{7F42B213-6EC2-4A7A-98EE-FD00CE627AC2}" srcOrd="1" destOrd="0" presId="urn:microsoft.com/office/officeart/2005/8/layout/chevron1"/>
    <dgm:cxn modelId="{6ECCF7C3-0645-4626-A41E-BEE32AE1FD38}" type="presParOf" srcId="{15F593F2-40E2-4653-8025-677035C3DC9D}" destId="{C17A1487-1862-4A32-B801-89B618873E04}" srcOrd="2" destOrd="0" presId="urn:microsoft.com/office/officeart/2005/8/layout/chevron1"/>
    <dgm:cxn modelId="{E5B8DE1C-33F9-4E01-9629-46FA7E111D45}" type="presParOf" srcId="{15F593F2-40E2-4653-8025-677035C3DC9D}" destId="{4C1C00FF-9A18-4423-93D0-E6C21EE159AE}" srcOrd="3" destOrd="0" presId="urn:microsoft.com/office/officeart/2005/8/layout/chevron1"/>
    <dgm:cxn modelId="{51034CBE-7419-4500-8460-737D374B25E9}" type="presParOf" srcId="{15F593F2-40E2-4653-8025-677035C3DC9D}" destId="{9F404DEC-4EC8-4518-BE85-93B7692E5638}" srcOrd="4" destOrd="0" presId="urn:microsoft.com/office/officeart/2005/8/layout/chevron1"/>
    <dgm:cxn modelId="{5CF547D9-5245-4382-8157-6EC67EB041B9}" type="presParOf" srcId="{15F593F2-40E2-4653-8025-677035C3DC9D}" destId="{4B4707A9-14D8-4951-8914-17DD9D9F43B5}" srcOrd="5" destOrd="0" presId="urn:microsoft.com/office/officeart/2005/8/layout/chevron1"/>
    <dgm:cxn modelId="{C4DDF6FA-AEF9-483D-B368-FE146FCD804F}" type="presParOf" srcId="{15F593F2-40E2-4653-8025-677035C3DC9D}" destId="{E56216AE-4B62-49BF-B577-95F970D228C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4" minVer="http://schemas.openxmlformats.org/drawingml/2006/diagram"/>
    </a:ext>
  </dgm:extLst>
</dgm:dataModel>
</file>

<file path=ppt/diagrams/v32_s4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4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4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5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5_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"/>
    <dgm:cxn modelId="{02074744-DBB7-4014-8363-60EC43DBA6CD}" type="presOf" srcId="{76DF3A45-5741-4BF8-90F1-4A7020D88F3E}" destId="{9F404DEC-4EC8-4518-BE85-93B7692E5638}" srcOrd="0" destOrd="0" presId="urn:microsoft.com/office/officeart/2005/8/layout/chevron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"/>
    <dgm:cxn modelId="{C2106DF6-D6A2-49E4-BAFA-5D750DDEF7C3}" type="presOf" srcId="{EC8A132B-7A37-405A-AE61-D0A4AC9C84D4}" destId="{E56216AE-4B62-49BF-B577-95F970D228C9}" srcOrd="0" destOrd="0" presId="urn:microsoft.com/office/officeart/2005/8/layout/chevron1"/>
    <dgm:cxn modelId="{C8ED67F8-207C-47C2-85A0-36C82DA29F5A}" type="presOf" srcId="{87F06D40-41DD-4A2F-9F9C-1ED0B44BA962}" destId="{C17A1487-1862-4A32-B801-89B618873E04}" srcOrd="0" destOrd="0" presId="urn:microsoft.com/office/officeart/2005/8/layout/chevron1"/>
    <dgm:cxn modelId="{D0EFF3B6-E4F2-4B6D-A9D3-5680F8F7DDBC}" type="presParOf" srcId="{15F593F2-40E2-4653-8025-677035C3DC9D}" destId="{C4EF7803-CBF7-4F68-B5E2-A27214E782BF}" srcOrd="0" destOrd="0" presId="urn:microsoft.com/office/officeart/2005/8/layout/chevron1"/>
    <dgm:cxn modelId="{4DF86A96-FF9B-43FA-B523-DE662ABFEBFD}" type="presParOf" srcId="{15F593F2-40E2-4653-8025-677035C3DC9D}" destId="{7F42B213-6EC2-4A7A-98EE-FD00CE627AC2}" srcOrd="1" destOrd="0" presId="urn:microsoft.com/office/officeart/2005/8/layout/chevron1"/>
    <dgm:cxn modelId="{6ECCF7C3-0645-4626-A41E-BEE32AE1FD38}" type="presParOf" srcId="{15F593F2-40E2-4653-8025-677035C3DC9D}" destId="{C17A1487-1862-4A32-B801-89B618873E04}" srcOrd="2" destOrd="0" presId="urn:microsoft.com/office/officeart/2005/8/layout/chevron1"/>
    <dgm:cxn modelId="{E5B8DE1C-33F9-4E01-9629-46FA7E111D45}" type="presParOf" srcId="{15F593F2-40E2-4653-8025-677035C3DC9D}" destId="{4C1C00FF-9A18-4423-93D0-E6C21EE159AE}" srcOrd="3" destOrd="0" presId="urn:microsoft.com/office/officeart/2005/8/layout/chevron1"/>
    <dgm:cxn modelId="{51034CBE-7419-4500-8460-737D374B25E9}" type="presParOf" srcId="{15F593F2-40E2-4653-8025-677035C3DC9D}" destId="{9F404DEC-4EC8-4518-BE85-93B7692E5638}" srcOrd="4" destOrd="0" presId="urn:microsoft.com/office/officeart/2005/8/layout/chevron1"/>
    <dgm:cxn modelId="{5CF547D9-5245-4382-8157-6EC67EB041B9}" type="presParOf" srcId="{15F593F2-40E2-4653-8025-677035C3DC9D}" destId="{4B4707A9-14D8-4951-8914-17DD9D9F43B5}" srcOrd="5" destOrd="0" presId="urn:microsoft.com/office/officeart/2005/8/layout/chevron1"/>
    <dgm:cxn modelId="{C4DDF6FA-AEF9-483D-B368-FE146FCD804F}" type="presParOf" srcId="{15F593F2-40E2-4653-8025-677035C3DC9D}" destId="{E56216AE-4B62-49BF-B577-95F970D228C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5" minVer="http://schemas.openxmlformats.org/drawingml/2006/diagram"/>
    </a:ext>
  </dgm:extLst>
</dgm:dataModel>
</file>

<file path=ppt/diagrams/v32_s5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5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5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6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6_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"/>
    <dgm:cxn modelId="{02074744-DBB7-4014-8363-60EC43DBA6CD}" type="presOf" srcId="{76DF3A45-5741-4BF8-90F1-4A7020D88F3E}" destId="{9F404DEC-4EC8-4518-BE85-93B7692E5638}" srcOrd="0" destOrd="0" presId="urn:microsoft.com/office/officeart/2005/8/layout/chevron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"/>
    <dgm:cxn modelId="{C2106DF6-D6A2-49E4-BAFA-5D750DDEF7C3}" type="presOf" srcId="{EC8A132B-7A37-405A-AE61-D0A4AC9C84D4}" destId="{E56216AE-4B62-49BF-B577-95F970D228C9}" srcOrd="0" destOrd="0" presId="urn:microsoft.com/office/officeart/2005/8/layout/chevron1"/>
    <dgm:cxn modelId="{C8ED67F8-207C-47C2-85A0-36C82DA29F5A}" type="presOf" srcId="{87F06D40-41DD-4A2F-9F9C-1ED0B44BA962}" destId="{C17A1487-1862-4A32-B801-89B618873E04}" srcOrd="0" destOrd="0" presId="urn:microsoft.com/office/officeart/2005/8/layout/chevron1"/>
    <dgm:cxn modelId="{D0EFF3B6-E4F2-4B6D-A9D3-5680F8F7DDBC}" type="presParOf" srcId="{15F593F2-40E2-4653-8025-677035C3DC9D}" destId="{C4EF7803-CBF7-4F68-B5E2-A27214E782BF}" srcOrd="0" destOrd="0" presId="urn:microsoft.com/office/officeart/2005/8/layout/chevron1"/>
    <dgm:cxn modelId="{4DF86A96-FF9B-43FA-B523-DE662ABFEBFD}" type="presParOf" srcId="{15F593F2-40E2-4653-8025-677035C3DC9D}" destId="{7F42B213-6EC2-4A7A-98EE-FD00CE627AC2}" srcOrd="1" destOrd="0" presId="urn:microsoft.com/office/officeart/2005/8/layout/chevron1"/>
    <dgm:cxn modelId="{6ECCF7C3-0645-4626-A41E-BEE32AE1FD38}" type="presParOf" srcId="{15F593F2-40E2-4653-8025-677035C3DC9D}" destId="{C17A1487-1862-4A32-B801-89B618873E04}" srcOrd="2" destOrd="0" presId="urn:microsoft.com/office/officeart/2005/8/layout/chevron1"/>
    <dgm:cxn modelId="{E5B8DE1C-33F9-4E01-9629-46FA7E111D45}" type="presParOf" srcId="{15F593F2-40E2-4653-8025-677035C3DC9D}" destId="{4C1C00FF-9A18-4423-93D0-E6C21EE159AE}" srcOrd="3" destOrd="0" presId="urn:microsoft.com/office/officeart/2005/8/layout/chevron1"/>
    <dgm:cxn modelId="{51034CBE-7419-4500-8460-737D374B25E9}" type="presParOf" srcId="{15F593F2-40E2-4653-8025-677035C3DC9D}" destId="{9F404DEC-4EC8-4518-BE85-93B7692E5638}" srcOrd="4" destOrd="0" presId="urn:microsoft.com/office/officeart/2005/8/layout/chevron1"/>
    <dgm:cxn modelId="{5CF547D9-5245-4382-8157-6EC67EB041B9}" type="presParOf" srcId="{15F593F2-40E2-4653-8025-677035C3DC9D}" destId="{4B4707A9-14D8-4951-8914-17DD9D9F43B5}" srcOrd="5" destOrd="0" presId="urn:microsoft.com/office/officeart/2005/8/layout/chevron1"/>
    <dgm:cxn modelId="{C4DDF6FA-AEF9-483D-B368-FE146FCD804F}" type="presParOf" srcId="{15F593F2-40E2-4653-8025-677035C3DC9D}" destId="{E56216AE-4B62-49BF-B577-95F970D228C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6" minVer="http://schemas.openxmlformats.org/drawingml/2006/diagram"/>
    </a:ext>
  </dgm:extLst>
</dgm:dataModel>
</file>

<file path=ppt/diagrams/v32_s6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6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6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7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7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7" minVer="http://schemas.openxmlformats.org/drawingml/2006/diagram"/>
    </a:ext>
  </dgm:extLst>
</dgm:dataModel>
</file>

<file path=ppt/diagrams/v32_s7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7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7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8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8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8" minVer="http://schemas.openxmlformats.org/drawingml/2006/diagram"/>
    </a:ext>
  </dgm:extLst>
</dgm:dataModel>
</file>

<file path=ppt/diagrams/v32_s8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8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8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9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9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9" minVer="http://schemas.openxmlformats.org/drawingml/2006/diagram"/>
    </a:ext>
  </dgm:extLst>
</dgm:dataModel>
</file>

<file path=ppt/diagrams/v32_s9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9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9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0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0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0" minVer="http://schemas.openxmlformats.org/drawingml/2006/diagram"/>
    </a:ext>
  </dgm:extLst>
</dgm:dataModel>
</file>

<file path=ppt/diagrams/v32_s10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0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0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1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1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1" minVer="http://schemas.openxmlformats.org/drawingml/2006/diagram"/>
    </a:ext>
  </dgm:extLst>
</dgm:dataModel>
</file>

<file path=ppt/diagrams/v32_s11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1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1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2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2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2" minVer="http://schemas.openxmlformats.org/drawingml/2006/diagram"/>
    </a:ext>
  </dgm:extLst>
</dgm:dataModel>
</file>

<file path=ppt/diagrams/v32_s12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2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2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3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3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3" minVer="http://schemas.openxmlformats.org/drawingml/2006/diagram"/>
    </a:ext>
  </dgm:extLst>
</dgm:dataModel>
</file>

<file path=ppt/diagrams/v32_s13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3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3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4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4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4" minVer="http://schemas.openxmlformats.org/drawingml/2006/diagram"/>
    </a:ext>
  </dgm:extLst>
</dgm:dataModel>
</file>

<file path=ppt/diagrams/v32_s14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4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4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5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5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5" minVer="http://schemas.openxmlformats.org/drawingml/2006/diagram"/>
    </a:ext>
  </dgm:extLst>
</dgm:dataModel>
</file>

<file path=ppt/diagrams/v32_s15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5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5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6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6_data1.xml><?xml version="1.0" encoding="utf-8"?>
<dgm:dataModel xmlns:dgm="http://schemas.openxmlformats.org/drawingml/2006/diagram" xmlns:a="http://schemas.openxmlformats.org/drawingml/2006/main">
  <dgm:ptLst>
    <dgm:pt modelId="{AAE6C25A-DB6D-4D78-9B3C-FAF5238860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C650DAE2-05C8-412C-8907-8BE60B60268D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Appendix</a:t>
          </a:r>
        </a:p>
      </dgm:t>
    </dgm:pt>
    <dgm:pt modelId="{B9DE7244-C2E0-47C2-BE1F-ACFAA8813B01}" type="parTrans" cxnId="{9D315063-B86A-4984-A5B5-2440147C83E2}">
      <dgm:prSet/>
      <dgm:spPr>
        <a:ln>
          <a:noFill/>
        </a:ln>
      </dgm:spPr>
    </dgm:pt>
    <dgm:pt modelId="{AC6A796A-FAE5-431B-BA64-9671C8D0A3E2}" type="sibTrans" cxnId="{9D315063-B86A-4984-A5B5-2440147C83E2}">
      <dgm:prSet/>
      <dgm:spPr>
        <a:ln>
          <a:noFill/>
        </a:ln>
      </dgm:spPr>
    </dgm:pt>
    <dgm:pt modelId="{3B811E9B-A679-4E27-B63F-0A648F7D7531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gm:t>
    </dgm:pt>
    <dgm:pt modelId="{86DAA683-9AD7-436F-8A93-6AC8BF751387}" type="parTrans" cxnId="{5F2218A3-2C2C-4BCA-A837-5AB3470343EA}">
      <dgm:prSet/>
      <dgm:spPr>
        <a:ln>
          <a:noFill/>
        </a:ln>
      </dgm:spPr>
    </dgm:pt>
    <dgm:pt modelId="{C775561D-5F66-4396-B318-4E1DA8BBFD09}" type="sibTrans" cxnId="{5F2218A3-2C2C-4BCA-A837-5AB3470343EA}">
      <dgm:prSet/>
      <dgm:spPr>
        <a:ln>
          <a:noFill/>
        </a:ln>
      </dgm:spPr>
    </dgm:pt>
    <dgm:pt modelId="{BD594A9A-9323-4341-96BF-85721BA2C10D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Calibration</a:t>
          </a:r>
        </a:p>
      </dgm:t>
    </dgm:pt>
    <dgm:pt modelId="{537A9428-02EF-4234-BF12-09A126B2DDA1}" type="parTrans" cxnId="{835F645B-250E-4BF0-AFC4-1334188DA137}">
      <dgm:prSet/>
      <dgm:spPr>
        <a:ln>
          <a:noFill/>
        </a:ln>
      </dgm:spPr>
    </dgm:pt>
    <dgm:pt modelId="{ACB5C591-797D-4FD9-9409-F0EDF95FEE27}" type="sibTrans" cxnId="{835F645B-250E-4BF0-AFC4-1334188DA137}">
      <dgm:prSet/>
      <dgm:spPr>
        <a:ln>
          <a:noFill/>
        </a:ln>
      </dgm:spPr>
    </dgm:pt>
    <dgm:pt modelId="{A786AE8E-E5F5-4022-A310-B20DC594406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gm:t>
    </dgm:pt>
    <dgm:pt modelId="{0D4C8FAA-FB42-484D-B9F6-B3232D98013E}" type="parTrans" cxnId="{C74F17E0-0C32-4B4E-93AE-E7C5D2BF2376}">
      <dgm:prSet/>
      <dgm:spPr>
        <a:ln>
          <a:noFill/>
        </a:ln>
      </dgm:spPr>
    </dgm:pt>
    <dgm:pt modelId="{8488243F-3650-49F5-A77A-DF07A84A14BF}" type="sibTrans" cxnId="{C74F17E0-0C32-4B4E-93AE-E7C5D2BF2376}">
      <dgm:prSet/>
      <dgm:spPr>
        <a:ln>
          <a:noFill/>
        </a:ln>
      </dgm:spPr>
    </dgm:pt>
    <dgm:pt modelId="{C968AC03-41E9-4B9B-BE45-02B1539B4282}" type="pres">
      <dgm:prSet presAssocID="{AAE6C25A-DB6D-4D78-9B3C-FAF52388604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1AB901B8-27E8-4328-AA0B-6C29B0008F85}" type="pres">
      <dgm:prSet presAssocID="{C650DAE2-05C8-412C-8907-8BE60B60268D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4575649-1F97-4837-A1A2-C2364EA82ED1}" type="pres">
      <dgm:prSet presAssocID="{AC6A796A-FAE5-431B-BA64-9671C8D0A3E2}" presName="parTxOnlySpace" presStyleCnt="0"/>
      <dgm:spPr>
        <a:ln>
          <a:noFill/>
        </a:ln>
      </dgm:spPr>
    </dgm:pt>
    <dgm:pt modelId="{3AAAE9D2-1344-4643-AA43-2A8F2D82248E}" type="pres">
      <dgm:prSet presAssocID="{3B811E9B-A679-4E27-B63F-0A648F7D7531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9D7B86B8-7DD8-45C4-833D-17A1B25C3980}" type="pres">
      <dgm:prSet presAssocID="{C775561D-5F66-4396-B318-4E1DA8BBFD09}" presName="parTxOnlySpace" presStyleCnt="0"/>
      <dgm:spPr>
        <a:ln>
          <a:noFill/>
        </a:ln>
      </dgm:spPr>
    </dgm:pt>
    <dgm:pt modelId="{CE5359D8-4885-4FD6-96E3-EC640365AC46}" type="pres">
      <dgm:prSet presAssocID="{BD594A9A-9323-4341-96BF-85721BA2C10D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F092264-4518-4B43-A50E-F77EF016D00A}" type="pres">
      <dgm:prSet presAssocID="{ACB5C591-797D-4FD9-9409-F0EDF95FEE27}" presName="parTxOnlySpace" presStyleCnt="0"/>
      <dgm:spPr>
        <a:ln>
          <a:noFill/>
        </a:ln>
      </dgm:spPr>
    </dgm:pt>
    <dgm:pt modelId="{E20A8324-5073-4681-BF09-1EBF8264B0BB}" type="pres">
      <dgm:prSet presAssocID="{A786AE8E-E5F5-4022-A310-B20DC594406F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AA913910-F66D-4DDE-B610-9E8A5AD246D0}" type="presOf" srcId="{C650DAE2-05C8-412C-8907-8BE60B60268D}" destId="{1AB901B8-27E8-4328-AA0B-6C29B0008F85}" srcOrd="0" destOrd="0" presId="urn:microsoft.com/office/officeart/2005/8/layout/chevron1"/>
    <dgm:cxn modelId="{835F645B-250E-4BF0-AFC4-1334188DA137}" srcId="{AAE6C25A-DB6D-4D78-9B3C-FAF523886041}" destId="{BD594A9A-9323-4341-96BF-85721BA2C10D}" srcOrd="2" destOrd="0" parTransId="{537A9428-02EF-4234-BF12-09A126B2DDA1}" sibTransId="{ACB5C591-797D-4FD9-9409-F0EDF95FEE27}"/>
    <dgm:cxn modelId="{9D315063-B86A-4984-A5B5-2440147C83E2}" srcId="{AAE6C25A-DB6D-4D78-9B3C-FAF523886041}" destId="{C650DAE2-05C8-412C-8907-8BE60B60268D}" srcOrd="0" destOrd="0" parTransId="{B9DE7244-C2E0-47C2-BE1F-ACFAA8813B01}" sibTransId="{AC6A796A-FAE5-431B-BA64-9671C8D0A3E2}"/>
    <dgm:cxn modelId="{5F2218A3-2C2C-4BCA-A837-5AB3470343EA}" srcId="{AAE6C25A-DB6D-4D78-9B3C-FAF523886041}" destId="{3B811E9B-A679-4E27-B63F-0A648F7D7531}" srcOrd="1" destOrd="0" parTransId="{86DAA683-9AD7-436F-8A93-6AC8BF751387}" sibTransId="{C775561D-5F66-4396-B318-4E1DA8BBFD09}"/>
    <dgm:cxn modelId="{1CA726B8-65BA-46BA-A05F-29BD1EC000FF}" type="presOf" srcId="{BD594A9A-9323-4341-96BF-85721BA2C10D}" destId="{CE5359D8-4885-4FD6-96E3-EC640365AC46}" srcOrd="0" destOrd="0" presId="urn:microsoft.com/office/officeart/2005/8/layout/chevron1"/>
    <dgm:cxn modelId="{C74F17E0-0C32-4B4E-93AE-E7C5D2BF2376}" srcId="{AAE6C25A-DB6D-4D78-9B3C-FAF523886041}" destId="{A786AE8E-E5F5-4022-A310-B20DC594406F}" srcOrd="3" destOrd="0" parTransId="{0D4C8FAA-FB42-484D-B9F6-B3232D98013E}" sibTransId="{8488243F-3650-49F5-A77A-DF07A84A14BF}"/>
    <dgm:cxn modelId="{B2A6EDE1-4A93-42C4-A660-009F904A286F}" type="presOf" srcId="{3B811E9B-A679-4E27-B63F-0A648F7D7531}" destId="{3AAAE9D2-1344-4643-AA43-2A8F2D82248E}" srcOrd="0" destOrd="0" presId="urn:microsoft.com/office/officeart/2005/8/layout/chevron1"/>
    <dgm:cxn modelId="{A5AA6BEB-AF2D-46DD-92D3-9F66F7C94D64}" type="presOf" srcId="{AAE6C25A-DB6D-4D78-9B3C-FAF523886041}" destId="{C968AC03-41E9-4B9B-BE45-02B1539B4282}" srcOrd="0" destOrd="0" presId="urn:microsoft.com/office/officeart/2005/8/layout/chevron1"/>
    <dgm:cxn modelId="{6162ABF3-FD09-4CAB-AA7B-F4DDEA50CFBF}" type="presOf" srcId="{A786AE8E-E5F5-4022-A310-B20DC594406F}" destId="{E20A8324-5073-4681-BF09-1EBF8264B0BB}" srcOrd="0" destOrd="0" presId="urn:microsoft.com/office/officeart/2005/8/layout/chevron1"/>
    <dgm:cxn modelId="{36CD3796-6634-4E4D-8C7B-303A88336F99}" type="presParOf" srcId="{C968AC03-41E9-4B9B-BE45-02B1539B4282}" destId="{1AB901B8-27E8-4328-AA0B-6C29B0008F85}" srcOrd="0" destOrd="0" presId="urn:microsoft.com/office/officeart/2005/8/layout/chevron1"/>
    <dgm:cxn modelId="{20041F04-F2B0-43AD-9942-1EE206097285}" type="presParOf" srcId="{C968AC03-41E9-4B9B-BE45-02B1539B4282}" destId="{A4575649-1F97-4837-A1A2-C2364EA82ED1}" srcOrd="1" destOrd="0" presId="urn:microsoft.com/office/officeart/2005/8/layout/chevron1"/>
    <dgm:cxn modelId="{9712E61A-5F30-4972-B844-2AB532D872F5}" type="presParOf" srcId="{C968AC03-41E9-4B9B-BE45-02B1539B4282}" destId="{3AAAE9D2-1344-4643-AA43-2A8F2D82248E}" srcOrd="2" destOrd="0" presId="urn:microsoft.com/office/officeart/2005/8/layout/chevron1"/>
    <dgm:cxn modelId="{4D89F43C-E17A-411D-A38E-6BF73E635EF8}" type="presParOf" srcId="{C968AC03-41E9-4B9B-BE45-02B1539B4282}" destId="{9D7B86B8-7DD8-45C4-833D-17A1B25C3980}" srcOrd="3" destOrd="0" presId="urn:microsoft.com/office/officeart/2005/8/layout/chevron1"/>
    <dgm:cxn modelId="{64372D3A-B9BF-4A85-B6B9-58CEA7183769}" type="presParOf" srcId="{C968AC03-41E9-4B9B-BE45-02B1539B4282}" destId="{CE5359D8-4885-4FD6-96E3-EC640365AC46}" srcOrd="4" destOrd="0" presId="urn:microsoft.com/office/officeart/2005/8/layout/chevron1"/>
    <dgm:cxn modelId="{48FD68AB-BEF3-460D-B239-3F24EEFE5DEA}" type="presParOf" srcId="{C968AC03-41E9-4B9B-BE45-02B1539B4282}" destId="{BF092264-4518-4B43-A50E-F77EF016D00A}" srcOrd="5" destOrd="0" presId="urn:microsoft.com/office/officeart/2005/8/layout/chevron1"/>
    <dgm:cxn modelId="{6D3D930F-3147-403D-93C4-65D23C8C3433}" type="presParOf" srcId="{C968AC03-41E9-4B9B-BE45-02B1539B4282}" destId="{E20A8324-5073-4681-BF09-1EBF8264B0B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6" minVer="http://schemas.openxmlformats.org/drawingml/2006/diagram"/>
    </a:ext>
  </dgm:extLst>
</dgm:dataModel>
</file>

<file path=ppt/diagrams/v32_s16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B901B8-27E8-4328-AA0B-6C29B0008F85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Appendix</a:t>
          </a:r>
        </a:p>
      </dsp:txBody>
      <dsp:txXfrm>
        <a:off x="56693" y="0"/>
        <a:ext cx="2508656" cy="283464"/>
      </dsp:txXfrm>
    </dsp:sp>
    <dsp:sp modelId="{3AAAE9D2-1344-4643-AA43-2A8F2D82248E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sp:txBody>
      <dsp:txXfrm>
        <a:off x="2733599" y="0"/>
        <a:ext cx="2508656" cy="283464"/>
      </dsp:txXfrm>
    </dsp:sp>
    <dsp:sp modelId="{CE5359D8-4885-4FD6-96E3-EC640365AC46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Calibration</a:t>
          </a:r>
        </a:p>
      </dsp:txBody>
      <dsp:txXfrm>
        <a:off x="5410505" y="0"/>
        <a:ext cx="2508656" cy="283464"/>
      </dsp:txXfrm>
    </dsp:sp>
    <dsp:sp modelId="{E20A8324-5073-4681-BF09-1EBF8264B0BB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sp:txBody>
      <dsp:txXfrm>
        <a:off x="8087411" y="0"/>
        <a:ext cx="2508656" cy="283464"/>
      </dsp:txXfrm>
    </dsp:sp>
  </dsp:spTree>
</dsp:drawing>
</file>

<file path=ppt/diagrams/v32_s16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6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7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7_data1.xml><?xml version="1.0" encoding="utf-8"?>
<dgm:dataModel xmlns:dgm="http://schemas.openxmlformats.org/drawingml/2006/diagram" xmlns:a="http://schemas.openxmlformats.org/drawingml/2006/main">
  <dgm:ptLst>
    <dgm:pt modelId="{AE7ADD0B-6B56-48BE-819F-783ED575FBB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B6DBC833-D6B6-4C6A-90F0-6244BB029130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gm:t>
    </dgm:pt>
    <dgm:pt modelId="{9F5D900D-0893-42FC-AEDE-FC93E19122E9}" type="parTrans" cxnId="{7FCE13E4-324F-444F-888A-B8D8603F9F13}">
      <dgm:prSet/>
      <dgm:spPr>
        <a:ln>
          <a:noFill/>
        </a:ln>
      </dgm:spPr>
    </dgm:pt>
    <dgm:pt modelId="{4C2D2AE9-FDEF-492D-9837-0912068F4D1B}" type="sibTrans" cxnId="{7FCE13E4-324F-444F-888A-B8D8603F9F13}">
      <dgm:prSet/>
      <dgm:spPr>
        <a:ln>
          <a:noFill/>
        </a:ln>
      </dgm:spPr>
    </dgm:pt>
    <dgm:pt modelId="{9EF98226-BFB7-4D32-9899-03567500D2A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gm:t>
    </dgm:pt>
    <dgm:pt modelId="{826C838F-5DE0-40DD-9BF1-4412AD704AB8}" type="parTrans" cxnId="{7CAB17E4-5EDE-4670-9168-8F49AC4E5AEC}">
      <dgm:prSet/>
      <dgm:spPr>
        <a:ln>
          <a:noFill/>
        </a:ln>
      </dgm:spPr>
    </dgm:pt>
    <dgm:pt modelId="{675DC729-2C29-4602-8821-11375F0EFA89}" type="sibTrans" cxnId="{7CAB17E4-5EDE-4670-9168-8F49AC4E5AEC}">
      <dgm:prSet/>
      <dgm:spPr>
        <a:ln>
          <a:noFill/>
        </a:ln>
      </dgm:spPr>
    </dgm:pt>
    <dgm:pt modelId="{90084507-E514-459F-A0D7-E88E90EC464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gm:t>
    </dgm:pt>
    <dgm:pt modelId="{E08CF9A9-2223-4981-925A-4B60D7A25E24}" type="parTrans" cxnId="{7FE6767D-6905-4DBB-8790-65A7BC30882E}">
      <dgm:prSet/>
      <dgm:spPr>
        <a:ln>
          <a:noFill/>
        </a:ln>
      </dgm:spPr>
    </dgm:pt>
    <dgm:pt modelId="{33F08AA3-EAFD-4B05-92B9-371E683A1F6B}" type="sibTrans" cxnId="{7FE6767D-6905-4DBB-8790-65A7BC30882E}">
      <dgm:prSet/>
      <dgm:spPr>
        <a:ln>
          <a:noFill/>
        </a:ln>
      </dgm:spPr>
    </dgm:pt>
    <dgm:pt modelId="{648CB789-1476-4847-AA12-12C4A070604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gm:t>
    </dgm:pt>
    <dgm:pt modelId="{C1C6056E-8542-4E41-B979-5E6357A575E2}" type="parTrans" cxnId="{316827FE-B2A7-4321-9825-C1A391AA4526}">
      <dgm:prSet/>
      <dgm:spPr>
        <a:ln>
          <a:noFill/>
        </a:ln>
      </dgm:spPr>
    </dgm:pt>
    <dgm:pt modelId="{EEA40698-0E48-4426-8763-E2E6EB36DA53}" type="sibTrans" cxnId="{316827FE-B2A7-4321-9825-C1A391AA4526}">
      <dgm:prSet/>
      <dgm:spPr>
        <a:ln>
          <a:noFill/>
        </a:ln>
      </dgm:spPr>
    </dgm:pt>
    <dgm:pt modelId="{7FC0E1D2-923D-4582-892F-125DCF76B55E}" type="pres">
      <dgm:prSet presAssocID="{AE7ADD0B-6B56-48BE-819F-783ED575FBB7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23F44EB-2F60-4FB0-A715-F967E559F304}" type="pres">
      <dgm:prSet presAssocID="{B6DBC833-D6B6-4C6A-90F0-6244BB029130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9409381-1686-461B-8BE6-0680B33EC0B6}" type="pres">
      <dgm:prSet presAssocID="{4C2D2AE9-FDEF-492D-9837-0912068F4D1B}" presName="parTxOnlySpace" presStyleCnt="0"/>
      <dgm:spPr>
        <a:ln>
          <a:noFill/>
        </a:ln>
      </dgm:spPr>
    </dgm:pt>
    <dgm:pt modelId="{3B12C42E-FCE4-47A3-BDAA-E0A86D72ED8B}" type="pres">
      <dgm:prSet presAssocID="{9EF98226-BFB7-4D32-9899-03567500D2A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FC19BE2-F538-47BB-B7D7-33FB7D8BC7AB}" type="pres">
      <dgm:prSet presAssocID="{675DC729-2C29-4602-8821-11375F0EFA89}" presName="parTxOnlySpace" presStyleCnt="0"/>
      <dgm:spPr>
        <a:ln>
          <a:noFill/>
        </a:ln>
      </dgm:spPr>
    </dgm:pt>
    <dgm:pt modelId="{9D90B05B-90BC-4C33-912E-0BA4D8EA5529}" type="pres">
      <dgm:prSet presAssocID="{90084507-E514-459F-A0D7-E88E90EC4649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68E0CE78-0178-4B87-B246-AD3C8E1A521D}" type="pres">
      <dgm:prSet presAssocID="{33F08AA3-EAFD-4B05-92B9-371E683A1F6B}" presName="parTxOnlySpace" presStyleCnt="0"/>
      <dgm:spPr>
        <a:ln>
          <a:noFill/>
        </a:ln>
      </dgm:spPr>
    </dgm:pt>
    <dgm:pt modelId="{891D13F4-88CD-40CD-AA59-CF68CE46AE18}" type="pres">
      <dgm:prSet presAssocID="{648CB789-1476-4847-AA12-12C4A070604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3E8B97A-4719-4D9E-B8A1-E54D1BC44145}" type="presOf" srcId="{AE7ADD0B-6B56-48BE-819F-783ED575FBB7}" destId="{7FC0E1D2-923D-4582-892F-125DCF76B55E}" srcOrd="0" destOrd="0" presId="urn:microsoft.com/office/officeart/2005/8/layout/chevron1"/>
    <dgm:cxn modelId="{7FE6767D-6905-4DBB-8790-65A7BC30882E}" srcId="{AE7ADD0B-6B56-48BE-819F-783ED575FBB7}" destId="{90084507-E514-459F-A0D7-E88E90EC4649}" srcOrd="2" destOrd="0" parTransId="{E08CF9A9-2223-4981-925A-4B60D7A25E24}" sibTransId="{33F08AA3-EAFD-4B05-92B9-371E683A1F6B}"/>
    <dgm:cxn modelId="{E9FF55AA-9BE2-446C-AA5B-81919748B579}" type="presOf" srcId="{B6DBC833-D6B6-4C6A-90F0-6244BB029130}" destId="{523F44EB-2F60-4FB0-A715-F967E559F304}" srcOrd="0" destOrd="0" presId="urn:microsoft.com/office/officeart/2005/8/layout/chevron1"/>
    <dgm:cxn modelId="{BABAC4BE-9205-41C3-A9E1-0B8AA1F8BE68}" type="presOf" srcId="{90084507-E514-459F-A0D7-E88E90EC4649}" destId="{9D90B05B-90BC-4C33-912E-0BA4D8EA5529}" srcOrd="0" destOrd="0" presId="urn:microsoft.com/office/officeart/2005/8/layout/chevron1"/>
    <dgm:cxn modelId="{F508BBC1-AD9E-49EA-96EE-204314552116}" type="presOf" srcId="{9EF98226-BFB7-4D32-9899-03567500D2AB}" destId="{3B12C42E-FCE4-47A3-BDAA-E0A86D72ED8B}" srcOrd="0" destOrd="0" presId="urn:microsoft.com/office/officeart/2005/8/layout/chevron1"/>
    <dgm:cxn modelId="{7FCE13E4-324F-444F-888A-B8D8603F9F13}" srcId="{AE7ADD0B-6B56-48BE-819F-783ED575FBB7}" destId="{B6DBC833-D6B6-4C6A-90F0-6244BB029130}" srcOrd="0" destOrd="0" parTransId="{9F5D900D-0893-42FC-AEDE-FC93E19122E9}" sibTransId="{4C2D2AE9-FDEF-492D-9837-0912068F4D1B}"/>
    <dgm:cxn modelId="{7CAB17E4-5EDE-4670-9168-8F49AC4E5AEC}" srcId="{AE7ADD0B-6B56-48BE-819F-783ED575FBB7}" destId="{9EF98226-BFB7-4D32-9899-03567500D2AB}" srcOrd="1" destOrd="0" parTransId="{826C838F-5DE0-40DD-9BF1-4412AD704AB8}" sibTransId="{675DC729-2C29-4602-8821-11375F0EFA89}"/>
    <dgm:cxn modelId="{235C9AE4-E701-49D5-9B8A-53914D8D19BB}" type="presOf" srcId="{648CB789-1476-4847-AA12-12C4A070604A}" destId="{891D13F4-88CD-40CD-AA59-CF68CE46AE18}" srcOrd="0" destOrd="0" presId="urn:microsoft.com/office/officeart/2005/8/layout/chevron1"/>
    <dgm:cxn modelId="{316827FE-B2A7-4321-9825-C1A391AA4526}" srcId="{AE7ADD0B-6B56-48BE-819F-783ED575FBB7}" destId="{648CB789-1476-4847-AA12-12C4A070604A}" srcOrd="3" destOrd="0" parTransId="{C1C6056E-8542-4E41-B979-5E6357A575E2}" sibTransId="{EEA40698-0E48-4426-8763-E2E6EB36DA53}"/>
    <dgm:cxn modelId="{FDA0CE1F-11F1-40A3-A4EC-7DE1C0ABA830}" type="presParOf" srcId="{7FC0E1D2-923D-4582-892F-125DCF76B55E}" destId="{523F44EB-2F60-4FB0-A715-F967E559F304}" srcOrd="0" destOrd="0" presId="urn:microsoft.com/office/officeart/2005/8/layout/chevron1"/>
    <dgm:cxn modelId="{122FBC7A-D5B7-4142-B9E8-4FF0BF77548B}" type="presParOf" srcId="{7FC0E1D2-923D-4582-892F-125DCF76B55E}" destId="{79409381-1686-461B-8BE6-0680B33EC0B6}" srcOrd="1" destOrd="0" presId="urn:microsoft.com/office/officeart/2005/8/layout/chevron1"/>
    <dgm:cxn modelId="{88E7E968-5439-4110-88BC-7F0387B44DA8}" type="presParOf" srcId="{7FC0E1D2-923D-4582-892F-125DCF76B55E}" destId="{3B12C42E-FCE4-47A3-BDAA-E0A86D72ED8B}" srcOrd="2" destOrd="0" presId="urn:microsoft.com/office/officeart/2005/8/layout/chevron1"/>
    <dgm:cxn modelId="{8482E8D7-F484-4C33-BBC6-0784F624055C}" type="presParOf" srcId="{7FC0E1D2-923D-4582-892F-125DCF76B55E}" destId="{AFC19BE2-F538-47BB-B7D7-33FB7D8BC7AB}" srcOrd="3" destOrd="0" presId="urn:microsoft.com/office/officeart/2005/8/layout/chevron1"/>
    <dgm:cxn modelId="{718A7191-968C-4CEF-870A-15C445809A4F}" type="presParOf" srcId="{7FC0E1D2-923D-4582-892F-125DCF76B55E}" destId="{9D90B05B-90BC-4C33-912E-0BA4D8EA5529}" srcOrd="4" destOrd="0" presId="urn:microsoft.com/office/officeart/2005/8/layout/chevron1"/>
    <dgm:cxn modelId="{4D035BA2-DCC3-434D-A2C6-05297C85C7CA}" type="presParOf" srcId="{7FC0E1D2-923D-4582-892F-125DCF76B55E}" destId="{68E0CE78-0178-4B87-B246-AD3C8E1A521D}" srcOrd="5" destOrd="0" presId="urn:microsoft.com/office/officeart/2005/8/layout/chevron1"/>
    <dgm:cxn modelId="{6FBB6115-919E-48E9-A7C7-EC760095E882}" type="presParOf" srcId="{7FC0E1D2-923D-4582-892F-125DCF76B55E}" destId="{891D13F4-88CD-40CD-AA59-CF68CE46AE1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7" minVer="http://schemas.openxmlformats.org/drawingml/2006/diagram"/>
    </a:ext>
  </dgm:extLst>
</dgm:dataModel>
</file>

<file path=ppt/diagrams/v32_s17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F44EB-2F60-4FB0-A715-F967E559F304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sp:txBody>
      <dsp:txXfrm>
        <a:off x="56693" y="0"/>
        <a:ext cx="2508656" cy="283464"/>
      </dsp:txXfrm>
    </dsp:sp>
    <dsp:sp modelId="{3B12C42E-FCE4-47A3-BDAA-E0A86D72ED8B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sp:txBody>
      <dsp:txXfrm>
        <a:off x="2733599" y="0"/>
        <a:ext cx="2508656" cy="283464"/>
      </dsp:txXfrm>
    </dsp:sp>
    <dsp:sp modelId="{9D90B05B-90BC-4C33-912E-0BA4D8EA5529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sp:txBody>
      <dsp:txXfrm>
        <a:off x="5410505" y="0"/>
        <a:ext cx="2508656" cy="283464"/>
      </dsp:txXfrm>
    </dsp:sp>
    <dsp:sp modelId="{891D13F4-88CD-40CD-AA59-CF68CE46AE18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sp:txBody>
      <dsp:txXfrm>
        <a:off x="8087411" y="0"/>
        <a:ext cx="2508656" cy="283464"/>
      </dsp:txXfrm>
    </dsp:sp>
  </dsp:spTree>
</dsp:drawing>
</file>

<file path=ppt/diagrams/v32_s17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7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8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8_data1.xml><?xml version="1.0" encoding="utf-8"?>
<dgm:dataModel xmlns:dgm="http://schemas.openxmlformats.org/drawingml/2006/diagram" xmlns:a="http://schemas.openxmlformats.org/drawingml/2006/main">
  <dgm:ptLst>
    <dgm:pt modelId="{AE7ADD0B-6B56-48BE-819F-783ED575FBB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B6DBC833-D6B6-4C6A-90F0-6244BB029130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gm:t>
    </dgm:pt>
    <dgm:pt modelId="{9F5D900D-0893-42FC-AEDE-FC93E19122E9}" type="parTrans" cxnId="{7FCE13E4-324F-444F-888A-B8D8603F9F13}">
      <dgm:prSet/>
      <dgm:spPr>
        <a:ln>
          <a:noFill/>
        </a:ln>
      </dgm:spPr>
    </dgm:pt>
    <dgm:pt modelId="{4C2D2AE9-FDEF-492D-9837-0912068F4D1B}" type="sibTrans" cxnId="{7FCE13E4-324F-444F-888A-B8D8603F9F13}">
      <dgm:prSet/>
      <dgm:spPr>
        <a:ln>
          <a:noFill/>
        </a:ln>
      </dgm:spPr>
    </dgm:pt>
    <dgm:pt modelId="{9EF98226-BFB7-4D32-9899-03567500D2A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gm:t>
    </dgm:pt>
    <dgm:pt modelId="{826C838F-5DE0-40DD-9BF1-4412AD704AB8}" type="parTrans" cxnId="{7CAB17E4-5EDE-4670-9168-8F49AC4E5AEC}">
      <dgm:prSet/>
      <dgm:spPr>
        <a:ln>
          <a:noFill/>
        </a:ln>
      </dgm:spPr>
    </dgm:pt>
    <dgm:pt modelId="{675DC729-2C29-4602-8821-11375F0EFA89}" type="sibTrans" cxnId="{7CAB17E4-5EDE-4670-9168-8F49AC4E5AEC}">
      <dgm:prSet/>
      <dgm:spPr>
        <a:ln>
          <a:noFill/>
        </a:ln>
      </dgm:spPr>
    </dgm:pt>
    <dgm:pt modelId="{90084507-E514-459F-A0D7-E88E90EC464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gm:t>
    </dgm:pt>
    <dgm:pt modelId="{E08CF9A9-2223-4981-925A-4B60D7A25E24}" type="parTrans" cxnId="{7FE6767D-6905-4DBB-8790-65A7BC30882E}">
      <dgm:prSet/>
      <dgm:spPr>
        <a:ln>
          <a:noFill/>
        </a:ln>
      </dgm:spPr>
    </dgm:pt>
    <dgm:pt modelId="{33F08AA3-EAFD-4B05-92B9-371E683A1F6B}" type="sibTrans" cxnId="{7FE6767D-6905-4DBB-8790-65A7BC30882E}">
      <dgm:prSet/>
      <dgm:spPr>
        <a:ln>
          <a:noFill/>
        </a:ln>
      </dgm:spPr>
    </dgm:pt>
    <dgm:pt modelId="{648CB789-1476-4847-AA12-12C4A070604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gm:t>
    </dgm:pt>
    <dgm:pt modelId="{C1C6056E-8542-4E41-B979-5E6357A575E2}" type="parTrans" cxnId="{316827FE-B2A7-4321-9825-C1A391AA4526}">
      <dgm:prSet/>
      <dgm:spPr>
        <a:ln>
          <a:noFill/>
        </a:ln>
      </dgm:spPr>
    </dgm:pt>
    <dgm:pt modelId="{EEA40698-0E48-4426-8763-E2E6EB36DA53}" type="sibTrans" cxnId="{316827FE-B2A7-4321-9825-C1A391AA4526}">
      <dgm:prSet/>
      <dgm:spPr>
        <a:ln>
          <a:noFill/>
        </a:ln>
      </dgm:spPr>
    </dgm:pt>
    <dgm:pt modelId="{7FC0E1D2-923D-4582-892F-125DCF76B55E}" type="pres">
      <dgm:prSet presAssocID="{AE7ADD0B-6B56-48BE-819F-783ED575FBB7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23F44EB-2F60-4FB0-A715-F967E559F304}" type="pres">
      <dgm:prSet presAssocID="{B6DBC833-D6B6-4C6A-90F0-6244BB029130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9409381-1686-461B-8BE6-0680B33EC0B6}" type="pres">
      <dgm:prSet presAssocID="{4C2D2AE9-FDEF-492D-9837-0912068F4D1B}" presName="parTxOnlySpace" presStyleCnt="0"/>
      <dgm:spPr>
        <a:ln>
          <a:noFill/>
        </a:ln>
      </dgm:spPr>
    </dgm:pt>
    <dgm:pt modelId="{3B12C42E-FCE4-47A3-BDAA-E0A86D72ED8B}" type="pres">
      <dgm:prSet presAssocID="{9EF98226-BFB7-4D32-9899-03567500D2A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FC19BE2-F538-47BB-B7D7-33FB7D8BC7AB}" type="pres">
      <dgm:prSet presAssocID="{675DC729-2C29-4602-8821-11375F0EFA89}" presName="parTxOnlySpace" presStyleCnt="0"/>
      <dgm:spPr>
        <a:ln>
          <a:noFill/>
        </a:ln>
      </dgm:spPr>
    </dgm:pt>
    <dgm:pt modelId="{9D90B05B-90BC-4C33-912E-0BA4D8EA5529}" type="pres">
      <dgm:prSet presAssocID="{90084507-E514-459F-A0D7-E88E90EC4649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68E0CE78-0178-4B87-B246-AD3C8E1A521D}" type="pres">
      <dgm:prSet presAssocID="{33F08AA3-EAFD-4B05-92B9-371E683A1F6B}" presName="parTxOnlySpace" presStyleCnt="0"/>
      <dgm:spPr>
        <a:ln>
          <a:noFill/>
        </a:ln>
      </dgm:spPr>
    </dgm:pt>
    <dgm:pt modelId="{891D13F4-88CD-40CD-AA59-CF68CE46AE18}" type="pres">
      <dgm:prSet presAssocID="{648CB789-1476-4847-AA12-12C4A070604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3E8B97A-4719-4D9E-B8A1-E54D1BC44145}" type="presOf" srcId="{AE7ADD0B-6B56-48BE-819F-783ED575FBB7}" destId="{7FC0E1D2-923D-4582-892F-125DCF76B55E}" srcOrd="0" destOrd="0" presId="urn:microsoft.com/office/officeart/2005/8/layout/chevron1"/>
    <dgm:cxn modelId="{7FE6767D-6905-4DBB-8790-65A7BC30882E}" srcId="{AE7ADD0B-6B56-48BE-819F-783ED575FBB7}" destId="{90084507-E514-459F-A0D7-E88E90EC4649}" srcOrd="2" destOrd="0" parTransId="{E08CF9A9-2223-4981-925A-4B60D7A25E24}" sibTransId="{33F08AA3-EAFD-4B05-92B9-371E683A1F6B}"/>
    <dgm:cxn modelId="{E9FF55AA-9BE2-446C-AA5B-81919748B579}" type="presOf" srcId="{B6DBC833-D6B6-4C6A-90F0-6244BB029130}" destId="{523F44EB-2F60-4FB0-A715-F967E559F304}" srcOrd="0" destOrd="0" presId="urn:microsoft.com/office/officeart/2005/8/layout/chevron1"/>
    <dgm:cxn modelId="{BABAC4BE-9205-41C3-A9E1-0B8AA1F8BE68}" type="presOf" srcId="{90084507-E514-459F-A0D7-E88E90EC4649}" destId="{9D90B05B-90BC-4C33-912E-0BA4D8EA5529}" srcOrd="0" destOrd="0" presId="urn:microsoft.com/office/officeart/2005/8/layout/chevron1"/>
    <dgm:cxn modelId="{F508BBC1-AD9E-49EA-96EE-204314552116}" type="presOf" srcId="{9EF98226-BFB7-4D32-9899-03567500D2AB}" destId="{3B12C42E-FCE4-47A3-BDAA-E0A86D72ED8B}" srcOrd="0" destOrd="0" presId="urn:microsoft.com/office/officeart/2005/8/layout/chevron1"/>
    <dgm:cxn modelId="{7FCE13E4-324F-444F-888A-B8D8603F9F13}" srcId="{AE7ADD0B-6B56-48BE-819F-783ED575FBB7}" destId="{B6DBC833-D6B6-4C6A-90F0-6244BB029130}" srcOrd="0" destOrd="0" parTransId="{9F5D900D-0893-42FC-AEDE-FC93E19122E9}" sibTransId="{4C2D2AE9-FDEF-492D-9837-0912068F4D1B}"/>
    <dgm:cxn modelId="{7CAB17E4-5EDE-4670-9168-8F49AC4E5AEC}" srcId="{AE7ADD0B-6B56-48BE-819F-783ED575FBB7}" destId="{9EF98226-BFB7-4D32-9899-03567500D2AB}" srcOrd="1" destOrd="0" parTransId="{826C838F-5DE0-40DD-9BF1-4412AD704AB8}" sibTransId="{675DC729-2C29-4602-8821-11375F0EFA89}"/>
    <dgm:cxn modelId="{235C9AE4-E701-49D5-9B8A-53914D8D19BB}" type="presOf" srcId="{648CB789-1476-4847-AA12-12C4A070604A}" destId="{891D13F4-88CD-40CD-AA59-CF68CE46AE18}" srcOrd="0" destOrd="0" presId="urn:microsoft.com/office/officeart/2005/8/layout/chevron1"/>
    <dgm:cxn modelId="{316827FE-B2A7-4321-9825-C1A391AA4526}" srcId="{AE7ADD0B-6B56-48BE-819F-783ED575FBB7}" destId="{648CB789-1476-4847-AA12-12C4A070604A}" srcOrd="3" destOrd="0" parTransId="{C1C6056E-8542-4E41-B979-5E6357A575E2}" sibTransId="{EEA40698-0E48-4426-8763-E2E6EB36DA53}"/>
    <dgm:cxn modelId="{FDA0CE1F-11F1-40A3-A4EC-7DE1C0ABA830}" type="presParOf" srcId="{7FC0E1D2-923D-4582-892F-125DCF76B55E}" destId="{523F44EB-2F60-4FB0-A715-F967E559F304}" srcOrd="0" destOrd="0" presId="urn:microsoft.com/office/officeart/2005/8/layout/chevron1"/>
    <dgm:cxn modelId="{122FBC7A-D5B7-4142-B9E8-4FF0BF77548B}" type="presParOf" srcId="{7FC0E1D2-923D-4582-892F-125DCF76B55E}" destId="{79409381-1686-461B-8BE6-0680B33EC0B6}" srcOrd="1" destOrd="0" presId="urn:microsoft.com/office/officeart/2005/8/layout/chevron1"/>
    <dgm:cxn modelId="{88E7E968-5439-4110-88BC-7F0387B44DA8}" type="presParOf" srcId="{7FC0E1D2-923D-4582-892F-125DCF76B55E}" destId="{3B12C42E-FCE4-47A3-BDAA-E0A86D72ED8B}" srcOrd="2" destOrd="0" presId="urn:microsoft.com/office/officeart/2005/8/layout/chevron1"/>
    <dgm:cxn modelId="{8482E8D7-F484-4C33-BBC6-0784F624055C}" type="presParOf" srcId="{7FC0E1D2-923D-4582-892F-125DCF76B55E}" destId="{AFC19BE2-F538-47BB-B7D7-33FB7D8BC7AB}" srcOrd="3" destOrd="0" presId="urn:microsoft.com/office/officeart/2005/8/layout/chevron1"/>
    <dgm:cxn modelId="{718A7191-968C-4CEF-870A-15C445809A4F}" type="presParOf" srcId="{7FC0E1D2-923D-4582-892F-125DCF76B55E}" destId="{9D90B05B-90BC-4C33-912E-0BA4D8EA5529}" srcOrd="4" destOrd="0" presId="urn:microsoft.com/office/officeart/2005/8/layout/chevron1"/>
    <dgm:cxn modelId="{4D035BA2-DCC3-434D-A2C6-05297C85C7CA}" type="presParOf" srcId="{7FC0E1D2-923D-4582-892F-125DCF76B55E}" destId="{68E0CE78-0178-4B87-B246-AD3C8E1A521D}" srcOrd="5" destOrd="0" presId="urn:microsoft.com/office/officeart/2005/8/layout/chevron1"/>
    <dgm:cxn modelId="{6FBB6115-919E-48E9-A7C7-EC760095E882}" type="presParOf" srcId="{7FC0E1D2-923D-4582-892F-125DCF76B55E}" destId="{891D13F4-88CD-40CD-AA59-CF68CE46AE1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8" minVer="http://schemas.openxmlformats.org/drawingml/2006/diagram"/>
    </a:ext>
  </dgm:extLst>
</dgm:dataModel>
</file>

<file path=ppt/diagrams/v32_s18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F44EB-2F60-4FB0-A715-F967E559F304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sp:txBody>
      <dsp:txXfrm>
        <a:off x="56693" y="0"/>
        <a:ext cx="2508656" cy="283464"/>
      </dsp:txXfrm>
    </dsp:sp>
    <dsp:sp modelId="{3B12C42E-FCE4-47A3-BDAA-E0A86D72ED8B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sp:txBody>
      <dsp:txXfrm>
        <a:off x="2733599" y="0"/>
        <a:ext cx="2508656" cy="283464"/>
      </dsp:txXfrm>
    </dsp:sp>
    <dsp:sp modelId="{9D90B05B-90BC-4C33-912E-0BA4D8EA5529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sp:txBody>
      <dsp:txXfrm>
        <a:off x="5410505" y="0"/>
        <a:ext cx="2508656" cy="283464"/>
      </dsp:txXfrm>
    </dsp:sp>
    <dsp:sp modelId="{891D13F4-88CD-40CD-AA59-CF68CE46AE18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sp:txBody>
      <dsp:txXfrm>
        <a:off x="8087411" y="0"/>
        <a:ext cx="2508656" cy="283464"/>
      </dsp:txXfrm>
    </dsp:sp>
  </dsp:spTree>
</dsp:drawing>
</file>

<file path=ppt/diagrams/v32_s18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8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19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9_data1.xml><?xml version="1.0" encoding="utf-8"?>
<dgm:dataModel xmlns:dgm="http://schemas.openxmlformats.org/drawingml/2006/diagram" xmlns:a="http://schemas.openxmlformats.org/drawingml/2006/main">
  <dgm:ptLst>
    <dgm:pt modelId="{AE7ADD0B-6B56-48BE-819F-783ED575FBB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B6DBC833-D6B6-4C6A-90F0-6244BB029130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gm:t>
    </dgm:pt>
    <dgm:pt modelId="{9F5D900D-0893-42FC-AEDE-FC93E19122E9}" type="parTrans" cxnId="{7FCE13E4-324F-444F-888A-B8D8603F9F13}">
      <dgm:prSet/>
      <dgm:spPr>
        <a:ln>
          <a:noFill/>
        </a:ln>
      </dgm:spPr>
    </dgm:pt>
    <dgm:pt modelId="{4C2D2AE9-FDEF-492D-9837-0912068F4D1B}" type="sibTrans" cxnId="{7FCE13E4-324F-444F-888A-B8D8603F9F13}">
      <dgm:prSet/>
      <dgm:spPr>
        <a:ln>
          <a:noFill/>
        </a:ln>
      </dgm:spPr>
    </dgm:pt>
    <dgm:pt modelId="{9EF98226-BFB7-4D32-9899-03567500D2A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gm:t>
    </dgm:pt>
    <dgm:pt modelId="{826C838F-5DE0-40DD-9BF1-4412AD704AB8}" type="parTrans" cxnId="{7CAB17E4-5EDE-4670-9168-8F49AC4E5AEC}">
      <dgm:prSet/>
      <dgm:spPr>
        <a:ln>
          <a:noFill/>
        </a:ln>
      </dgm:spPr>
    </dgm:pt>
    <dgm:pt modelId="{675DC729-2C29-4602-8821-11375F0EFA89}" type="sibTrans" cxnId="{7CAB17E4-5EDE-4670-9168-8F49AC4E5AEC}">
      <dgm:prSet/>
      <dgm:spPr>
        <a:ln>
          <a:noFill/>
        </a:ln>
      </dgm:spPr>
    </dgm:pt>
    <dgm:pt modelId="{90084507-E514-459F-A0D7-E88E90EC464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gm:t>
    </dgm:pt>
    <dgm:pt modelId="{E08CF9A9-2223-4981-925A-4B60D7A25E24}" type="parTrans" cxnId="{7FE6767D-6905-4DBB-8790-65A7BC30882E}">
      <dgm:prSet/>
      <dgm:spPr>
        <a:ln>
          <a:noFill/>
        </a:ln>
      </dgm:spPr>
    </dgm:pt>
    <dgm:pt modelId="{33F08AA3-EAFD-4B05-92B9-371E683A1F6B}" type="sibTrans" cxnId="{7FE6767D-6905-4DBB-8790-65A7BC30882E}">
      <dgm:prSet/>
      <dgm:spPr>
        <a:ln>
          <a:noFill/>
        </a:ln>
      </dgm:spPr>
    </dgm:pt>
    <dgm:pt modelId="{648CB789-1476-4847-AA12-12C4A070604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gm:t>
    </dgm:pt>
    <dgm:pt modelId="{C1C6056E-8542-4E41-B979-5E6357A575E2}" type="parTrans" cxnId="{316827FE-B2A7-4321-9825-C1A391AA4526}">
      <dgm:prSet/>
      <dgm:spPr>
        <a:ln>
          <a:noFill/>
        </a:ln>
      </dgm:spPr>
    </dgm:pt>
    <dgm:pt modelId="{EEA40698-0E48-4426-8763-E2E6EB36DA53}" type="sibTrans" cxnId="{316827FE-B2A7-4321-9825-C1A391AA4526}">
      <dgm:prSet/>
      <dgm:spPr>
        <a:ln>
          <a:noFill/>
        </a:ln>
      </dgm:spPr>
    </dgm:pt>
    <dgm:pt modelId="{7FC0E1D2-923D-4582-892F-125DCF76B55E}" type="pres">
      <dgm:prSet presAssocID="{AE7ADD0B-6B56-48BE-819F-783ED575FBB7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23F44EB-2F60-4FB0-A715-F967E559F304}" type="pres">
      <dgm:prSet presAssocID="{B6DBC833-D6B6-4C6A-90F0-6244BB029130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9409381-1686-461B-8BE6-0680B33EC0B6}" type="pres">
      <dgm:prSet presAssocID="{4C2D2AE9-FDEF-492D-9837-0912068F4D1B}" presName="parTxOnlySpace" presStyleCnt="0"/>
      <dgm:spPr>
        <a:ln>
          <a:noFill/>
        </a:ln>
      </dgm:spPr>
    </dgm:pt>
    <dgm:pt modelId="{3B12C42E-FCE4-47A3-BDAA-E0A86D72ED8B}" type="pres">
      <dgm:prSet presAssocID="{9EF98226-BFB7-4D32-9899-03567500D2A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FC19BE2-F538-47BB-B7D7-33FB7D8BC7AB}" type="pres">
      <dgm:prSet presAssocID="{675DC729-2C29-4602-8821-11375F0EFA89}" presName="parTxOnlySpace" presStyleCnt="0"/>
      <dgm:spPr>
        <a:ln>
          <a:noFill/>
        </a:ln>
      </dgm:spPr>
    </dgm:pt>
    <dgm:pt modelId="{9D90B05B-90BC-4C33-912E-0BA4D8EA5529}" type="pres">
      <dgm:prSet presAssocID="{90084507-E514-459F-A0D7-E88E90EC4649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68E0CE78-0178-4B87-B246-AD3C8E1A521D}" type="pres">
      <dgm:prSet presAssocID="{33F08AA3-EAFD-4B05-92B9-371E683A1F6B}" presName="parTxOnlySpace" presStyleCnt="0"/>
      <dgm:spPr>
        <a:ln>
          <a:noFill/>
        </a:ln>
      </dgm:spPr>
    </dgm:pt>
    <dgm:pt modelId="{891D13F4-88CD-40CD-AA59-CF68CE46AE18}" type="pres">
      <dgm:prSet presAssocID="{648CB789-1476-4847-AA12-12C4A070604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3E8B97A-4719-4D9E-B8A1-E54D1BC44145}" type="presOf" srcId="{AE7ADD0B-6B56-48BE-819F-783ED575FBB7}" destId="{7FC0E1D2-923D-4582-892F-125DCF76B55E}" srcOrd="0" destOrd="0" presId="urn:microsoft.com/office/officeart/2005/8/layout/chevron1"/>
    <dgm:cxn modelId="{7FE6767D-6905-4DBB-8790-65A7BC30882E}" srcId="{AE7ADD0B-6B56-48BE-819F-783ED575FBB7}" destId="{90084507-E514-459F-A0D7-E88E90EC4649}" srcOrd="2" destOrd="0" parTransId="{E08CF9A9-2223-4981-925A-4B60D7A25E24}" sibTransId="{33F08AA3-EAFD-4B05-92B9-371E683A1F6B}"/>
    <dgm:cxn modelId="{E9FF55AA-9BE2-446C-AA5B-81919748B579}" type="presOf" srcId="{B6DBC833-D6B6-4C6A-90F0-6244BB029130}" destId="{523F44EB-2F60-4FB0-A715-F967E559F304}" srcOrd="0" destOrd="0" presId="urn:microsoft.com/office/officeart/2005/8/layout/chevron1"/>
    <dgm:cxn modelId="{BABAC4BE-9205-41C3-A9E1-0B8AA1F8BE68}" type="presOf" srcId="{90084507-E514-459F-A0D7-E88E90EC4649}" destId="{9D90B05B-90BC-4C33-912E-0BA4D8EA5529}" srcOrd="0" destOrd="0" presId="urn:microsoft.com/office/officeart/2005/8/layout/chevron1"/>
    <dgm:cxn modelId="{F508BBC1-AD9E-49EA-96EE-204314552116}" type="presOf" srcId="{9EF98226-BFB7-4D32-9899-03567500D2AB}" destId="{3B12C42E-FCE4-47A3-BDAA-E0A86D72ED8B}" srcOrd="0" destOrd="0" presId="urn:microsoft.com/office/officeart/2005/8/layout/chevron1"/>
    <dgm:cxn modelId="{7FCE13E4-324F-444F-888A-B8D8603F9F13}" srcId="{AE7ADD0B-6B56-48BE-819F-783ED575FBB7}" destId="{B6DBC833-D6B6-4C6A-90F0-6244BB029130}" srcOrd="0" destOrd="0" parTransId="{9F5D900D-0893-42FC-AEDE-FC93E19122E9}" sibTransId="{4C2D2AE9-FDEF-492D-9837-0912068F4D1B}"/>
    <dgm:cxn modelId="{7CAB17E4-5EDE-4670-9168-8F49AC4E5AEC}" srcId="{AE7ADD0B-6B56-48BE-819F-783ED575FBB7}" destId="{9EF98226-BFB7-4D32-9899-03567500D2AB}" srcOrd="1" destOrd="0" parTransId="{826C838F-5DE0-40DD-9BF1-4412AD704AB8}" sibTransId="{675DC729-2C29-4602-8821-11375F0EFA89}"/>
    <dgm:cxn modelId="{235C9AE4-E701-49D5-9B8A-53914D8D19BB}" type="presOf" srcId="{648CB789-1476-4847-AA12-12C4A070604A}" destId="{891D13F4-88CD-40CD-AA59-CF68CE46AE18}" srcOrd="0" destOrd="0" presId="urn:microsoft.com/office/officeart/2005/8/layout/chevron1"/>
    <dgm:cxn modelId="{316827FE-B2A7-4321-9825-C1A391AA4526}" srcId="{AE7ADD0B-6B56-48BE-819F-783ED575FBB7}" destId="{648CB789-1476-4847-AA12-12C4A070604A}" srcOrd="3" destOrd="0" parTransId="{C1C6056E-8542-4E41-B979-5E6357A575E2}" sibTransId="{EEA40698-0E48-4426-8763-E2E6EB36DA53}"/>
    <dgm:cxn modelId="{FDA0CE1F-11F1-40A3-A4EC-7DE1C0ABA830}" type="presParOf" srcId="{7FC0E1D2-923D-4582-892F-125DCF76B55E}" destId="{523F44EB-2F60-4FB0-A715-F967E559F304}" srcOrd="0" destOrd="0" presId="urn:microsoft.com/office/officeart/2005/8/layout/chevron1"/>
    <dgm:cxn modelId="{122FBC7A-D5B7-4142-B9E8-4FF0BF77548B}" type="presParOf" srcId="{7FC0E1D2-923D-4582-892F-125DCF76B55E}" destId="{79409381-1686-461B-8BE6-0680B33EC0B6}" srcOrd="1" destOrd="0" presId="urn:microsoft.com/office/officeart/2005/8/layout/chevron1"/>
    <dgm:cxn modelId="{88E7E968-5439-4110-88BC-7F0387B44DA8}" type="presParOf" srcId="{7FC0E1D2-923D-4582-892F-125DCF76B55E}" destId="{3B12C42E-FCE4-47A3-BDAA-E0A86D72ED8B}" srcOrd="2" destOrd="0" presId="urn:microsoft.com/office/officeart/2005/8/layout/chevron1"/>
    <dgm:cxn modelId="{8482E8D7-F484-4C33-BBC6-0784F624055C}" type="presParOf" srcId="{7FC0E1D2-923D-4582-892F-125DCF76B55E}" destId="{AFC19BE2-F538-47BB-B7D7-33FB7D8BC7AB}" srcOrd="3" destOrd="0" presId="urn:microsoft.com/office/officeart/2005/8/layout/chevron1"/>
    <dgm:cxn modelId="{718A7191-968C-4CEF-870A-15C445809A4F}" type="presParOf" srcId="{7FC0E1D2-923D-4582-892F-125DCF76B55E}" destId="{9D90B05B-90BC-4C33-912E-0BA4D8EA5529}" srcOrd="4" destOrd="0" presId="urn:microsoft.com/office/officeart/2005/8/layout/chevron1"/>
    <dgm:cxn modelId="{4D035BA2-DCC3-434D-A2C6-05297C85C7CA}" type="presParOf" srcId="{7FC0E1D2-923D-4582-892F-125DCF76B55E}" destId="{68E0CE78-0178-4B87-B246-AD3C8E1A521D}" srcOrd="5" destOrd="0" presId="urn:microsoft.com/office/officeart/2005/8/layout/chevron1"/>
    <dgm:cxn modelId="{6FBB6115-919E-48E9-A7C7-EC760095E882}" type="presParOf" srcId="{7FC0E1D2-923D-4582-892F-125DCF76B55E}" destId="{891D13F4-88CD-40CD-AA59-CF68CE46AE1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9" minVer="http://schemas.openxmlformats.org/drawingml/2006/diagram"/>
    </a:ext>
  </dgm:extLst>
</dgm:dataModel>
</file>

<file path=ppt/diagrams/v32_s19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F44EB-2F60-4FB0-A715-F967E559F304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sp:txBody>
      <dsp:txXfrm>
        <a:off x="56693" y="0"/>
        <a:ext cx="2508656" cy="283464"/>
      </dsp:txXfrm>
    </dsp:sp>
    <dsp:sp modelId="{3B12C42E-FCE4-47A3-BDAA-E0A86D72ED8B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sp:txBody>
      <dsp:txXfrm>
        <a:off x="2733599" y="0"/>
        <a:ext cx="2508656" cy="283464"/>
      </dsp:txXfrm>
    </dsp:sp>
    <dsp:sp modelId="{9D90B05B-90BC-4C33-912E-0BA4D8EA5529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sp:txBody>
      <dsp:txXfrm>
        <a:off x="5410505" y="0"/>
        <a:ext cx="2508656" cy="283464"/>
      </dsp:txXfrm>
    </dsp:sp>
    <dsp:sp modelId="{891D13F4-88CD-40CD-AA59-CF68CE46AE18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sp:txBody>
      <dsp:txXfrm>
        <a:off x="8087411" y="0"/>
        <a:ext cx="2508656" cy="283464"/>
      </dsp:txXfrm>
    </dsp:sp>
  </dsp:spTree>
</dsp:drawing>
</file>

<file path=ppt/diagrams/v32_s19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9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20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20_data1.xml><?xml version="1.0" encoding="utf-8"?>
<dgm:dataModel xmlns:dgm="http://schemas.openxmlformats.org/drawingml/2006/diagram" xmlns:a="http://schemas.openxmlformats.org/drawingml/2006/main">
  <dgm:ptLst>
    <dgm:pt modelId="{AE7ADD0B-6B56-48BE-819F-783ED575FBB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B6DBC833-D6B6-4C6A-90F0-6244BB029130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gm:t>
    </dgm:pt>
    <dgm:pt modelId="{9F5D900D-0893-42FC-AEDE-FC93E19122E9}" type="parTrans" cxnId="{7FCE13E4-324F-444F-888A-B8D8603F9F13}">
      <dgm:prSet/>
      <dgm:spPr>
        <a:ln>
          <a:noFill/>
        </a:ln>
      </dgm:spPr>
    </dgm:pt>
    <dgm:pt modelId="{4C2D2AE9-FDEF-492D-9837-0912068F4D1B}" type="sibTrans" cxnId="{7FCE13E4-324F-444F-888A-B8D8603F9F13}">
      <dgm:prSet/>
      <dgm:spPr>
        <a:ln>
          <a:noFill/>
        </a:ln>
      </dgm:spPr>
    </dgm:pt>
    <dgm:pt modelId="{9EF98226-BFB7-4D32-9899-03567500D2A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gm:t>
    </dgm:pt>
    <dgm:pt modelId="{826C838F-5DE0-40DD-9BF1-4412AD704AB8}" type="parTrans" cxnId="{7CAB17E4-5EDE-4670-9168-8F49AC4E5AEC}">
      <dgm:prSet/>
      <dgm:spPr>
        <a:ln>
          <a:noFill/>
        </a:ln>
      </dgm:spPr>
    </dgm:pt>
    <dgm:pt modelId="{675DC729-2C29-4602-8821-11375F0EFA89}" type="sibTrans" cxnId="{7CAB17E4-5EDE-4670-9168-8F49AC4E5AEC}">
      <dgm:prSet/>
      <dgm:spPr>
        <a:ln>
          <a:noFill/>
        </a:ln>
      </dgm:spPr>
    </dgm:pt>
    <dgm:pt modelId="{90084507-E514-459F-A0D7-E88E90EC464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gm:t>
    </dgm:pt>
    <dgm:pt modelId="{E08CF9A9-2223-4981-925A-4B60D7A25E24}" type="parTrans" cxnId="{7FE6767D-6905-4DBB-8790-65A7BC30882E}">
      <dgm:prSet/>
      <dgm:spPr>
        <a:ln>
          <a:noFill/>
        </a:ln>
      </dgm:spPr>
    </dgm:pt>
    <dgm:pt modelId="{33F08AA3-EAFD-4B05-92B9-371E683A1F6B}" type="sibTrans" cxnId="{7FE6767D-6905-4DBB-8790-65A7BC30882E}">
      <dgm:prSet/>
      <dgm:spPr>
        <a:ln>
          <a:noFill/>
        </a:ln>
      </dgm:spPr>
    </dgm:pt>
    <dgm:pt modelId="{648CB789-1476-4847-AA12-12C4A070604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gm:t>
    </dgm:pt>
    <dgm:pt modelId="{C1C6056E-8542-4E41-B979-5E6357A575E2}" type="parTrans" cxnId="{316827FE-B2A7-4321-9825-C1A391AA4526}">
      <dgm:prSet/>
      <dgm:spPr>
        <a:ln>
          <a:noFill/>
        </a:ln>
      </dgm:spPr>
    </dgm:pt>
    <dgm:pt modelId="{EEA40698-0E48-4426-8763-E2E6EB36DA53}" type="sibTrans" cxnId="{316827FE-B2A7-4321-9825-C1A391AA4526}">
      <dgm:prSet/>
      <dgm:spPr>
        <a:ln>
          <a:noFill/>
        </a:ln>
      </dgm:spPr>
    </dgm:pt>
    <dgm:pt modelId="{7FC0E1D2-923D-4582-892F-125DCF76B55E}" type="pres">
      <dgm:prSet presAssocID="{AE7ADD0B-6B56-48BE-819F-783ED575FBB7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23F44EB-2F60-4FB0-A715-F967E559F304}" type="pres">
      <dgm:prSet presAssocID="{B6DBC833-D6B6-4C6A-90F0-6244BB029130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9409381-1686-461B-8BE6-0680B33EC0B6}" type="pres">
      <dgm:prSet presAssocID="{4C2D2AE9-FDEF-492D-9837-0912068F4D1B}" presName="parTxOnlySpace" presStyleCnt="0"/>
      <dgm:spPr>
        <a:ln>
          <a:noFill/>
        </a:ln>
      </dgm:spPr>
    </dgm:pt>
    <dgm:pt modelId="{3B12C42E-FCE4-47A3-BDAA-E0A86D72ED8B}" type="pres">
      <dgm:prSet presAssocID="{9EF98226-BFB7-4D32-9899-03567500D2A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FC19BE2-F538-47BB-B7D7-33FB7D8BC7AB}" type="pres">
      <dgm:prSet presAssocID="{675DC729-2C29-4602-8821-11375F0EFA89}" presName="parTxOnlySpace" presStyleCnt="0"/>
      <dgm:spPr>
        <a:ln>
          <a:noFill/>
        </a:ln>
      </dgm:spPr>
    </dgm:pt>
    <dgm:pt modelId="{9D90B05B-90BC-4C33-912E-0BA4D8EA5529}" type="pres">
      <dgm:prSet presAssocID="{90084507-E514-459F-A0D7-E88E90EC4649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68E0CE78-0178-4B87-B246-AD3C8E1A521D}" type="pres">
      <dgm:prSet presAssocID="{33F08AA3-EAFD-4B05-92B9-371E683A1F6B}" presName="parTxOnlySpace" presStyleCnt="0"/>
      <dgm:spPr>
        <a:ln>
          <a:noFill/>
        </a:ln>
      </dgm:spPr>
    </dgm:pt>
    <dgm:pt modelId="{891D13F4-88CD-40CD-AA59-CF68CE46AE18}" type="pres">
      <dgm:prSet presAssocID="{648CB789-1476-4847-AA12-12C4A070604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3E8B97A-4719-4D9E-B8A1-E54D1BC44145}" type="presOf" srcId="{AE7ADD0B-6B56-48BE-819F-783ED575FBB7}" destId="{7FC0E1D2-923D-4582-892F-125DCF76B55E}" srcOrd="0" destOrd="0" presId="urn:microsoft.com/office/officeart/2005/8/layout/chevron1"/>
    <dgm:cxn modelId="{7FE6767D-6905-4DBB-8790-65A7BC30882E}" srcId="{AE7ADD0B-6B56-48BE-819F-783ED575FBB7}" destId="{90084507-E514-459F-A0D7-E88E90EC4649}" srcOrd="2" destOrd="0" parTransId="{E08CF9A9-2223-4981-925A-4B60D7A25E24}" sibTransId="{33F08AA3-EAFD-4B05-92B9-371E683A1F6B}"/>
    <dgm:cxn modelId="{E9FF55AA-9BE2-446C-AA5B-81919748B579}" type="presOf" srcId="{B6DBC833-D6B6-4C6A-90F0-6244BB029130}" destId="{523F44EB-2F60-4FB0-A715-F967E559F304}" srcOrd="0" destOrd="0" presId="urn:microsoft.com/office/officeart/2005/8/layout/chevron1"/>
    <dgm:cxn modelId="{BABAC4BE-9205-41C3-A9E1-0B8AA1F8BE68}" type="presOf" srcId="{90084507-E514-459F-A0D7-E88E90EC4649}" destId="{9D90B05B-90BC-4C33-912E-0BA4D8EA5529}" srcOrd="0" destOrd="0" presId="urn:microsoft.com/office/officeart/2005/8/layout/chevron1"/>
    <dgm:cxn modelId="{F508BBC1-AD9E-49EA-96EE-204314552116}" type="presOf" srcId="{9EF98226-BFB7-4D32-9899-03567500D2AB}" destId="{3B12C42E-FCE4-47A3-BDAA-E0A86D72ED8B}" srcOrd="0" destOrd="0" presId="urn:microsoft.com/office/officeart/2005/8/layout/chevron1"/>
    <dgm:cxn modelId="{7FCE13E4-324F-444F-888A-B8D8603F9F13}" srcId="{AE7ADD0B-6B56-48BE-819F-783ED575FBB7}" destId="{B6DBC833-D6B6-4C6A-90F0-6244BB029130}" srcOrd="0" destOrd="0" parTransId="{9F5D900D-0893-42FC-AEDE-FC93E19122E9}" sibTransId="{4C2D2AE9-FDEF-492D-9837-0912068F4D1B}"/>
    <dgm:cxn modelId="{7CAB17E4-5EDE-4670-9168-8F49AC4E5AEC}" srcId="{AE7ADD0B-6B56-48BE-819F-783ED575FBB7}" destId="{9EF98226-BFB7-4D32-9899-03567500D2AB}" srcOrd="1" destOrd="0" parTransId="{826C838F-5DE0-40DD-9BF1-4412AD704AB8}" sibTransId="{675DC729-2C29-4602-8821-11375F0EFA89}"/>
    <dgm:cxn modelId="{235C9AE4-E701-49D5-9B8A-53914D8D19BB}" type="presOf" srcId="{648CB789-1476-4847-AA12-12C4A070604A}" destId="{891D13F4-88CD-40CD-AA59-CF68CE46AE18}" srcOrd="0" destOrd="0" presId="urn:microsoft.com/office/officeart/2005/8/layout/chevron1"/>
    <dgm:cxn modelId="{316827FE-B2A7-4321-9825-C1A391AA4526}" srcId="{AE7ADD0B-6B56-48BE-819F-783ED575FBB7}" destId="{648CB789-1476-4847-AA12-12C4A070604A}" srcOrd="3" destOrd="0" parTransId="{C1C6056E-8542-4E41-B979-5E6357A575E2}" sibTransId="{EEA40698-0E48-4426-8763-E2E6EB36DA53}"/>
    <dgm:cxn modelId="{FDA0CE1F-11F1-40A3-A4EC-7DE1C0ABA830}" type="presParOf" srcId="{7FC0E1D2-923D-4582-892F-125DCF76B55E}" destId="{523F44EB-2F60-4FB0-A715-F967E559F304}" srcOrd="0" destOrd="0" presId="urn:microsoft.com/office/officeart/2005/8/layout/chevron1"/>
    <dgm:cxn modelId="{122FBC7A-D5B7-4142-B9E8-4FF0BF77548B}" type="presParOf" srcId="{7FC0E1D2-923D-4582-892F-125DCF76B55E}" destId="{79409381-1686-461B-8BE6-0680B33EC0B6}" srcOrd="1" destOrd="0" presId="urn:microsoft.com/office/officeart/2005/8/layout/chevron1"/>
    <dgm:cxn modelId="{88E7E968-5439-4110-88BC-7F0387B44DA8}" type="presParOf" srcId="{7FC0E1D2-923D-4582-892F-125DCF76B55E}" destId="{3B12C42E-FCE4-47A3-BDAA-E0A86D72ED8B}" srcOrd="2" destOrd="0" presId="urn:microsoft.com/office/officeart/2005/8/layout/chevron1"/>
    <dgm:cxn modelId="{8482E8D7-F484-4C33-BBC6-0784F624055C}" type="presParOf" srcId="{7FC0E1D2-923D-4582-892F-125DCF76B55E}" destId="{AFC19BE2-F538-47BB-B7D7-33FB7D8BC7AB}" srcOrd="3" destOrd="0" presId="urn:microsoft.com/office/officeart/2005/8/layout/chevron1"/>
    <dgm:cxn modelId="{718A7191-968C-4CEF-870A-15C445809A4F}" type="presParOf" srcId="{7FC0E1D2-923D-4582-892F-125DCF76B55E}" destId="{9D90B05B-90BC-4C33-912E-0BA4D8EA5529}" srcOrd="4" destOrd="0" presId="urn:microsoft.com/office/officeart/2005/8/layout/chevron1"/>
    <dgm:cxn modelId="{4D035BA2-DCC3-434D-A2C6-05297C85C7CA}" type="presParOf" srcId="{7FC0E1D2-923D-4582-892F-125DCF76B55E}" destId="{68E0CE78-0178-4B87-B246-AD3C8E1A521D}" srcOrd="5" destOrd="0" presId="urn:microsoft.com/office/officeart/2005/8/layout/chevron1"/>
    <dgm:cxn modelId="{6FBB6115-919E-48E9-A7C7-EC760095E882}" type="presParOf" srcId="{7FC0E1D2-923D-4582-892F-125DCF76B55E}" destId="{891D13F4-88CD-40CD-AA59-CF68CE46AE1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20" minVer="http://schemas.openxmlformats.org/drawingml/2006/diagram"/>
    </a:ext>
  </dgm:extLst>
</dgm:dataModel>
</file>

<file path=ppt/diagrams/v32_s20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F44EB-2F60-4FB0-A715-F967E559F304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sp:txBody>
      <dsp:txXfrm>
        <a:off x="56693" y="0"/>
        <a:ext cx="2508656" cy="283464"/>
      </dsp:txXfrm>
    </dsp:sp>
    <dsp:sp modelId="{3B12C42E-FCE4-47A3-BDAA-E0A86D72ED8B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sp:txBody>
      <dsp:txXfrm>
        <a:off x="2733599" y="0"/>
        <a:ext cx="2508656" cy="283464"/>
      </dsp:txXfrm>
    </dsp:sp>
    <dsp:sp modelId="{9D90B05B-90BC-4C33-912E-0BA4D8EA5529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sp:txBody>
      <dsp:txXfrm>
        <a:off x="5410505" y="0"/>
        <a:ext cx="2508656" cy="283464"/>
      </dsp:txXfrm>
    </dsp:sp>
    <dsp:sp modelId="{891D13F4-88CD-40CD-AA59-CF68CE46AE18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sp:txBody>
      <dsp:txXfrm>
        <a:off x="8087411" y="0"/>
        <a:ext cx="2508656" cy="283464"/>
      </dsp:txXfrm>
    </dsp:sp>
  </dsp:spTree>
</dsp:drawing>
</file>

<file path=ppt/diagrams/v32_s20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20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21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21_data1.xml><?xml version="1.0" encoding="utf-8"?>
<dgm:dataModel xmlns:dgm="http://schemas.openxmlformats.org/drawingml/2006/diagram" xmlns:a="http://schemas.openxmlformats.org/drawingml/2006/main">
  <dgm:ptLst>
    <dgm:pt modelId="{AE7ADD0B-6B56-48BE-819F-783ED575FBB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B6DBC833-D6B6-4C6A-90F0-6244BB029130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gm:t>
    </dgm:pt>
    <dgm:pt modelId="{9F5D900D-0893-42FC-AEDE-FC93E19122E9}" type="parTrans" cxnId="{7FCE13E4-324F-444F-888A-B8D8603F9F13}">
      <dgm:prSet/>
      <dgm:spPr>
        <a:ln>
          <a:noFill/>
        </a:ln>
      </dgm:spPr>
    </dgm:pt>
    <dgm:pt modelId="{4C2D2AE9-FDEF-492D-9837-0912068F4D1B}" type="sibTrans" cxnId="{7FCE13E4-324F-444F-888A-B8D8603F9F13}">
      <dgm:prSet/>
      <dgm:spPr>
        <a:ln>
          <a:noFill/>
        </a:ln>
      </dgm:spPr>
    </dgm:pt>
    <dgm:pt modelId="{9EF98226-BFB7-4D32-9899-03567500D2A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gm:t>
    </dgm:pt>
    <dgm:pt modelId="{826C838F-5DE0-40DD-9BF1-4412AD704AB8}" type="parTrans" cxnId="{7CAB17E4-5EDE-4670-9168-8F49AC4E5AEC}">
      <dgm:prSet/>
      <dgm:spPr>
        <a:ln>
          <a:noFill/>
        </a:ln>
      </dgm:spPr>
    </dgm:pt>
    <dgm:pt modelId="{675DC729-2C29-4602-8821-11375F0EFA89}" type="sibTrans" cxnId="{7CAB17E4-5EDE-4670-9168-8F49AC4E5AEC}">
      <dgm:prSet/>
      <dgm:spPr>
        <a:ln>
          <a:noFill/>
        </a:ln>
      </dgm:spPr>
    </dgm:pt>
    <dgm:pt modelId="{90084507-E514-459F-A0D7-E88E90EC464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gm:t>
    </dgm:pt>
    <dgm:pt modelId="{E08CF9A9-2223-4981-925A-4B60D7A25E24}" type="parTrans" cxnId="{7FE6767D-6905-4DBB-8790-65A7BC30882E}">
      <dgm:prSet/>
      <dgm:spPr>
        <a:ln>
          <a:noFill/>
        </a:ln>
      </dgm:spPr>
    </dgm:pt>
    <dgm:pt modelId="{33F08AA3-EAFD-4B05-92B9-371E683A1F6B}" type="sibTrans" cxnId="{7FE6767D-6905-4DBB-8790-65A7BC30882E}">
      <dgm:prSet/>
      <dgm:spPr>
        <a:ln>
          <a:noFill/>
        </a:ln>
      </dgm:spPr>
    </dgm:pt>
    <dgm:pt modelId="{648CB789-1476-4847-AA12-12C4A070604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gm:t>
    </dgm:pt>
    <dgm:pt modelId="{C1C6056E-8542-4E41-B979-5E6357A575E2}" type="parTrans" cxnId="{316827FE-B2A7-4321-9825-C1A391AA4526}">
      <dgm:prSet/>
      <dgm:spPr>
        <a:ln>
          <a:noFill/>
        </a:ln>
      </dgm:spPr>
    </dgm:pt>
    <dgm:pt modelId="{EEA40698-0E48-4426-8763-E2E6EB36DA53}" type="sibTrans" cxnId="{316827FE-B2A7-4321-9825-C1A391AA4526}">
      <dgm:prSet/>
      <dgm:spPr>
        <a:ln>
          <a:noFill/>
        </a:ln>
      </dgm:spPr>
    </dgm:pt>
    <dgm:pt modelId="{7FC0E1D2-923D-4582-892F-125DCF76B55E}" type="pres">
      <dgm:prSet presAssocID="{AE7ADD0B-6B56-48BE-819F-783ED575FBB7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23F44EB-2F60-4FB0-A715-F967E559F304}" type="pres">
      <dgm:prSet presAssocID="{B6DBC833-D6B6-4C6A-90F0-6244BB029130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9409381-1686-461B-8BE6-0680B33EC0B6}" type="pres">
      <dgm:prSet presAssocID="{4C2D2AE9-FDEF-492D-9837-0912068F4D1B}" presName="parTxOnlySpace" presStyleCnt="0"/>
      <dgm:spPr>
        <a:ln>
          <a:noFill/>
        </a:ln>
      </dgm:spPr>
    </dgm:pt>
    <dgm:pt modelId="{3B12C42E-FCE4-47A3-BDAA-E0A86D72ED8B}" type="pres">
      <dgm:prSet presAssocID="{9EF98226-BFB7-4D32-9899-03567500D2A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FC19BE2-F538-47BB-B7D7-33FB7D8BC7AB}" type="pres">
      <dgm:prSet presAssocID="{675DC729-2C29-4602-8821-11375F0EFA89}" presName="parTxOnlySpace" presStyleCnt="0"/>
      <dgm:spPr>
        <a:ln>
          <a:noFill/>
        </a:ln>
      </dgm:spPr>
    </dgm:pt>
    <dgm:pt modelId="{9D90B05B-90BC-4C33-912E-0BA4D8EA5529}" type="pres">
      <dgm:prSet presAssocID="{90084507-E514-459F-A0D7-E88E90EC4649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68E0CE78-0178-4B87-B246-AD3C8E1A521D}" type="pres">
      <dgm:prSet presAssocID="{33F08AA3-EAFD-4B05-92B9-371E683A1F6B}" presName="parTxOnlySpace" presStyleCnt="0"/>
      <dgm:spPr>
        <a:ln>
          <a:noFill/>
        </a:ln>
      </dgm:spPr>
    </dgm:pt>
    <dgm:pt modelId="{891D13F4-88CD-40CD-AA59-CF68CE46AE18}" type="pres">
      <dgm:prSet presAssocID="{648CB789-1476-4847-AA12-12C4A070604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3E8B97A-4719-4D9E-B8A1-E54D1BC44145}" type="presOf" srcId="{AE7ADD0B-6B56-48BE-819F-783ED575FBB7}" destId="{7FC0E1D2-923D-4582-892F-125DCF76B55E}" srcOrd="0" destOrd="0" presId="urn:microsoft.com/office/officeart/2005/8/layout/chevron1"/>
    <dgm:cxn modelId="{7FE6767D-6905-4DBB-8790-65A7BC30882E}" srcId="{AE7ADD0B-6B56-48BE-819F-783ED575FBB7}" destId="{90084507-E514-459F-A0D7-E88E90EC4649}" srcOrd="2" destOrd="0" parTransId="{E08CF9A9-2223-4981-925A-4B60D7A25E24}" sibTransId="{33F08AA3-EAFD-4B05-92B9-371E683A1F6B}"/>
    <dgm:cxn modelId="{E9FF55AA-9BE2-446C-AA5B-81919748B579}" type="presOf" srcId="{B6DBC833-D6B6-4C6A-90F0-6244BB029130}" destId="{523F44EB-2F60-4FB0-A715-F967E559F304}" srcOrd="0" destOrd="0" presId="urn:microsoft.com/office/officeart/2005/8/layout/chevron1"/>
    <dgm:cxn modelId="{BABAC4BE-9205-41C3-A9E1-0B8AA1F8BE68}" type="presOf" srcId="{90084507-E514-459F-A0D7-E88E90EC4649}" destId="{9D90B05B-90BC-4C33-912E-0BA4D8EA5529}" srcOrd="0" destOrd="0" presId="urn:microsoft.com/office/officeart/2005/8/layout/chevron1"/>
    <dgm:cxn modelId="{F508BBC1-AD9E-49EA-96EE-204314552116}" type="presOf" srcId="{9EF98226-BFB7-4D32-9899-03567500D2AB}" destId="{3B12C42E-FCE4-47A3-BDAA-E0A86D72ED8B}" srcOrd="0" destOrd="0" presId="urn:microsoft.com/office/officeart/2005/8/layout/chevron1"/>
    <dgm:cxn modelId="{7FCE13E4-324F-444F-888A-B8D8603F9F13}" srcId="{AE7ADD0B-6B56-48BE-819F-783ED575FBB7}" destId="{B6DBC833-D6B6-4C6A-90F0-6244BB029130}" srcOrd="0" destOrd="0" parTransId="{9F5D900D-0893-42FC-AEDE-FC93E19122E9}" sibTransId="{4C2D2AE9-FDEF-492D-9837-0912068F4D1B}"/>
    <dgm:cxn modelId="{7CAB17E4-5EDE-4670-9168-8F49AC4E5AEC}" srcId="{AE7ADD0B-6B56-48BE-819F-783ED575FBB7}" destId="{9EF98226-BFB7-4D32-9899-03567500D2AB}" srcOrd="1" destOrd="0" parTransId="{826C838F-5DE0-40DD-9BF1-4412AD704AB8}" sibTransId="{675DC729-2C29-4602-8821-11375F0EFA89}"/>
    <dgm:cxn modelId="{235C9AE4-E701-49D5-9B8A-53914D8D19BB}" type="presOf" srcId="{648CB789-1476-4847-AA12-12C4A070604A}" destId="{891D13F4-88CD-40CD-AA59-CF68CE46AE18}" srcOrd="0" destOrd="0" presId="urn:microsoft.com/office/officeart/2005/8/layout/chevron1"/>
    <dgm:cxn modelId="{316827FE-B2A7-4321-9825-C1A391AA4526}" srcId="{AE7ADD0B-6B56-48BE-819F-783ED575FBB7}" destId="{648CB789-1476-4847-AA12-12C4A070604A}" srcOrd="3" destOrd="0" parTransId="{C1C6056E-8542-4E41-B979-5E6357A575E2}" sibTransId="{EEA40698-0E48-4426-8763-E2E6EB36DA53}"/>
    <dgm:cxn modelId="{FDA0CE1F-11F1-40A3-A4EC-7DE1C0ABA830}" type="presParOf" srcId="{7FC0E1D2-923D-4582-892F-125DCF76B55E}" destId="{523F44EB-2F60-4FB0-A715-F967E559F304}" srcOrd="0" destOrd="0" presId="urn:microsoft.com/office/officeart/2005/8/layout/chevron1"/>
    <dgm:cxn modelId="{122FBC7A-D5B7-4142-B9E8-4FF0BF77548B}" type="presParOf" srcId="{7FC0E1D2-923D-4582-892F-125DCF76B55E}" destId="{79409381-1686-461B-8BE6-0680B33EC0B6}" srcOrd="1" destOrd="0" presId="urn:microsoft.com/office/officeart/2005/8/layout/chevron1"/>
    <dgm:cxn modelId="{88E7E968-5439-4110-88BC-7F0387B44DA8}" type="presParOf" srcId="{7FC0E1D2-923D-4582-892F-125DCF76B55E}" destId="{3B12C42E-FCE4-47A3-BDAA-E0A86D72ED8B}" srcOrd="2" destOrd="0" presId="urn:microsoft.com/office/officeart/2005/8/layout/chevron1"/>
    <dgm:cxn modelId="{8482E8D7-F484-4C33-BBC6-0784F624055C}" type="presParOf" srcId="{7FC0E1D2-923D-4582-892F-125DCF76B55E}" destId="{AFC19BE2-F538-47BB-B7D7-33FB7D8BC7AB}" srcOrd="3" destOrd="0" presId="urn:microsoft.com/office/officeart/2005/8/layout/chevron1"/>
    <dgm:cxn modelId="{718A7191-968C-4CEF-870A-15C445809A4F}" type="presParOf" srcId="{7FC0E1D2-923D-4582-892F-125DCF76B55E}" destId="{9D90B05B-90BC-4C33-912E-0BA4D8EA5529}" srcOrd="4" destOrd="0" presId="urn:microsoft.com/office/officeart/2005/8/layout/chevron1"/>
    <dgm:cxn modelId="{4D035BA2-DCC3-434D-A2C6-05297C85C7CA}" type="presParOf" srcId="{7FC0E1D2-923D-4582-892F-125DCF76B55E}" destId="{68E0CE78-0178-4B87-B246-AD3C8E1A521D}" srcOrd="5" destOrd="0" presId="urn:microsoft.com/office/officeart/2005/8/layout/chevron1"/>
    <dgm:cxn modelId="{6FBB6115-919E-48E9-A7C7-EC760095E882}" type="presParOf" srcId="{7FC0E1D2-923D-4582-892F-125DCF76B55E}" destId="{891D13F4-88CD-40CD-AA59-CF68CE46AE1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21" minVer="http://schemas.openxmlformats.org/drawingml/2006/diagram"/>
    </a:ext>
  </dgm:extLst>
</dgm:dataModel>
</file>

<file path=ppt/diagrams/v32_s21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F44EB-2F60-4FB0-A715-F967E559F304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sp:txBody>
      <dsp:txXfrm>
        <a:off x="56693" y="0"/>
        <a:ext cx="2508656" cy="283464"/>
      </dsp:txXfrm>
    </dsp:sp>
    <dsp:sp modelId="{3B12C42E-FCE4-47A3-BDAA-E0A86D72ED8B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sp:txBody>
      <dsp:txXfrm>
        <a:off x="2733599" y="0"/>
        <a:ext cx="2508656" cy="283464"/>
      </dsp:txXfrm>
    </dsp:sp>
    <dsp:sp modelId="{9D90B05B-90BC-4C33-912E-0BA4D8EA5529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sp:txBody>
      <dsp:txXfrm>
        <a:off x="5410505" y="0"/>
        <a:ext cx="2508656" cy="283464"/>
      </dsp:txXfrm>
    </dsp:sp>
    <dsp:sp modelId="{891D13F4-88CD-40CD-AA59-CF68CE46AE18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sp:txBody>
      <dsp:txXfrm>
        <a:off x="8087411" y="0"/>
        <a:ext cx="2508656" cy="283464"/>
      </dsp:txXfrm>
    </dsp:sp>
  </dsp:spTree>
</dsp:drawing>
</file>

<file path=ppt/diagrams/v32_s21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21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22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22_data1.xml><?xml version="1.0" encoding="utf-8"?>
<dgm:dataModel xmlns:dgm="http://schemas.openxmlformats.org/drawingml/2006/diagram" xmlns:a="http://schemas.openxmlformats.org/drawingml/2006/main">
  <dgm:ptLst>
    <dgm:pt modelId="{AE7ADD0B-6B56-48BE-819F-783ED575FBB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B6DBC833-D6B6-4C6A-90F0-6244BB029130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gm:t>
    </dgm:pt>
    <dgm:pt modelId="{9F5D900D-0893-42FC-AEDE-FC93E19122E9}" type="parTrans" cxnId="{7FCE13E4-324F-444F-888A-B8D8603F9F13}">
      <dgm:prSet/>
      <dgm:spPr>
        <a:ln>
          <a:noFill/>
        </a:ln>
      </dgm:spPr>
    </dgm:pt>
    <dgm:pt modelId="{4C2D2AE9-FDEF-492D-9837-0912068F4D1B}" type="sibTrans" cxnId="{7FCE13E4-324F-444F-888A-B8D8603F9F13}">
      <dgm:prSet/>
      <dgm:spPr>
        <a:ln>
          <a:noFill/>
        </a:ln>
      </dgm:spPr>
    </dgm:pt>
    <dgm:pt modelId="{9EF98226-BFB7-4D32-9899-03567500D2A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gm:t>
    </dgm:pt>
    <dgm:pt modelId="{826C838F-5DE0-40DD-9BF1-4412AD704AB8}" type="parTrans" cxnId="{7CAB17E4-5EDE-4670-9168-8F49AC4E5AEC}">
      <dgm:prSet/>
      <dgm:spPr>
        <a:ln>
          <a:noFill/>
        </a:ln>
      </dgm:spPr>
    </dgm:pt>
    <dgm:pt modelId="{675DC729-2C29-4602-8821-11375F0EFA89}" type="sibTrans" cxnId="{7CAB17E4-5EDE-4670-9168-8F49AC4E5AEC}">
      <dgm:prSet/>
      <dgm:spPr>
        <a:ln>
          <a:noFill/>
        </a:ln>
      </dgm:spPr>
    </dgm:pt>
    <dgm:pt modelId="{90084507-E514-459F-A0D7-E88E90EC464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gm:t>
    </dgm:pt>
    <dgm:pt modelId="{E08CF9A9-2223-4981-925A-4B60D7A25E24}" type="parTrans" cxnId="{7FE6767D-6905-4DBB-8790-65A7BC30882E}">
      <dgm:prSet/>
      <dgm:spPr>
        <a:ln>
          <a:noFill/>
        </a:ln>
      </dgm:spPr>
    </dgm:pt>
    <dgm:pt modelId="{33F08AA3-EAFD-4B05-92B9-371E683A1F6B}" type="sibTrans" cxnId="{7FE6767D-6905-4DBB-8790-65A7BC30882E}">
      <dgm:prSet/>
      <dgm:spPr>
        <a:ln>
          <a:noFill/>
        </a:ln>
      </dgm:spPr>
    </dgm:pt>
    <dgm:pt modelId="{648CB789-1476-4847-AA12-12C4A070604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gm:t>
    </dgm:pt>
    <dgm:pt modelId="{C1C6056E-8542-4E41-B979-5E6357A575E2}" type="parTrans" cxnId="{316827FE-B2A7-4321-9825-C1A391AA4526}">
      <dgm:prSet/>
      <dgm:spPr>
        <a:ln>
          <a:noFill/>
        </a:ln>
      </dgm:spPr>
    </dgm:pt>
    <dgm:pt modelId="{EEA40698-0E48-4426-8763-E2E6EB36DA53}" type="sibTrans" cxnId="{316827FE-B2A7-4321-9825-C1A391AA4526}">
      <dgm:prSet/>
      <dgm:spPr>
        <a:ln>
          <a:noFill/>
        </a:ln>
      </dgm:spPr>
    </dgm:pt>
    <dgm:pt modelId="{7FC0E1D2-923D-4582-892F-125DCF76B55E}" type="pres">
      <dgm:prSet presAssocID="{AE7ADD0B-6B56-48BE-819F-783ED575FBB7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23F44EB-2F60-4FB0-A715-F967E559F304}" type="pres">
      <dgm:prSet presAssocID="{B6DBC833-D6B6-4C6A-90F0-6244BB029130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9409381-1686-461B-8BE6-0680B33EC0B6}" type="pres">
      <dgm:prSet presAssocID="{4C2D2AE9-FDEF-492D-9837-0912068F4D1B}" presName="parTxOnlySpace" presStyleCnt="0"/>
      <dgm:spPr>
        <a:ln>
          <a:noFill/>
        </a:ln>
      </dgm:spPr>
    </dgm:pt>
    <dgm:pt modelId="{3B12C42E-FCE4-47A3-BDAA-E0A86D72ED8B}" type="pres">
      <dgm:prSet presAssocID="{9EF98226-BFB7-4D32-9899-03567500D2A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FC19BE2-F538-47BB-B7D7-33FB7D8BC7AB}" type="pres">
      <dgm:prSet presAssocID="{675DC729-2C29-4602-8821-11375F0EFA89}" presName="parTxOnlySpace" presStyleCnt="0"/>
      <dgm:spPr>
        <a:ln>
          <a:noFill/>
        </a:ln>
      </dgm:spPr>
    </dgm:pt>
    <dgm:pt modelId="{9D90B05B-90BC-4C33-912E-0BA4D8EA5529}" type="pres">
      <dgm:prSet presAssocID="{90084507-E514-459F-A0D7-E88E90EC4649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68E0CE78-0178-4B87-B246-AD3C8E1A521D}" type="pres">
      <dgm:prSet presAssocID="{33F08AA3-EAFD-4B05-92B9-371E683A1F6B}" presName="parTxOnlySpace" presStyleCnt="0"/>
      <dgm:spPr>
        <a:ln>
          <a:noFill/>
        </a:ln>
      </dgm:spPr>
    </dgm:pt>
    <dgm:pt modelId="{891D13F4-88CD-40CD-AA59-CF68CE46AE18}" type="pres">
      <dgm:prSet presAssocID="{648CB789-1476-4847-AA12-12C4A070604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3E8B97A-4719-4D9E-B8A1-E54D1BC44145}" type="presOf" srcId="{AE7ADD0B-6B56-48BE-819F-783ED575FBB7}" destId="{7FC0E1D2-923D-4582-892F-125DCF76B55E}" srcOrd="0" destOrd="0" presId="urn:microsoft.com/office/officeart/2005/8/layout/chevron1"/>
    <dgm:cxn modelId="{7FE6767D-6905-4DBB-8790-65A7BC30882E}" srcId="{AE7ADD0B-6B56-48BE-819F-783ED575FBB7}" destId="{90084507-E514-459F-A0D7-E88E90EC4649}" srcOrd="2" destOrd="0" parTransId="{E08CF9A9-2223-4981-925A-4B60D7A25E24}" sibTransId="{33F08AA3-EAFD-4B05-92B9-371E683A1F6B}"/>
    <dgm:cxn modelId="{E9FF55AA-9BE2-446C-AA5B-81919748B579}" type="presOf" srcId="{B6DBC833-D6B6-4C6A-90F0-6244BB029130}" destId="{523F44EB-2F60-4FB0-A715-F967E559F304}" srcOrd="0" destOrd="0" presId="urn:microsoft.com/office/officeart/2005/8/layout/chevron1"/>
    <dgm:cxn modelId="{BABAC4BE-9205-41C3-A9E1-0B8AA1F8BE68}" type="presOf" srcId="{90084507-E514-459F-A0D7-E88E90EC4649}" destId="{9D90B05B-90BC-4C33-912E-0BA4D8EA5529}" srcOrd="0" destOrd="0" presId="urn:microsoft.com/office/officeart/2005/8/layout/chevron1"/>
    <dgm:cxn modelId="{F508BBC1-AD9E-49EA-96EE-204314552116}" type="presOf" srcId="{9EF98226-BFB7-4D32-9899-03567500D2AB}" destId="{3B12C42E-FCE4-47A3-BDAA-E0A86D72ED8B}" srcOrd="0" destOrd="0" presId="urn:microsoft.com/office/officeart/2005/8/layout/chevron1"/>
    <dgm:cxn modelId="{7FCE13E4-324F-444F-888A-B8D8603F9F13}" srcId="{AE7ADD0B-6B56-48BE-819F-783ED575FBB7}" destId="{B6DBC833-D6B6-4C6A-90F0-6244BB029130}" srcOrd="0" destOrd="0" parTransId="{9F5D900D-0893-42FC-AEDE-FC93E19122E9}" sibTransId="{4C2D2AE9-FDEF-492D-9837-0912068F4D1B}"/>
    <dgm:cxn modelId="{7CAB17E4-5EDE-4670-9168-8F49AC4E5AEC}" srcId="{AE7ADD0B-6B56-48BE-819F-783ED575FBB7}" destId="{9EF98226-BFB7-4D32-9899-03567500D2AB}" srcOrd="1" destOrd="0" parTransId="{826C838F-5DE0-40DD-9BF1-4412AD704AB8}" sibTransId="{675DC729-2C29-4602-8821-11375F0EFA89}"/>
    <dgm:cxn modelId="{235C9AE4-E701-49D5-9B8A-53914D8D19BB}" type="presOf" srcId="{648CB789-1476-4847-AA12-12C4A070604A}" destId="{891D13F4-88CD-40CD-AA59-CF68CE46AE18}" srcOrd="0" destOrd="0" presId="urn:microsoft.com/office/officeart/2005/8/layout/chevron1"/>
    <dgm:cxn modelId="{316827FE-B2A7-4321-9825-C1A391AA4526}" srcId="{AE7ADD0B-6B56-48BE-819F-783ED575FBB7}" destId="{648CB789-1476-4847-AA12-12C4A070604A}" srcOrd="3" destOrd="0" parTransId="{C1C6056E-8542-4E41-B979-5E6357A575E2}" sibTransId="{EEA40698-0E48-4426-8763-E2E6EB36DA53}"/>
    <dgm:cxn modelId="{FDA0CE1F-11F1-40A3-A4EC-7DE1C0ABA830}" type="presParOf" srcId="{7FC0E1D2-923D-4582-892F-125DCF76B55E}" destId="{523F44EB-2F60-4FB0-A715-F967E559F304}" srcOrd="0" destOrd="0" presId="urn:microsoft.com/office/officeart/2005/8/layout/chevron1"/>
    <dgm:cxn modelId="{122FBC7A-D5B7-4142-B9E8-4FF0BF77548B}" type="presParOf" srcId="{7FC0E1D2-923D-4582-892F-125DCF76B55E}" destId="{79409381-1686-461B-8BE6-0680B33EC0B6}" srcOrd="1" destOrd="0" presId="urn:microsoft.com/office/officeart/2005/8/layout/chevron1"/>
    <dgm:cxn modelId="{88E7E968-5439-4110-88BC-7F0387B44DA8}" type="presParOf" srcId="{7FC0E1D2-923D-4582-892F-125DCF76B55E}" destId="{3B12C42E-FCE4-47A3-BDAA-E0A86D72ED8B}" srcOrd="2" destOrd="0" presId="urn:microsoft.com/office/officeart/2005/8/layout/chevron1"/>
    <dgm:cxn modelId="{8482E8D7-F484-4C33-BBC6-0784F624055C}" type="presParOf" srcId="{7FC0E1D2-923D-4582-892F-125DCF76B55E}" destId="{AFC19BE2-F538-47BB-B7D7-33FB7D8BC7AB}" srcOrd="3" destOrd="0" presId="urn:microsoft.com/office/officeart/2005/8/layout/chevron1"/>
    <dgm:cxn modelId="{718A7191-968C-4CEF-870A-15C445809A4F}" type="presParOf" srcId="{7FC0E1D2-923D-4582-892F-125DCF76B55E}" destId="{9D90B05B-90BC-4C33-912E-0BA4D8EA5529}" srcOrd="4" destOrd="0" presId="urn:microsoft.com/office/officeart/2005/8/layout/chevron1"/>
    <dgm:cxn modelId="{4D035BA2-DCC3-434D-A2C6-05297C85C7CA}" type="presParOf" srcId="{7FC0E1D2-923D-4582-892F-125DCF76B55E}" destId="{68E0CE78-0178-4B87-B246-AD3C8E1A521D}" srcOrd="5" destOrd="0" presId="urn:microsoft.com/office/officeart/2005/8/layout/chevron1"/>
    <dgm:cxn modelId="{6FBB6115-919E-48E9-A7C7-EC760095E882}" type="presParOf" srcId="{7FC0E1D2-923D-4582-892F-125DCF76B55E}" destId="{891D13F4-88CD-40CD-AA59-CF68CE46AE1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22" minVer="http://schemas.openxmlformats.org/drawingml/2006/diagram"/>
    </a:ext>
  </dgm:extLst>
</dgm:dataModel>
</file>

<file path=ppt/diagrams/v32_s22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F44EB-2F60-4FB0-A715-F967E559F304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sp:txBody>
      <dsp:txXfrm>
        <a:off x="56693" y="0"/>
        <a:ext cx="2508656" cy="283464"/>
      </dsp:txXfrm>
    </dsp:sp>
    <dsp:sp modelId="{3B12C42E-FCE4-47A3-BDAA-E0A86D72ED8B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sp:txBody>
      <dsp:txXfrm>
        <a:off x="2733599" y="0"/>
        <a:ext cx="2508656" cy="283464"/>
      </dsp:txXfrm>
    </dsp:sp>
    <dsp:sp modelId="{9D90B05B-90BC-4C33-912E-0BA4D8EA5529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sp:txBody>
      <dsp:txXfrm>
        <a:off x="5410505" y="0"/>
        <a:ext cx="2508656" cy="283464"/>
      </dsp:txXfrm>
    </dsp:sp>
    <dsp:sp modelId="{891D13F4-88CD-40CD-AA59-CF68CE46AE18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sp:txBody>
      <dsp:txXfrm>
        <a:off x="8087411" y="0"/>
        <a:ext cx="2508656" cy="283464"/>
      </dsp:txXfrm>
    </dsp:sp>
  </dsp:spTree>
</dsp:drawing>
</file>

<file path=ppt/diagrams/v32_s22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22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23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23_data1.xml><?xml version="1.0" encoding="utf-8"?>
<dgm:dataModel xmlns:dgm="http://schemas.openxmlformats.org/drawingml/2006/diagram" xmlns:a="http://schemas.openxmlformats.org/drawingml/2006/main">
  <dgm:ptLst>
    <dgm:pt modelId="{AE7ADD0B-6B56-48BE-819F-783ED575FBB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B6DBC833-D6B6-4C6A-90F0-6244BB029130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gm:t>
    </dgm:pt>
    <dgm:pt modelId="{9F5D900D-0893-42FC-AEDE-FC93E19122E9}" type="parTrans" cxnId="{7FCE13E4-324F-444F-888A-B8D8603F9F13}">
      <dgm:prSet/>
      <dgm:spPr>
        <a:ln>
          <a:noFill/>
        </a:ln>
      </dgm:spPr>
    </dgm:pt>
    <dgm:pt modelId="{4C2D2AE9-FDEF-492D-9837-0912068F4D1B}" type="sibTrans" cxnId="{7FCE13E4-324F-444F-888A-B8D8603F9F13}">
      <dgm:prSet/>
      <dgm:spPr>
        <a:ln>
          <a:noFill/>
        </a:ln>
      </dgm:spPr>
    </dgm:pt>
    <dgm:pt modelId="{9EF98226-BFB7-4D32-9899-03567500D2A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gm:t>
    </dgm:pt>
    <dgm:pt modelId="{826C838F-5DE0-40DD-9BF1-4412AD704AB8}" type="parTrans" cxnId="{7CAB17E4-5EDE-4670-9168-8F49AC4E5AEC}">
      <dgm:prSet/>
      <dgm:spPr>
        <a:ln>
          <a:noFill/>
        </a:ln>
      </dgm:spPr>
    </dgm:pt>
    <dgm:pt modelId="{675DC729-2C29-4602-8821-11375F0EFA89}" type="sibTrans" cxnId="{7CAB17E4-5EDE-4670-9168-8F49AC4E5AEC}">
      <dgm:prSet/>
      <dgm:spPr>
        <a:ln>
          <a:noFill/>
        </a:ln>
      </dgm:spPr>
    </dgm:pt>
    <dgm:pt modelId="{90084507-E514-459F-A0D7-E88E90EC464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gm:t>
    </dgm:pt>
    <dgm:pt modelId="{E08CF9A9-2223-4981-925A-4B60D7A25E24}" type="parTrans" cxnId="{7FE6767D-6905-4DBB-8790-65A7BC30882E}">
      <dgm:prSet/>
      <dgm:spPr>
        <a:ln>
          <a:noFill/>
        </a:ln>
      </dgm:spPr>
    </dgm:pt>
    <dgm:pt modelId="{33F08AA3-EAFD-4B05-92B9-371E683A1F6B}" type="sibTrans" cxnId="{7FE6767D-6905-4DBB-8790-65A7BC30882E}">
      <dgm:prSet/>
      <dgm:spPr>
        <a:ln>
          <a:noFill/>
        </a:ln>
      </dgm:spPr>
    </dgm:pt>
    <dgm:pt modelId="{648CB789-1476-4847-AA12-12C4A070604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gm:t>
    </dgm:pt>
    <dgm:pt modelId="{C1C6056E-8542-4E41-B979-5E6357A575E2}" type="parTrans" cxnId="{316827FE-B2A7-4321-9825-C1A391AA4526}">
      <dgm:prSet/>
      <dgm:spPr>
        <a:ln>
          <a:noFill/>
        </a:ln>
      </dgm:spPr>
    </dgm:pt>
    <dgm:pt modelId="{EEA40698-0E48-4426-8763-E2E6EB36DA53}" type="sibTrans" cxnId="{316827FE-B2A7-4321-9825-C1A391AA4526}">
      <dgm:prSet/>
      <dgm:spPr>
        <a:ln>
          <a:noFill/>
        </a:ln>
      </dgm:spPr>
    </dgm:pt>
    <dgm:pt modelId="{7FC0E1D2-923D-4582-892F-125DCF76B55E}" type="pres">
      <dgm:prSet presAssocID="{AE7ADD0B-6B56-48BE-819F-783ED575FBB7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23F44EB-2F60-4FB0-A715-F967E559F304}" type="pres">
      <dgm:prSet presAssocID="{B6DBC833-D6B6-4C6A-90F0-6244BB029130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9409381-1686-461B-8BE6-0680B33EC0B6}" type="pres">
      <dgm:prSet presAssocID="{4C2D2AE9-FDEF-492D-9837-0912068F4D1B}" presName="parTxOnlySpace" presStyleCnt="0"/>
      <dgm:spPr>
        <a:ln>
          <a:noFill/>
        </a:ln>
      </dgm:spPr>
    </dgm:pt>
    <dgm:pt modelId="{3B12C42E-FCE4-47A3-BDAA-E0A86D72ED8B}" type="pres">
      <dgm:prSet presAssocID="{9EF98226-BFB7-4D32-9899-03567500D2A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FC19BE2-F538-47BB-B7D7-33FB7D8BC7AB}" type="pres">
      <dgm:prSet presAssocID="{675DC729-2C29-4602-8821-11375F0EFA89}" presName="parTxOnlySpace" presStyleCnt="0"/>
      <dgm:spPr>
        <a:ln>
          <a:noFill/>
        </a:ln>
      </dgm:spPr>
    </dgm:pt>
    <dgm:pt modelId="{9D90B05B-90BC-4C33-912E-0BA4D8EA5529}" type="pres">
      <dgm:prSet presAssocID="{90084507-E514-459F-A0D7-E88E90EC4649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68E0CE78-0178-4B87-B246-AD3C8E1A521D}" type="pres">
      <dgm:prSet presAssocID="{33F08AA3-EAFD-4B05-92B9-371E683A1F6B}" presName="parTxOnlySpace" presStyleCnt="0"/>
      <dgm:spPr>
        <a:ln>
          <a:noFill/>
        </a:ln>
      </dgm:spPr>
    </dgm:pt>
    <dgm:pt modelId="{891D13F4-88CD-40CD-AA59-CF68CE46AE18}" type="pres">
      <dgm:prSet presAssocID="{648CB789-1476-4847-AA12-12C4A070604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3E8B97A-4719-4D9E-B8A1-E54D1BC44145}" type="presOf" srcId="{AE7ADD0B-6B56-48BE-819F-783ED575FBB7}" destId="{7FC0E1D2-923D-4582-892F-125DCF76B55E}" srcOrd="0" destOrd="0" presId="urn:microsoft.com/office/officeart/2005/8/layout/chevron1"/>
    <dgm:cxn modelId="{7FE6767D-6905-4DBB-8790-65A7BC30882E}" srcId="{AE7ADD0B-6B56-48BE-819F-783ED575FBB7}" destId="{90084507-E514-459F-A0D7-E88E90EC4649}" srcOrd="2" destOrd="0" parTransId="{E08CF9A9-2223-4981-925A-4B60D7A25E24}" sibTransId="{33F08AA3-EAFD-4B05-92B9-371E683A1F6B}"/>
    <dgm:cxn modelId="{E9FF55AA-9BE2-446C-AA5B-81919748B579}" type="presOf" srcId="{B6DBC833-D6B6-4C6A-90F0-6244BB029130}" destId="{523F44EB-2F60-4FB0-A715-F967E559F304}" srcOrd="0" destOrd="0" presId="urn:microsoft.com/office/officeart/2005/8/layout/chevron1"/>
    <dgm:cxn modelId="{BABAC4BE-9205-41C3-A9E1-0B8AA1F8BE68}" type="presOf" srcId="{90084507-E514-459F-A0D7-E88E90EC4649}" destId="{9D90B05B-90BC-4C33-912E-0BA4D8EA5529}" srcOrd="0" destOrd="0" presId="urn:microsoft.com/office/officeart/2005/8/layout/chevron1"/>
    <dgm:cxn modelId="{F508BBC1-AD9E-49EA-96EE-204314552116}" type="presOf" srcId="{9EF98226-BFB7-4D32-9899-03567500D2AB}" destId="{3B12C42E-FCE4-47A3-BDAA-E0A86D72ED8B}" srcOrd="0" destOrd="0" presId="urn:microsoft.com/office/officeart/2005/8/layout/chevron1"/>
    <dgm:cxn modelId="{7FCE13E4-324F-444F-888A-B8D8603F9F13}" srcId="{AE7ADD0B-6B56-48BE-819F-783ED575FBB7}" destId="{B6DBC833-D6B6-4C6A-90F0-6244BB029130}" srcOrd="0" destOrd="0" parTransId="{9F5D900D-0893-42FC-AEDE-FC93E19122E9}" sibTransId="{4C2D2AE9-FDEF-492D-9837-0912068F4D1B}"/>
    <dgm:cxn modelId="{7CAB17E4-5EDE-4670-9168-8F49AC4E5AEC}" srcId="{AE7ADD0B-6B56-48BE-819F-783ED575FBB7}" destId="{9EF98226-BFB7-4D32-9899-03567500D2AB}" srcOrd="1" destOrd="0" parTransId="{826C838F-5DE0-40DD-9BF1-4412AD704AB8}" sibTransId="{675DC729-2C29-4602-8821-11375F0EFA89}"/>
    <dgm:cxn modelId="{235C9AE4-E701-49D5-9B8A-53914D8D19BB}" type="presOf" srcId="{648CB789-1476-4847-AA12-12C4A070604A}" destId="{891D13F4-88CD-40CD-AA59-CF68CE46AE18}" srcOrd="0" destOrd="0" presId="urn:microsoft.com/office/officeart/2005/8/layout/chevron1"/>
    <dgm:cxn modelId="{316827FE-B2A7-4321-9825-C1A391AA4526}" srcId="{AE7ADD0B-6B56-48BE-819F-783ED575FBB7}" destId="{648CB789-1476-4847-AA12-12C4A070604A}" srcOrd="3" destOrd="0" parTransId="{C1C6056E-8542-4E41-B979-5E6357A575E2}" sibTransId="{EEA40698-0E48-4426-8763-E2E6EB36DA53}"/>
    <dgm:cxn modelId="{FDA0CE1F-11F1-40A3-A4EC-7DE1C0ABA830}" type="presParOf" srcId="{7FC0E1D2-923D-4582-892F-125DCF76B55E}" destId="{523F44EB-2F60-4FB0-A715-F967E559F304}" srcOrd="0" destOrd="0" presId="urn:microsoft.com/office/officeart/2005/8/layout/chevron1"/>
    <dgm:cxn modelId="{122FBC7A-D5B7-4142-B9E8-4FF0BF77548B}" type="presParOf" srcId="{7FC0E1D2-923D-4582-892F-125DCF76B55E}" destId="{79409381-1686-461B-8BE6-0680B33EC0B6}" srcOrd="1" destOrd="0" presId="urn:microsoft.com/office/officeart/2005/8/layout/chevron1"/>
    <dgm:cxn modelId="{88E7E968-5439-4110-88BC-7F0387B44DA8}" type="presParOf" srcId="{7FC0E1D2-923D-4582-892F-125DCF76B55E}" destId="{3B12C42E-FCE4-47A3-BDAA-E0A86D72ED8B}" srcOrd="2" destOrd="0" presId="urn:microsoft.com/office/officeart/2005/8/layout/chevron1"/>
    <dgm:cxn modelId="{8482E8D7-F484-4C33-BBC6-0784F624055C}" type="presParOf" srcId="{7FC0E1D2-923D-4582-892F-125DCF76B55E}" destId="{AFC19BE2-F538-47BB-B7D7-33FB7D8BC7AB}" srcOrd="3" destOrd="0" presId="urn:microsoft.com/office/officeart/2005/8/layout/chevron1"/>
    <dgm:cxn modelId="{718A7191-968C-4CEF-870A-15C445809A4F}" type="presParOf" srcId="{7FC0E1D2-923D-4582-892F-125DCF76B55E}" destId="{9D90B05B-90BC-4C33-912E-0BA4D8EA5529}" srcOrd="4" destOrd="0" presId="urn:microsoft.com/office/officeart/2005/8/layout/chevron1"/>
    <dgm:cxn modelId="{4D035BA2-DCC3-434D-A2C6-05297C85C7CA}" type="presParOf" srcId="{7FC0E1D2-923D-4582-892F-125DCF76B55E}" destId="{68E0CE78-0178-4B87-B246-AD3C8E1A521D}" srcOrd="5" destOrd="0" presId="urn:microsoft.com/office/officeart/2005/8/layout/chevron1"/>
    <dgm:cxn modelId="{6FBB6115-919E-48E9-A7C7-EC760095E882}" type="presParOf" srcId="{7FC0E1D2-923D-4582-892F-125DCF76B55E}" destId="{891D13F4-88CD-40CD-AA59-CF68CE46AE1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23" minVer="http://schemas.openxmlformats.org/drawingml/2006/diagram"/>
    </a:ext>
  </dgm:extLst>
</dgm:dataModel>
</file>

<file path=ppt/diagrams/v32_s23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F44EB-2F60-4FB0-A715-F967E559F304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sp:txBody>
      <dsp:txXfrm>
        <a:off x="56693" y="0"/>
        <a:ext cx="2508656" cy="283464"/>
      </dsp:txXfrm>
    </dsp:sp>
    <dsp:sp modelId="{3B12C42E-FCE4-47A3-BDAA-E0A86D72ED8B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sp:txBody>
      <dsp:txXfrm>
        <a:off x="2733599" y="0"/>
        <a:ext cx="2508656" cy="283464"/>
      </dsp:txXfrm>
    </dsp:sp>
    <dsp:sp modelId="{9D90B05B-90BC-4C33-912E-0BA4D8EA5529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sp:txBody>
      <dsp:txXfrm>
        <a:off x="5410505" y="0"/>
        <a:ext cx="2508656" cy="283464"/>
      </dsp:txXfrm>
    </dsp:sp>
    <dsp:sp modelId="{891D13F4-88CD-40CD-AA59-CF68CE46AE18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sp:txBody>
      <dsp:txXfrm>
        <a:off x="8087411" y="0"/>
        <a:ext cx="2508656" cy="283464"/>
      </dsp:txXfrm>
    </dsp:sp>
  </dsp:spTree>
</dsp:drawing>
</file>

<file path=ppt/diagrams/v32_s23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23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24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24_data1.xml><?xml version="1.0" encoding="utf-8"?>
<dgm:dataModel xmlns:dgm="http://schemas.openxmlformats.org/drawingml/2006/diagram" xmlns:a="http://schemas.openxmlformats.org/drawingml/2006/main">
  <dgm:ptLst>
    <dgm:pt modelId="{AE7ADD0B-6B56-48BE-819F-783ED575FBB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B6DBC833-D6B6-4C6A-90F0-6244BB029130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gm:t>
    </dgm:pt>
    <dgm:pt modelId="{9F5D900D-0893-42FC-AEDE-FC93E19122E9}" type="parTrans" cxnId="{7FCE13E4-324F-444F-888A-B8D8603F9F13}">
      <dgm:prSet/>
      <dgm:spPr>
        <a:ln>
          <a:noFill/>
        </a:ln>
      </dgm:spPr>
    </dgm:pt>
    <dgm:pt modelId="{4C2D2AE9-FDEF-492D-9837-0912068F4D1B}" type="sibTrans" cxnId="{7FCE13E4-324F-444F-888A-B8D8603F9F13}">
      <dgm:prSet/>
      <dgm:spPr>
        <a:ln>
          <a:noFill/>
        </a:ln>
      </dgm:spPr>
    </dgm:pt>
    <dgm:pt modelId="{9EF98226-BFB7-4D32-9899-03567500D2A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gm:t>
    </dgm:pt>
    <dgm:pt modelId="{826C838F-5DE0-40DD-9BF1-4412AD704AB8}" type="parTrans" cxnId="{7CAB17E4-5EDE-4670-9168-8F49AC4E5AEC}">
      <dgm:prSet/>
      <dgm:spPr>
        <a:ln>
          <a:noFill/>
        </a:ln>
      </dgm:spPr>
    </dgm:pt>
    <dgm:pt modelId="{675DC729-2C29-4602-8821-11375F0EFA89}" type="sibTrans" cxnId="{7CAB17E4-5EDE-4670-9168-8F49AC4E5AEC}">
      <dgm:prSet/>
      <dgm:spPr>
        <a:ln>
          <a:noFill/>
        </a:ln>
      </dgm:spPr>
    </dgm:pt>
    <dgm:pt modelId="{90084507-E514-459F-A0D7-E88E90EC464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gm:t>
    </dgm:pt>
    <dgm:pt modelId="{E08CF9A9-2223-4981-925A-4B60D7A25E24}" type="parTrans" cxnId="{7FE6767D-6905-4DBB-8790-65A7BC30882E}">
      <dgm:prSet/>
      <dgm:spPr>
        <a:ln>
          <a:noFill/>
        </a:ln>
      </dgm:spPr>
    </dgm:pt>
    <dgm:pt modelId="{33F08AA3-EAFD-4B05-92B9-371E683A1F6B}" type="sibTrans" cxnId="{7FE6767D-6905-4DBB-8790-65A7BC30882E}">
      <dgm:prSet/>
      <dgm:spPr>
        <a:ln>
          <a:noFill/>
        </a:ln>
      </dgm:spPr>
    </dgm:pt>
    <dgm:pt modelId="{648CB789-1476-4847-AA12-12C4A070604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gm:t>
    </dgm:pt>
    <dgm:pt modelId="{C1C6056E-8542-4E41-B979-5E6357A575E2}" type="parTrans" cxnId="{316827FE-B2A7-4321-9825-C1A391AA4526}">
      <dgm:prSet/>
      <dgm:spPr>
        <a:ln>
          <a:noFill/>
        </a:ln>
      </dgm:spPr>
    </dgm:pt>
    <dgm:pt modelId="{EEA40698-0E48-4426-8763-E2E6EB36DA53}" type="sibTrans" cxnId="{316827FE-B2A7-4321-9825-C1A391AA4526}">
      <dgm:prSet/>
      <dgm:spPr>
        <a:ln>
          <a:noFill/>
        </a:ln>
      </dgm:spPr>
    </dgm:pt>
    <dgm:pt modelId="{7FC0E1D2-923D-4582-892F-125DCF76B55E}" type="pres">
      <dgm:prSet presAssocID="{AE7ADD0B-6B56-48BE-819F-783ED575FBB7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23F44EB-2F60-4FB0-A715-F967E559F304}" type="pres">
      <dgm:prSet presAssocID="{B6DBC833-D6B6-4C6A-90F0-6244BB029130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9409381-1686-461B-8BE6-0680B33EC0B6}" type="pres">
      <dgm:prSet presAssocID="{4C2D2AE9-FDEF-492D-9837-0912068F4D1B}" presName="parTxOnlySpace" presStyleCnt="0"/>
      <dgm:spPr>
        <a:ln>
          <a:noFill/>
        </a:ln>
      </dgm:spPr>
    </dgm:pt>
    <dgm:pt modelId="{3B12C42E-FCE4-47A3-BDAA-E0A86D72ED8B}" type="pres">
      <dgm:prSet presAssocID="{9EF98226-BFB7-4D32-9899-03567500D2A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FC19BE2-F538-47BB-B7D7-33FB7D8BC7AB}" type="pres">
      <dgm:prSet presAssocID="{675DC729-2C29-4602-8821-11375F0EFA89}" presName="parTxOnlySpace" presStyleCnt="0"/>
      <dgm:spPr>
        <a:ln>
          <a:noFill/>
        </a:ln>
      </dgm:spPr>
    </dgm:pt>
    <dgm:pt modelId="{9D90B05B-90BC-4C33-912E-0BA4D8EA5529}" type="pres">
      <dgm:prSet presAssocID="{90084507-E514-459F-A0D7-E88E90EC4649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68E0CE78-0178-4B87-B246-AD3C8E1A521D}" type="pres">
      <dgm:prSet presAssocID="{33F08AA3-EAFD-4B05-92B9-371E683A1F6B}" presName="parTxOnlySpace" presStyleCnt="0"/>
      <dgm:spPr>
        <a:ln>
          <a:noFill/>
        </a:ln>
      </dgm:spPr>
    </dgm:pt>
    <dgm:pt modelId="{891D13F4-88CD-40CD-AA59-CF68CE46AE18}" type="pres">
      <dgm:prSet presAssocID="{648CB789-1476-4847-AA12-12C4A070604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3E8B97A-4719-4D9E-B8A1-E54D1BC44145}" type="presOf" srcId="{AE7ADD0B-6B56-48BE-819F-783ED575FBB7}" destId="{7FC0E1D2-923D-4582-892F-125DCF76B55E}" srcOrd="0" destOrd="0" presId="urn:microsoft.com/office/officeart/2005/8/layout/chevron1"/>
    <dgm:cxn modelId="{7FE6767D-6905-4DBB-8790-65A7BC30882E}" srcId="{AE7ADD0B-6B56-48BE-819F-783ED575FBB7}" destId="{90084507-E514-459F-A0D7-E88E90EC4649}" srcOrd="2" destOrd="0" parTransId="{E08CF9A9-2223-4981-925A-4B60D7A25E24}" sibTransId="{33F08AA3-EAFD-4B05-92B9-371E683A1F6B}"/>
    <dgm:cxn modelId="{E9FF55AA-9BE2-446C-AA5B-81919748B579}" type="presOf" srcId="{B6DBC833-D6B6-4C6A-90F0-6244BB029130}" destId="{523F44EB-2F60-4FB0-A715-F967E559F304}" srcOrd="0" destOrd="0" presId="urn:microsoft.com/office/officeart/2005/8/layout/chevron1"/>
    <dgm:cxn modelId="{BABAC4BE-9205-41C3-A9E1-0B8AA1F8BE68}" type="presOf" srcId="{90084507-E514-459F-A0D7-E88E90EC4649}" destId="{9D90B05B-90BC-4C33-912E-0BA4D8EA5529}" srcOrd="0" destOrd="0" presId="urn:microsoft.com/office/officeart/2005/8/layout/chevron1"/>
    <dgm:cxn modelId="{F508BBC1-AD9E-49EA-96EE-204314552116}" type="presOf" srcId="{9EF98226-BFB7-4D32-9899-03567500D2AB}" destId="{3B12C42E-FCE4-47A3-BDAA-E0A86D72ED8B}" srcOrd="0" destOrd="0" presId="urn:microsoft.com/office/officeart/2005/8/layout/chevron1"/>
    <dgm:cxn modelId="{7FCE13E4-324F-444F-888A-B8D8603F9F13}" srcId="{AE7ADD0B-6B56-48BE-819F-783ED575FBB7}" destId="{B6DBC833-D6B6-4C6A-90F0-6244BB029130}" srcOrd="0" destOrd="0" parTransId="{9F5D900D-0893-42FC-AEDE-FC93E19122E9}" sibTransId="{4C2D2AE9-FDEF-492D-9837-0912068F4D1B}"/>
    <dgm:cxn modelId="{7CAB17E4-5EDE-4670-9168-8F49AC4E5AEC}" srcId="{AE7ADD0B-6B56-48BE-819F-783ED575FBB7}" destId="{9EF98226-BFB7-4D32-9899-03567500D2AB}" srcOrd="1" destOrd="0" parTransId="{826C838F-5DE0-40DD-9BF1-4412AD704AB8}" sibTransId="{675DC729-2C29-4602-8821-11375F0EFA89}"/>
    <dgm:cxn modelId="{235C9AE4-E701-49D5-9B8A-53914D8D19BB}" type="presOf" srcId="{648CB789-1476-4847-AA12-12C4A070604A}" destId="{891D13F4-88CD-40CD-AA59-CF68CE46AE18}" srcOrd="0" destOrd="0" presId="urn:microsoft.com/office/officeart/2005/8/layout/chevron1"/>
    <dgm:cxn modelId="{316827FE-B2A7-4321-9825-C1A391AA4526}" srcId="{AE7ADD0B-6B56-48BE-819F-783ED575FBB7}" destId="{648CB789-1476-4847-AA12-12C4A070604A}" srcOrd="3" destOrd="0" parTransId="{C1C6056E-8542-4E41-B979-5E6357A575E2}" sibTransId="{EEA40698-0E48-4426-8763-E2E6EB36DA53}"/>
    <dgm:cxn modelId="{FDA0CE1F-11F1-40A3-A4EC-7DE1C0ABA830}" type="presParOf" srcId="{7FC0E1D2-923D-4582-892F-125DCF76B55E}" destId="{523F44EB-2F60-4FB0-A715-F967E559F304}" srcOrd="0" destOrd="0" presId="urn:microsoft.com/office/officeart/2005/8/layout/chevron1"/>
    <dgm:cxn modelId="{122FBC7A-D5B7-4142-B9E8-4FF0BF77548B}" type="presParOf" srcId="{7FC0E1D2-923D-4582-892F-125DCF76B55E}" destId="{79409381-1686-461B-8BE6-0680B33EC0B6}" srcOrd="1" destOrd="0" presId="urn:microsoft.com/office/officeart/2005/8/layout/chevron1"/>
    <dgm:cxn modelId="{88E7E968-5439-4110-88BC-7F0387B44DA8}" type="presParOf" srcId="{7FC0E1D2-923D-4582-892F-125DCF76B55E}" destId="{3B12C42E-FCE4-47A3-BDAA-E0A86D72ED8B}" srcOrd="2" destOrd="0" presId="urn:microsoft.com/office/officeart/2005/8/layout/chevron1"/>
    <dgm:cxn modelId="{8482E8D7-F484-4C33-BBC6-0784F624055C}" type="presParOf" srcId="{7FC0E1D2-923D-4582-892F-125DCF76B55E}" destId="{AFC19BE2-F538-47BB-B7D7-33FB7D8BC7AB}" srcOrd="3" destOrd="0" presId="urn:microsoft.com/office/officeart/2005/8/layout/chevron1"/>
    <dgm:cxn modelId="{718A7191-968C-4CEF-870A-15C445809A4F}" type="presParOf" srcId="{7FC0E1D2-923D-4582-892F-125DCF76B55E}" destId="{9D90B05B-90BC-4C33-912E-0BA4D8EA5529}" srcOrd="4" destOrd="0" presId="urn:microsoft.com/office/officeart/2005/8/layout/chevron1"/>
    <dgm:cxn modelId="{4D035BA2-DCC3-434D-A2C6-05297C85C7CA}" type="presParOf" srcId="{7FC0E1D2-923D-4582-892F-125DCF76B55E}" destId="{68E0CE78-0178-4B87-B246-AD3C8E1A521D}" srcOrd="5" destOrd="0" presId="urn:microsoft.com/office/officeart/2005/8/layout/chevron1"/>
    <dgm:cxn modelId="{6FBB6115-919E-48E9-A7C7-EC760095E882}" type="presParOf" srcId="{7FC0E1D2-923D-4582-892F-125DCF76B55E}" destId="{891D13F4-88CD-40CD-AA59-CF68CE46AE1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24" minVer="http://schemas.openxmlformats.org/drawingml/2006/diagram"/>
    </a:ext>
  </dgm:extLst>
</dgm:dataModel>
</file>

<file path=ppt/diagrams/v32_s24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F44EB-2F60-4FB0-A715-F967E559F304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Appendix</a:t>
          </a:r>
        </a:p>
      </dsp:txBody>
      <dsp:txXfrm>
        <a:off x="56693" y="0"/>
        <a:ext cx="2508656" cy="283464"/>
      </dsp:txXfrm>
    </dsp:sp>
    <dsp:sp modelId="{3B12C42E-FCE4-47A3-BDAA-E0A86D72ED8B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Supporting evidence</a:t>
          </a:r>
        </a:p>
      </dsp:txBody>
      <dsp:txXfrm>
        <a:off x="2733599" y="0"/>
        <a:ext cx="2508656" cy="283464"/>
      </dsp:txXfrm>
    </dsp:sp>
    <dsp:sp modelId="{9D90B05B-90BC-4C33-912E-0BA4D8EA5529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Calibration</a:t>
          </a:r>
        </a:p>
      </dsp:txBody>
      <dsp:txXfrm>
        <a:off x="5410505" y="0"/>
        <a:ext cx="2508656" cy="283464"/>
      </dsp:txXfrm>
    </dsp:sp>
    <dsp:sp modelId="{891D13F4-88CD-40CD-AA59-CF68CE46AE18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Reference detail</a:t>
          </a:r>
        </a:p>
      </dsp:txBody>
      <dsp:txXfrm>
        <a:off x="8087411" y="0"/>
        <a:ext cx="2508656" cy="283464"/>
      </dsp:txXfrm>
    </dsp:sp>
  </dsp:spTree>
</dsp:drawing>
</file>

<file path=ppt/diagrams/v32_s24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24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8b4e771c8b41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24f8285dea4b66" /><Relationship Type="http://schemas.openxmlformats.org/officeDocument/2006/relationships/notesMaster" Target="/ppt/notesMasters/notesMaster1.xml" Id="R2d50845f9c3b44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d2b7264ec4c7e" /><Relationship Type="http://schemas.openxmlformats.org/officeDocument/2006/relationships/notesMaster" Target="/ppt/notesMasters/notesMaster1.xml" Id="R05974edb3fd047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498df4d33b446c" /><Relationship Type="http://schemas.openxmlformats.org/officeDocument/2006/relationships/notesMaster" Target="/ppt/notesMasters/notesMaster1.xml" Id="Ra5c577b6e28d44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6899d7aed24818" /><Relationship Type="http://schemas.openxmlformats.org/officeDocument/2006/relationships/notesMaster" Target="/ppt/notesMasters/notesMaster1.xml" Id="Re319a3a34d9445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221747147f4494" /><Relationship Type="http://schemas.openxmlformats.org/officeDocument/2006/relationships/notesMaster" Target="/ppt/notesMasters/notesMaster1.xml" Id="R2644816ad9b7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fb5dbe760d48a2" /><Relationship Type="http://schemas.openxmlformats.org/officeDocument/2006/relationships/notesMaster" Target="/ppt/notesMasters/notesMaster1.xml" Id="R1b93cf51aa944f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aca850054c42a8" /><Relationship Type="http://schemas.openxmlformats.org/officeDocument/2006/relationships/notesMaster" Target="/ppt/notesMasters/notesMaster1.xml" Id="Raafb458879ad45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161360aa9a47c7" /><Relationship Type="http://schemas.openxmlformats.org/officeDocument/2006/relationships/notesMaster" Target="/ppt/notesMasters/notesMaster1.xml" Id="Rba007b39a8bc41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cb014bd9f545d0" /><Relationship Type="http://schemas.openxmlformats.org/officeDocument/2006/relationships/notesMaster" Target="/ppt/notesMasters/notesMaster1.xml" Id="R03c9f01f63be4c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994d7d5093453c" /><Relationship Type="http://schemas.openxmlformats.org/officeDocument/2006/relationships/notesMaster" Target="/ppt/notesMasters/notesMaster1.xml" Id="R694841eea8e247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8b262787c849a8" /><Relationship Type="http://schemas.openxmlformats.org/officeDocument/2006/relationships/notesMaster" Target="/ppt/notesMasters/notesMaster1.xml" Id="Rf1dbf1b20b4e44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dcc57941a5476a" /><Relationship Type="http://schemas.openxmlformats.org/officeDocument/2006/relationships/notesMaster" Target="/ppt/notesMasters/notesMaster1.xml" Id="R1377cbf32e0c41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fbd6b7780645e8" /><Relationship Type="http://schemas.openxmlformats.org/officeDocument/2006/relationships/notesMaster" Target="/ppt/notesMasters/notesMaster1.xml" Id="R5fe57ce33b5443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caf9d6603f48ee" /><Relationship Type="http://schemas.openxmlformats.org/officeDocument/2006/relationships/notesMaster" Target="/ppt/notesMasters/notesMaster1.xml" Id="Rb9612c93f83942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a7f42773964a9d" /><Relationship Type="http://schemas.openxmlformats.org/officeDocument/2006/relationships/notesMaster" Target="/ppt/notesMasters/notesMaster1.xml" Id="R134bf96a068d48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57d9a4c6cc4a71" /><Relationship Type="http://schemas.openxmlformats.org/officeDocument/2006/relationships/notesMaster" Target="/ppt/notesMasters/notesMaster1.xml" Id="R1a3dd828f09647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7934ccff384f98" /><Relationship Type="http://schemas.openxmlformats.org/officeDocument/2006/relationships/notesMaster" Target="/ppt/notesMasters/notesMaster1.xml" Id="R4db55c02bb3d40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c438f4ce6c4748" /><Relationship Type="http://schemas.openxmlformats.org/officeDocument/2006/relationships/notesMaster" Target="/ppt/notesMasters/notesMaster1.xml" Id="Rd1f10753f7d6409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3eac37f3134fed" /><Relationship Type="http://schemas.openxmlformats.org/officeDocument/2006/relationships/notesMaster" Target="/ppt/notesMasters/notesMaster1.xml" Id="Rd9e57c7baa944b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78c3f2bf2b44bfb" /><Relationship Type="http://schemas.openxmlformats.org/officeDocument/2006/relationships/notesMaster" Target="/ppt/notesMasters/notesMaster1.xml" Id="R5389b9874a684b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4dbb661517a4fc6" /><Relationship Type="http://schemas.openxmlformats.org/officeDocument/2006/relationships/notesMaster" Target="/ppt/notesMasters/notesMaster1.xml" Id="R1946ad54d998491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68b609ad884f36" /><Relationship Type="http://schemas.openxmlformats.org/officeDocument/2006/relationships/notesMaster" Target="/ppt/notesMasters/notesMaster1.xml" Id="Rd1c64e2b55b2450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9a66e50e4944195" /><Relationship Type="http://schemas.openxmlformats.org/officeDocument/2006/relationships/notesMaster" Target="/ppt/notesMasters/notesMaster1.xml" Id="Rfdc2d86395f44b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a28aa16031a4a05" /><Relationship Type="http://schemas.openxmlformats.org/officeDocument/2006/relationships/notesMaster" Target="/ppt/notesMasters/notesMaster1.xml" Id="R23b19ca42fb24d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South Africa fuel-market analysis. Sources and assumptions appear on the relevant analytical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 and market-sizing analysis. Demand is estimated; production and capture are planning assumptions. Product reconciliation remains open;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sales 2013–2023; analytical workbook v02. E = estimated 2024–2025. 2030 is the base scenario, not an observed outcome.</a:t>
            </a:r>
          </a:p>
          <a:p xmlns:a="http://schemas.openxmlformats.org/drawingml/2006/main">
            <a:r>
              <a:t>Demand determines consumption, domestic production determines import need, and competing gateways determine Durban’s share.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annual sales, 2013–2023. Estimated 2024–2025: analytical workbook v02. The Department series is used consistently.</a:t>
            </a:r>
          </a:p>
          <a:p xmlns:a="http://schemas.openxmlformats.org/drawingml/2006/main">
            <a:r>
              <a:t>Petrol remains below its earlier level; diesel demand responds more directly to freight, industry and power.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v02, Segments. 2021 energy-balance road volume; 75% of road diesel allocated to freight. Historical sector intensities at current activity.</a:t>
            </a:r>
          </a:p>
          <a:p xmlns:a="http://schemas.openxmlformats.org/drawingml/2006/main">
            <a:r>
              <a:t>Sector-attributed vehicle fuel stays in its sector; the road split is an explicit allocation assumption.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v02, Balance and Supply assumption. National production planning assumption. Original plant-based estimate 10.23bn L retained in appendix.</a:t>
            </a:r>
          </a:p>
          <a:p xmlns:a="http://schemas.openxmlformats.org/drawingml/2006/main">
            <a:r>
              <a:t>5.8bn litres sets the planning case. Aggregate closure does not validate domestic output or its petrol/diesel split.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Stats SA mining/manufacturing indices and agriculture real GVA; mean 2018–2021 fuel intensity. Sector diesel values after 2021 are estimates.</a:t>
            </a:r>
          </a:p>
          <a:p xmlns:a="http://schemas.openxmlformats.org/drawingml/2006/main">
            <a:r>
              <a:t>Sector activity produces different demand paths; applying one GDP growth rate would hide these differences.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Eskom Integrated Report 2025, p141. Fiscal years end in March. Reported series includes diesel and kerosene; private backup consumption is outside this series.</a:t>
            </a:r>
          </a:p>
          <a:p xmlns:a="http://schemas.openxmlformats.org/drawingml/2006/main">
            <a:r>
              <a:t>Power recovery reduces a source of diesel demand created by electricity shortages; the 2030 assumptions are in the appendix.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Stats SA P7162 December 2025 p7; all reported freight. Analytical workbook v02, Evidence.</a:t>
            </a:r>
          </a:p>
          <a:p xmlns:a="http://schemas.openxmlformats.org/drawingml/2006/main">
            <a:r>
              <a:t>Road remains the dominant freight mode; sustained rail recovery could change the diesel required to move goods.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Sasol production metrics FY2025 and FY2026; Glencore annual reports 2024 and 2025; 2025 plant assessment. Fiscal and calendar periods and reporting scopes differ. Restart sensitivities are in the appendix.</a:t>
            </a:r>
          </a:p>
          <a:p xmlns:a="http://schemas.openxmlformats.org/drawingml/2006/main">
            <a:r>
              <a:t>Domestic production can recover or fall independently of demand; actual output and product yields determine the import requirement.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Galp Matola commissioning release, 3 December 2020; Petromoc logistics disclosures; Sasol Mozambique operations; SARS customs, 2022 and 2025. Storage is not annual throughput.</a:t>
            </a:r>
          </a:p>
          <a:p xmlns:a="http://schemas.openxmlformats.org/drawingml/2006/main">
            <a:r>
              <a:t>Matola’s infrastructure creates an alternative supply route; recorded cross-border flows remain much smaller than storage capacity.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v02, Scenarios. Demand-implied gross imports = demand − domestic supply + 2025 exports. Zero stock change; 5.8bn L assumed opening supply.</a:t>
            </a:r>
          </a:p>
          <a:p xmlns:a="http://schemas.openxmlformats.org/drawingml/2006/main">
            <a:r>
              <a:t>The base case balances activity growth against efficiency, rail and power reductions; supply assumptions drive the widest spread.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Market-sizing analysis, October 2026. Capture is total conditional flow, not incremental sales; domestic and other-terminal Lesedi receipts are outside this screen.</a:t>
            </a:r>
          </a:p>
          <a:p xmlns:a="http://schemas.openxmlformats.org/drawingml/2006/main">
            <a:r>
              <a:t>The illustrative unique flow is 2.63bn litres. Adding Lesedi would double-count fuel handled at both sites.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Terminal working-capacity assessment, October 2026. Durban working subset is not the full terminal; access, peaks and current throughput remain open.</a:t>
            </a:r>
          </a:p>
          <a:p xmlns:a="http://schemas.openxmlformats.org/drawingml/2006/main">
            <a:r>
              <a:t>Working-tank arithmetic screens feasibility. Engineering limits and current customer flows determine actual headroom.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 analytical workbook v02: demand assumptions and 5.8bn L domestic production case. Estimates are not reported actuals.</a:t>
            </a:r>
          </a:p>
          <a:p xmlns:a="http://schemas.openxmlformats.org/drawingml/2006/main">
            <a:r>
              <a:t>Next decisions: review the product balance, obtain route quotes and customer commitments, and establish usable capacity at both sites.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v02: calculated power baseline and 2030 retention assumptions. Estimated utility/private scope includes FY proxies and IPP conversion. Scenario endpoints, not forecasts of annual dispatch.</a:t>
            </a:r>
          </a:p>
          <a:p xmlns:a="http://schemas.openxmlformats.org/drawingml/2006/main">
            <a:r>
              <a:t>Improved electricity supply lowers peaking and backup fuel use, even where transport and industrial activity continue to grow.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v02, Driver bridge and scenario assumptions. Shift interpreted as freight tonne-km share. Distances and eligibility remain assumed; cases also vary growth and efficiency.</a:t>
            </a:r>
          </a:p>
          <a:p xmlns:a="http://schemas.openxmlformats.org/drawingml/2006/main">
            <a:r>
              <a:t>These shifts apply to road-freight activity, not the entire diesel market; sector demand and power remain separate.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Refinery production and restart scenario assumptions. Capacity inputs: SAPREF 180kb/d, PetroSA 45kb/d; 70% petrol/diesel yield in restart sensitivities. Dates are not project commitments.</a:t>
            </a:r>
          </a:p>
          <a:p xmlns:a="http://schemas.openxmlformats.org/drawingml/2006/main">
            <a:r>
              <a:t>Restart dates and ramp-up settings are scenario assumptions. Import-terminal operations can compete before refining resumes.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v02, Mozambique. Distances, tariffs, border charges, financing and allocation are illustrative sensitivities, not carrier quotes or confirmed access.</a:t>
            </a:r>
          </a:p>
          <a:p xmlns:a="http://schemas.openxmlformats.org/drawingml/2006/main">
            <a:r>
              <a:t>Mozambique diversion changes the gateway serving demand. It does not reduce South Africa’s national import requirement.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v02, Supply assumption and Balance. Original plant estimate: Secunda 3.95, Natref 2.37, Astron 3.91bn L; 10.23bn total. These do not govern the planning case.</a:t>
            </a:r>
          </a:p>
          <a:p xmlns:a="http://schemas.openxmlformats.org/drawingml/2006/main">
            <a:r>
              <a:t>The 5.8bn L planning case uses the original estimated production mix. Offsetting product differences remain visible; no product allocation is claimed as verified.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2023 sales; analytical workbook v02, Assumptions and Demand history. Activity and efficiency settings are illustrative planning assumptions.</a:t>
            </a:r>
          </a:p>
          <a:p xmlns:a="http://schemas.openxmlformats.org/drawingml/2006/main">
            <a:r>
              <a:t>The assumptions are explicit and editable; EV uptake is not counted again as a separate reduction.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sales through 2023; energy balances and Stats SA activity; Eskom/IPP evidence. All 2025 segment allocations are estimates; other diesel retains an explicit residual.</a:t>
            </a:r>
          </a:p>
          <a:p xmlns:a="http://schemas.openxmlformats.org/drawingml/2006/main">
            <a:r>
              <a:t>Petrol: 8.86bn L. Diesel: 12.13bn L. Total demand falls from 21.94bn L in 2023 to an estimated 20.99bn L in 2025.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Department energy statistics; Stats SA; Eskom; Sasol; Glencore; SARS; Galp; Petromoc. Supporting calculations: analytical workbook v02 and market-sizing workbook.</a:t>
            </a:r>
          </a:p>
          <a:p xmlns:a="http://schemas.openxmlformats.org/drawingml/2006/main">
            <a:r>
              <a:t>Observed data, estimates and scenario assumptions are labelled separately throughout the analysis.</a:t>
            </a:r>
            <a:endParaRPr/>
          </a:p>
          <a:p xmlns:a="http://schemas.openxmlformats.org/drawingml/2006/main">
            <a:r>
              <a:t>Planning baseline: assumed 5.8bn litres of domestic petrol/diesel production; not reported output. Workbook: SA_Fuel_Analytics_2025_Baseline_2026-10-11_v02.xlsx.</a:t>
            </a:r>
            <a:endParaRPr/>
          </a:p>
          <a:p xmlns:a="http://schemas.openxmlformats.org/drawingml/2006/main">
            <a:r>
              <a:t>Mozambique sources: https://www.galp.com/corp/pt/media/comunicados-de-imprensa/comunicado/id/1172 ; https://www.petromoc.co.mz/product-service/logistica/ ; https://sasol.com/our-businesses/energy/gas-sourcing-and-operations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de573cca24248" /><Relationship Type="http://schemas.openxmlformats.org/officeDocument/2006/relationships/image" Target="/ppt/media/image.jpeg" Id="Rfe21c23b376b44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61818188341d5" /><Relationship Type="http://schemas.openxmlformats.org/officeDocument/2006/relationships/image" Target="/ppt/media/image2.jpeg" Id="R6507e25109304be5" /><Relationship Type="http://schemas.openxmlformats.org/officeDocument/2006/relationships/image" Target="/ppt/media/image2.png" Id="Ra0b99bd67a1248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28ef5ce844474" /><Relationship Type="http://schemas.openxmlformats.org/officeDocument/2006/relationships/image" Target="/ppt/media/image2.jpeg" Id="Rd7e56edca9624f00" /><Relationship Type="http://schemas.openxmlformats.org/officeDocument/2006/relationships/image" Target="/ppt/media/image2.png" Id="R5535d76752964b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ff8e5f1ed45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ca14d80614d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38fa967ff4f61" /></Relationships>
</file>

<file path=ppt/slideLayouts/slideLayout1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21c23b376b44c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1"/>
            <a:ext cx="1158875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" y="5137149"/>
            <a:ext cx="49339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7e25109304be5"/>
          <a:srcRect xmlns:a="http://schemas.openxmlformats.org/drawingml/2006/main" l="1233" t="15791" r="178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12700"/>
            <a:ext cx="11588749" cy="5753329"/>
          </a:xfrm>
          <a:prstGeom xmlns:a="http://schemas.openxmlformats.org/drawingml/2006/main" prst="rect">
            <a:avLst/>
          </a:prstGeom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661025"/>
            <a:ext cx="11588749" cy="1200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77800" y="5205413"/>
            <a:ext cx="4933950" cy="16525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5727050"/>
            <a:ext cx="6477000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 xmlns:a="http://schemas.openxmlformats.org/drawingml/2006/main"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4690872"/>
            <a:ext cx="4992624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99bd67a124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814" y="5675739"/>
            <a:ext cx="2518046" cy="5645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56edca9624f00"/>
          <a:srcRect xmlns:a="http://schemas.openxmlformats.org/drawingml/2006/main" l="1233" t="15791" r="178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12700"/>
            <a:ext cx="11588749" cy="5753329"/>
          </a:xfrm>
          <a:prstGeom xmlns:a="http://schemas.openxmlformats.org/drawingml/2006/main" prst="rect">
            <a:avLst/>
          </a:prstGeom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661025"/>
            <a:ext cx="11588749" cy="1200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77800" y="5205413"/>
            <a:ext cx="4933950" cy="16525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 xmlns:a="http://schemas.openxmlformats.org/drawingml/2006/main"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4690872"/>
            <a:ext cx="4992624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5d76752964b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814" y="5675739"/>
            <a:ext cx="2518046" cy="5645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00" y="0"/>
            <a:ext cx="2509074" cy="10350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153" y="0"/>
            <a:ext cx="4299527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00" y="0"/>
            <a:ext cx="2509074" cy="10350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153" y="0"/>
            <a:ext cx="58235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05599" y="6489700"/>
            <a:ext cx="805350" cy="28733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85216"/>
            <a:ext cx="1056132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 xmlns:a="http://schemas.openxmlformats.org/drawingml/2006/main"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4752"/>
            <a:ext cx="1065276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2f4afcfe0604281" /><Relationship Type="http://schemas.openxmlformats.org/officeDocument/2006/relationships/theme" Target="/ppt/slideMasters/theme/theme2.xml" Id="R5f37a2a7b28d4e8a" /><Relationship Type="http://schemas.openxmlformats.org/officeDocument/2006/relationships/slideLayout" Target="/ppt/slideLayouts/slideLayout1.xml" Id="R38585cfa5be14808" /><Relationship Type="http://schemas.openxmlformats.org/officeDocument/2006/relationships/slideLayout" Target="/ppt/slideLayouts/slideLayout2.xml" Id="R357c239d3e3b4b67" /><Relationship Type="http://schemas.openxmlformats.org/officeDocument/2006/relationships/slideLayout" Target="/ppt/slideLayouts/slideLayout3.xml" Id="Rba2a584eb0394c79" /><Relationship Type="http://schemas.openxmlformats.org/officeDocument/2006/relationships/slideLayout" Target="/ppt/slideLayouts/slideLayout4.xml" Id="R66ba3d0ca60f4632" /><Relationship Type="http://schemas.openxmlformats.org/officeDocument/2006/relationships/slideLayout" Target="/ppt/slideLayouts/slideLayout5.xml" Id="R18fba9dfcacb4d5b" /><Relationship Type="http://schemas.openxmlformats.org/officeDocument/2006/relationships/slideLayout" Target="/ppt/slideLayouts/slideLayout6.xml" Id="Rfe59ec47a8c2464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7801" y="368299"/>
            <a:ext cx="11233148" cy="690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7801" y="1233488"/>
            <a:ext cx="11233149" cy="5256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05599" y="6489700"/>
            <a:ext cx="805350" cy="287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4afcfe06042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0" y="6515100"/>
            <a:ext cx="952500" cy="212558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85953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0" bIns="0" anchor="ctr">
            <a:normAutofit/>
          </a:bodyPr>
          <a:lstStyle xmlns:a="http://schemas.openxmlformats.org/drawingml/2006/main"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 xmlns:a="http://schemas.openxmlformats.org/drawingml/2006/main"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065276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585cfa5be14808"/>
    <p:sldLayoutId xmlns:r="http://schemas.openxmlformats.org/officeDocument/2006/relationships" id="2147483650" r:id="R357c239d3e3b4b67"/>
    <p:sldLayoutId xmlns:r="http://schemas.openxmlformats.org/officeDocument/2006/relationships" id="2147483651" r:id="Rba2a584eb0394c79"/>
    <p:sldLayoutId xmlns:r="http://schemas.openxmlformats.org/officeDocument/2006/relationships" id="2147483652" r:id="R66ba3d0ca60f4632"/>
    <p:sldLayoutId xmlns:r="http://schemas.openxmlformats.org/officeDocument/2006/relationships" id="2147483653" r:id="R18fba9dfcacb4d5b"/>
    <p:sldLayoutId xmlns:r="http://schemas.openxmlformats.org/officeDocument/2006/relationships" id="2147483654" r:id="Rfe59ec47a8c24647"/>
  </p:sldLayoutIdLst>
  <p:hf hdr="0" ftr="0" dt="0"/>
  <p:txStyles>
    <p:titleStyle>
      <a:lvl1pPr xmlns:a="http://schemas.openxmlformats.org/drawingml/2006/main"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xmlns:a="http://schemas.openxmlformats.org/drawingml/2006/main" val="F26B43"/>
          </p15:clr>
        </p15:guide>
        <p15:guide id="13" pos="112" userDrawn="1">
          <p15:clr>
            <a:srgbClr xmlns:a="http://schemas.openxmlformats.org/drawingml/2006/main" val="F26B43"/>
          </p15:clr>
        </p15:guide>
        <p15:guide id="14" orient="horz" pos="4269" userDrawn="1">
          <p15:clr>
            <a:srgbClr xmlns:a="http://schemas.openxmlformats.org/drawingml/2006/main" val="F26B43"/>
          </p15:clr>
        </p15:guide>
        <p15:guide id="15" pos="3650" userDrawn="1">
          <p15:clr>
            <a:srgbClr xmlns:a="http://schemas.openxmlformats.org/drawingml/2006/main" val="F26B43"/>
          </p15:clr>
        </p15:guide>
        <p15:guide id="16" pos="7188" userDrawn="1">
          <p15:clr>
            <a:srgbClr xmlns:a="http://schemas.openxmlformats.org/drawingml/2006/main" val="F26B43"/>
          </p15:clr>
        </p15:guide>
        <p15:guide id="17" orient="horz" pos="28" userDrawn="1">
          <p15:clr>
            <a:srgbClr xmlns:a="http://schemas.openxmlformats.org/drawingml/2006/main" val="F26B43"/>
          </p15:clr>
        </p15:guide>
        <p15:guide id="18" orient="horz" pos="686" userDrawn="1">
          <p15:clr>
            <a:srgbClr xmlns:a="http://schemas.openxmlformats.org/drawingml/2006/main" val="F26B43"/>
          </p15:clr>
        </p15:guide>
        <p15:guide id="19" orient="horz" pos="777" userDrawn="1">
          <p15:clr>
            <a:srgbClr xmlns:a="http://schemas.openxmlformats.org/drawingml/2006/main" val="F26B43"/>
          </p15:clr>
        </p15:guide>
        <p15:guide id="20" orient="horz" pos="4088" userDrawn="1">
          <p15:clr>
            <a:srgbClr xmlns:a="http://schemas.openxmlformats.org/drawingml/2006/main" val="F26B43"/>
          </p15:clr>
        </p15:guide>
        <p15:guide id="21" orient="horz" pos="3680" userDrawn="1">
          <p15:clr>
            <a:srgbClr xmlns:a="http://schemas.openxmlformats.org/drawingml/2006/main" val="F26B43"/>
          </p15:clr>
        </p15:guide>
        <p15:guide id="22" orient="horz" pos="3566" userDrawn="1">
          <p15:clr>
            <a:srgbClr xmlns:a="http://schemas.openxmlformats.org/drawingml/2006/main" val="F26B43"/>
          </p15:clr>
        </p15:guide>
        <p15:guide id="23" pos="5805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af5505440b4f7e" /><Relationship Type="http://schemas.openxmlformats.org/officeDocument/2006/relationships/image" Target="/ppt/media/image3.jpeg" Id="R8cc6125718174606" /><Relationship Type="http://schemas.openxmlformats.org/officeDocument/2006/relationships/image" Target="/ppt/media/image3.png" Id="R246a9ec31b8848f7" /><Relationship Type="http://schemas.openxmlformats.org/officeDocument/2006/relationships/notesSlide" Target="/ppt/notesSlides/notesSlide1.xml" Id="R09f108b9640f4d22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d4c8158276a4f33"/><Relationship Type="http://schemas.openxmlformats.org/officeDocument/2006/relationships/notesSlide" Target="/ppt/notesSlides/notesSlide2.xml" Id="R22aee1420d11482a"/><Relationship Id="rIdSmartArt3" Type="http://schemas.openxmlformats.org/officeDocument/2006/relationships/diagramData" Target="../diagrams/v32_s2_data1.xml"/><Relationship Id="rIdSmartArt4" Type="http://schemas.openxmlformats.org/officeDocument/2006/relationships/diagramLayout" Target="../diagrams/v32_s2_layout1.xml"/><Relationship Id="rIdSmartArt5" Type="http://schemas.openxmlformats.org/officeDocument/2006/relationships/diagramQuickStyle" Target="../diagrams/v32_s2_quickStyle1.xml"/><Relationship Id="rIdSmartArt6" Type="http://schemas.openxmlformats.org/officeDocument/2006/relationships/diagramColors" Target="../diagrams/v32_s2_colors1.xml"/><Relationship Id="rIdV32Drawing2" Type="http://schemas.microsoft.com/office/2007/relationships/diagramDrawing" Target="../diagrams/v32_s2_drawing1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2f0d7458c11406c"/><Relationship Type="http://schemas.openxmlformats.org/officeDocument/2006/relationships/chart" Target="/ppt/slides/charts/chart1.xml" Id="Rab8bc0da961043fb"/><Relationship Type="http://schemas.openxmlformats.org/officeDocument/2006/relationships/notesSlide" Target="/ppt/notesSlides/notesSlide3.xml" Id="R842635d404b14322"/><Relationship Id="rIdSmartArt4" Type="http://schemas.openxmlformats.org/officeDocument/2006/relationships/diagramData" Target="../diagrams/v32_s3_data1.xml"/><Relationship Id="rIdSmartArt5" Type="http://schemas.openxmlformats.org/officeDocument/2006/relationships/diagramLayout" Target="../diagrams/v32_s3_layout1.xml"/><Relationship Id="rIdSmartArt6" Type="http://schemas.openxmlformats.org/officeDocument/2006/relationships/diagramQuickStyle" Target="../diagrams/v32_s3_quickStyle1.xml"/><Relationship Id="rIdSmartArt7" Type="http://schemas.openxmlformats.org/officeDocument/2006/relationships/diagramColors" Target="../diagrams/v32_s3_colors1.xml"/><Relationship Id="rIdV32Drawing3" Type="http://schemas.microsoft.com/office/2007/relationships/diagramDrawing" Target="../diagrams/v32_s3_drawing1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c01a8bd6bdc47b5"/><Relationship Type="http://schemas.openxmlformats.org/officeDocument/2006/relationships/chart" Target="/ppt/slides/charts/chart2.xml" Id="Rb78c714e89b84242"/><Relationship Type="http://schemas.openxmlformats.org/officeDocument/2006/relationships/notesSlide" Target="/ppt/notesSlides/notesSlide4.xml" Id="Rd94f2a577cd445e2"/><Relationship Id="rIdSmartArt4" Type="http://schemas.openxmlformats.org/officeDocument/2006/relationships/diagramData" Target="../diagrams/v32_s4_data1.xml"/><Relationship Id="rIdSmartArt5" Type="http://schemas.openxmlformats.org/officeDocument/2006/relationships/diagramLayout" Target="../diagrams/v32_s4_layout1.xml"/><Relationship Id="rIdSmartArt6" Type="http://schemas.openxmlformats.org/officeDocument/2006/relationships/diagramQuickStyle" Target="../diagrams/v32_s4_quickStyle1.xml"/><Relationship Id="rIdSmartArt7" Type="http://schemas.openxmlformats.org/officeDocument/2006/relationships/diagramColors" Target="../diagrams/v32_s4_colors1.xml"/><Relationship Id="rIdV32Drawing4" Type="http://schemas.microsoft.com/office/2007/relationships/diagramDrawing" Target="../diagrams/v32_s4_drawing1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441bb39c8634055"/><Relationship Type="http://schemas.openxmlformats.org/officeDocument/2006/relationships/chart" Target="/ppt/slides/charts/chart3.xml" Id="R7427ba7fbe494e6c"/><Relationship Type="http://schemas.openxmlformats.org/officeDocument/2006/relationships/notesSlide" Target="/ppt/notesSlides/notesSlide5.xml" Id="Ra58420447fa64165"/><Relationship Id="rIdSmartArt4" Type="http://schemas.openxmlformats.org/officeDocument/2006/relationships/diagramData" Target="../diagrams/v32_s5_data1.xml"/><Relationship Id="rIdSmartArt5" Type="http://schemas.openxmlformats.org/officeDocument/2006/relationships/diagramLayout" Target="../diagrams/v32_s5_layout1.xml"/><Relationship Id="rIdSmartArt6" Type="http://schemas.openxmlformats.org/officeDocument/2006/relationships/diagramQuickStyle" Target="../diagrams/v32_s5_quickStyle1.xml"/><Relationship Id="rIdSmartArt7" Type="http://schemas.openxmlformats.org/officeDocument/2006/relationships/diagramColors" Target="../diagrams/v32_s5_colors1.xml"/><Relationship Id="rIdV32Drawing5" Type="http://schemas.microsoft.com/office/2007/relationships/diagramDrawing" Target="../diagrams/v32_s5_drawing1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ff9ef6c48064d58"/><Relationship Type="http://schemas.openxmlformats.org/officeDocument/2006/relationships/notesSlide" Target="/ppt/notesSlides/notesSlide6.xml" Id="Rc862e407de4c4773"/><Relationship Id="rIdSmartArt3" Type="http://schemas.openxmlformats.org/officeDocument/2006/relationships/diagramData" Target="../diagrams/v32_s6_data1.xml"/><Relationship Id="rIdSmartArt4" Type="http://schemas.openxmlformats.org/officeDocument/2006/relationships/diagramLayout" Target="../diagrams/v32_s6_layout1.xml"/><Relationship Id="rIdSmartArt5" Type="http://schemas.openxmlformats.org/officeDocument/2006/relationships/diagramQuickStyle" Target="../diagrams/v32_s6_quickStyle1.xml"/><Relationship Id="rIdSmartArt6" Type="http://schemas.openxmlformats.org/officeDocument/2006/relationships/diagramColors" Target="../diagrams/v32_s6_colors1.xml"/><Relationship Id="rIdV32Drawing6" Type="http://schemas.microsoft.com/office/2007/relationships/diagramDrawing" Target="../diagrams/v32_s6_drawing1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01839f8761b411e"/><Relationship Type="http://schemas.openxmlformats.org/officeDocument/2006/relationships/chart" Target="/ppt/slides/charts/chart4.xml" Id="R5cc2c18a3a05437f"/><Relationship Type="http://schemas.openxmlformats.org/officeDocument/2006/relationships/notesSlide" Target="/ppt/notesSlides/notesSlide7.xml" Id="Re4bff5a6ade040a9"/><Relationship Id="rIdSmartArt4" Type="http://schemas.openxmlformats.org/officeDocument/2006/relationships/diagramData" Target="../diagrams/v32_s7_data1.xml"/><Relationship Id="rIdSmartArt5" Type="http://schemas.openxmlformats.org/officeDocument/2006/relationships/diagramLayout" Target="../diagrams/v32_s7_layout1.xml"/><Relationship Id="rIdSmartArt6" Type="http://schemas.openxmlformats.org/officeDocument/2006/relationships/diagramQuickStyle" Target="../diagrams/v32_s7_quickStyle1.xml"/><Relationship Id="rIdSmartArt7" Type="http://schemas.openxmlformats.org/officeDocument/2006/relationships/diagramColors" Target="../diagrams/v32_s7_colors1.xml"/><Relationship Id="rIdV32Drawing7" Type="http://schemas.microsoft.com/office/2007/relationships/diagramDrawing" Target="../diagrams/v32_s7_drawing1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126a367edc14508"/><Relationship Type="http://schemas.openxmlformats.org/officeDocument/2006/relationships/chart" Target="/ppt/slides/charts/chart5.xml" Id="Rbb23684c5821480c"/><Relationship Type="http://schemas.openxmlformats.org/officeDocument/2006/relationships/notesSlide" Target="/ppt/notesSlides/notesSlide8.xml" Id="Rc2d3db469dc041bc"/><Relationship Id="rIdSmartArt4" Type="http://schemas.openxmlformats.org/officeDocument/2006/relationships/diagramData" Target="../diagrams/v32_s8_data1.xml"/><Relationship Id="rIdSmartArt5" Type="http://schemas.openxmlformats.org/officeDocument/2006/relationships/diagramLayout" Target="../diagrams/v32_s8_layout1.xml"/><Relationship Id="rIdSmartArt6" Type="http://schemas.openxmlformats.org/officeDocument/2006/relationships/diagramQuickStyle" Target="../diagrams/v32_s8_quickStyle1.xml"/><Relationship Id="rIdSmartArt7" Type="http://schemas.openxmlformats.org/officeDocument/2006/relationships/diagramColors" Target="../diagrams/v32_s8_colors1.xml"/><Relationship Id="rIdV32Drawing8" Type="http://schemas.microsoft.com/office/2007/relationships/diagramDrawing" Target="../diagrams/v32_s8_drawing1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ba7835e0e14e30"/><Relationship Type="http://schemas.openxmlformats.org/officeDocument/2006/relationships/chart" Target="/ppt/slides/charts/chart6.xml" Id="Rdcd8e6dc5cab41ab"/><Relationship Type="http://schemas.openxmlformats.org/officeDocument/2006/relationships/notesSlide" Target="/ppt/notesSlides/notesSlide9.xml" Id="R4398b3beb11a4606"/><Relationship Id="rIdSmartArt4" Type="http://schemas.openxmlformats.org/officeDocument/2006/relationships/diagramData" Target="../diagrams/v32_s9_data1.xml"/><Relationship Id="rIdSmartArt5" Type="http://schemas.openxmlformats.org/officeDocument/2006/relationships/diagramLayout" Target="../diagrams/v32_s9_layout1.xml"/><Relationship Id="rIdSmartArt6" Type="http://schemas.openxmlformats.org/officeDocument/2006/relationships/diagramQuickStyle" Target="../diagrams/v32_s9_quickStyle1.xml"/><Relationship Id="rIdSmartArt7" Type="http://schemas.openxmlformats.org/officeDocument/2006/relationships/diagramColors" Target="../diagrams/v32_s9_colors1.xml"/><Relationship Id="rIdV32Drawing9" Type="http://schemas.microsoft.com/office/2007/relationships/diagramDrawing" Target="../diagrams/v32_s9_drawing1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837da0039604808"/><Relationship Type="http://schemas.openxmlformats.org/officeDocument/2006/relationships/notesSlide" Target="/ppt/notesSlides/notesSlide10.xml" Id="R90ea78c3d99c4834"/><Relationship Id="rIdSmartArt3" Type="http://schemas.openxmlformats.org/officeDocument/2006/relationships/diagramData" Target="../diagrams/v32_s10_data1.xml"/><Relationship Id="rIdSmartArt4" Type="http://schemas.openxmlformats.org/officeDocument/2006/relationships/diagramLayout" Target="../diagrams/v32_s10_layout1.xml"/><Relationship Id="rIdSmartArt5" Type="http://schemas.openxmlformats.org/officeDocument/2006/relationships/diagramQuickStyle" Target="../diagrams/v32_s10_quickStyle1.xml"/><Relationship Id="rIdSmartArt6" Type="http://schemas.openxmlformats.org/officeDocument/2006/relationships/diagramColors" Target="../diagrams/v32_s10_colors1.xml"/><Relationship Id="rIdV32Drawing10" Type="http://schemas.microsoft.com/office/2007/relationships/diagramDrawing" Target="../diagrams/v32_s10_drawing1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353be8e8ba04862"/><Relationship Type="http://schemas.openxmlformats.org/officeDocument/2006/relationships/notesSlide" Target="/ppt/notesSlides/notesSlide11.xml" Id="R272ecac7cf6a4a3e"/><Relationship Id="rIdSmartArt3" Type="http://schemas.openxmlformats.org/officeDocument/2006/relationships/diagramData" Target="../diagrams/v32_s11_data1.xml"/><Relationship Id="rIdSmartArt4" Type="http://schemas.openxmlformats.org/officeDocument/2006/relationships/diagramLayout" Target="../diagrams/v32_s11_layout1.xml"/><Relationship Id="rIdSmartArt5" Type="http://schemas.openxmlformats.org/officeDocument/2006/relationships/diagramQuickStyle" Target="../diagrams/v32_s11_quickStyle1.xml"/><Relationship Id="rIdSmartArt6" Type="http://schemas.openxmlformats.org/officeDocument/2006/relationships/diagramColors" Target="../diagrams/v32_s11_colors1.xml"/><Relationship Id="rIdV32Drawing11" Type="http://schemas.microsoft.com/office/2007/relationships/diagramDrawing" Target="../diagrams/v32_s11_drawing1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bc5584880d4b84"/><Relationship Type="http://schemas.openxmlformats.org/officeDocument/2006/relationships/chart" Target="/ppt/slides/charts/chart7.xml" Id="R88f2f96261d54e4e"/><Relationship Type="http://schemas.openxmlformats.org/officeDocument/2006/relationships/notesSlide" Target="/ppt/notesSlides/notesSlide12.xml" Id="Rfd6d5b08b7e841a3"/><Relationship Id="rIdSmartArt4" Type="http://schemas.openxmlformats.org/officeDocument/2006/relationships/diagramData" Target="../diagrams/v32_s12_data1.xml"/><Relationship Id="rIdSmartArt5" Type="http://schemas.openxmlformats.org/officeDocument/2006/relationships/diagramLayout" Target="../diagrams/v32_s12_layout1.xml"/><Relationship Id="rIdSmartArt6" Type="http://schemas.openxmlformats.org/officeDocument/2006/relationships/diagramQuickStyle" Target="../diagrams/v32_s12_quickStyle1.xml"/><Relationship Id="rIdSmartArt7" Type="http://schemas.openxmlformats.org/officeDocument/2006/relationships/diagramColors" Target="../diagrams/v32_s12_colors1.xml"/><Relationship Id="rIdV32Drawing12" Type="http://schemas.microsoft.com/office/2007/relationships/diagramDrawing" Target="../diagrams/v32_s12_drawing1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c7fbe6e838a43db"/><Relationship Type="http://schemas.openxmlformats.org/officeDocument/2006/relationships/notesSlide" Target="/ppt/notesSlides/notesSlide13.xml" Id="R47d7df05e16e4a18"/><Relationship Id="rIdSmartArt3" Type="http://schemas.openxmlformats.org/officeDocument/2006/relationships/diagramData" Target="../diagrams/v32_s13_data1.xml"/><Relationship Id="rIdSmartArt4" Type="http://schemas.openxmlformats.org/officeDocument/2006/relationships/diagramLayout" Target="../diagrams/v32_s13_layout1.xml"/><Relationship Id="rIdSmartArt5" Type="http://schemas.openxmlformats.org/officeDocument/2006/relationships/diagramQuickStyle" Target="../diagrams/v32_s13_quickStyle1.xml"/><Relationship Id="rIdSmartArt6" Type="http://schemas.openxmlformats.org/officeDocument/2006/relationships/diagramColors" Target="../diagrams/v32_s13_colors1.xml"/><Relationship Id="rIdV32Drawing13" Type="http://schemas.microsoft.com/office/2007/relationships/diagramDrawing" Target="../diagrams/v32_s13_drawing1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8b16ab868bd40ed"/><Relationship Type="http://schemas.openxmlformats.org/officeDocument/2006/relationships/notesSlide" Target="/ppt/notesSlides/notesSlide14.xml" Id="R25eb2a1871a547b5"/><Relationship Id="rIdSmartArt3" Type="http://schemas.openxmlformats.org/officeDocument/2006/relationships/diagramData" Target="../diagrams/v32_s14_data1.xml"/><Relationship Id="rIdSmartArt4" Type="http://schemas.openxmlformats.org/officeDocument/2006/relationships/diagramLayout" Target="../diagrams/v32_s14_layout1.xml"/><Relationship Id="rIdSmartArt5" Type="http://schemas.openxmlformats.org/officeDocument/2006/relationships/diagramQuickStyle" Target="../diagrams/v32_s14_quickStyle1.xml"/><Relationship Id="rIdSmartArt6" Type="http://schemas.openxmlformats.org/officeDocument/2006/relationships/diagramColors" Target="../diagrams/v32_s14_colors1.xml"/><Relationship Id="rIdV32Drawing14" Type="http://schemas.microsoft.com/office/2007/relationships/diagramDrawing" Target="../diagrams/v32_s14_drawing1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8856622b38243e2"/><Relationship Type="http://schemas.openxmlformats.org/officeDocument/2006/relationships/notesSlide" Target="/ppt/notesSlides/notesSlide15.xml" Id="Raded06bcef584790"/><Relationship Id="rIdSmartArt3" Type="http://schemas.openxmlformats.org/officeDocument/2006/relationships/diagramData" Target="../diagrams/v32_s15_data1.xml"/><Relationship Id="rIdSmartArt4" Type="http://schemas.openxmlformats.org/officeDocument/2006/relationships/diagramLayout" Target="../diagrams/v32_s15_layout1.xml"/><Relationship Id="rIdSmartArt5" Type="http://schemas.openxmlformats.org/officeDocument/2006/relationships/diagramQuickStyle" Target="../diagrams/v32_s15_quickStyle1.xml"/><Relationship Id="rIdSmartArt6" Type="http://schemas.openxmlformats.org/officeDocument/2006/relationships/diagramColors" Target="../diagrams/v32_s15_colors1.xml"/><Relationship Id="rIdV32Drawing15" Type="http://schemas.microsoft.com/office/2007/relationships/diagramDrawing" Target="../diagrams/v32_s15_drawing1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62a7d3cb54c4e25"/><Relationship Type="http://schemas.openxmlformats.org/officeDocument/2006/relationships/notesSlide" Target="/ppt/notesSlides/notesSlide16.xml" Id="R227897dc5e8c402a"/><Relationship Id="rIdSmartArt3" Type="http://schemas.openxmlformats.org/officeDocument/2006/relationships/diagramData" Target="../diagrams/v32_s16_data1.xml"/><Relationship Id="rIdSmartArt4" Type="http://schemas.openxmlformats.org/officeDocument/2006/relationships/diagramLayout" Target="../diagrams/v32_s16_layout1.xml"/><Relationship Id="rIdSmartArt5" Type="http://schemas.openxmlformats.org/officeDocument/2006/relationships/diagramQuickStyle" Target="../diagrams/v32_s16_quickStyle1.xml"/><Relationship Id="rIdSmartArt6" Type="http://schemas.openxmlformats.org/officeDocument/2006/relationships/diagramColors" Target="../diagrams/v32_s16_colors1.xml"/><Relationship Id="rIdV32Drawing16" Type="http://schemas.microsoft.com/office/2007/relationships/diagramDrawing" Target="../diagrams/v32_s16_drawing1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21db6cdba324718"/><Relationship Type="http://schemas.openxmlformats.org/officeDocument/2006/relationships/chart" Target="/ppt/slides/charts/chart8.xml" Id="R67596f855631470d"/><Relationship Type="http://schemas.openxmlformats.org/officeDocument/2006/relationships/notesSlide" Target="/ppt/notesSlides/notesSlide17.xml" Id="R9a621bffd6964a45"/><Relationship Id="rIdSmartArt4" Type="http://schemas.openxmlformats.org/officeDocument/2006/relationships/diagramData" Target="../diagrams/v32_s17_data1.xml"/><Relationship Id="rIdSmartArt5" Type="http://schemas.openxmlformats.org/officeDocument/2006/relationships/diagramLayout" Target="../diagrams/v32_s17_layout1.xml"/><Relationship Id="rIdSmartArt6" Type="http://schemas.openxmlformats.org/officeDocument/2006/relationships/diagramQuickStyle" Target="../diagrams/v32_s17_quickStyle1.xml"/><Relationship Id="rIdSmartArt7" Type="http://schemas.openxmlformats.org/officeDocument/2006/relationships/diagramColors" Target="../diagrams/v32_s17_colors1.xml"/><Relationship Id="rIdV32Drawing17" Type="http://schemas.microsoft.com/office/2007/relationships/diagramDrawing" Target="../diagrams/v32_s17_drawing1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0aef718f6e14781"/><Relationship Type="http://schemas.openxmlformats.org/officeDocument/2006/relationships/notesSlide" Target="/ppt/notesSlides/notesSlide18.xml" Id="R3f8e0a61620f4a92"/><Relationship Id="rIdSmartArt3" Type="http://schemas.openxmlformats.org/officeDocument/2006/relationships/diagramData" Target="../diagrams/v32_s18_data1.xml"/><Relationship Id="rIdSmartArt4" Type="http://schemas.openxmlformats.org/officeDocument/2006/relationships/diagramLayout" Target="../diagrams/v32_s18_layout1.xml"/><Relationship Id="rIdSmartArt5" Type="http://schemas.openxmlformats.org/officeDocument/2006/relationships/diagramQuickStyle" Target="../diagrams/v32_s18_quickStyle1.xml"/><Relationship Id="rIdSmartArt6" Type="http://schemas.openxmlformats.org/officeDocument/2006/relationships/diagramColors" Target="../diagrams/v32_s18_colors1.xml"/><Relationship Id="rIdV32Drawing18" Type="http://schemas.microsoft.com/office/2007/relationships/diagramDrawing" Target="../diagrams/v32_s18_drawing1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bad04f04cd44243"/><Relationship Type="http://schemas.openxmlformats.org/officeDocument/2006/relationships/notesSlide" Target="/ppt/notesSlides/notesSlide19.xml" Id="Rf3e303ee2b1746a8"/><Relationship Id="rIdSmartArt3" Type="http://schemas.openxmlformats.org/officeDocument/2006/relationships/diagramData" Target="../diagrams/v32_s19_data1.xml"/><Relationship Id="rIdSmartArt4" Type="http://schemas.openxmlformats.org/officeDocument/2006/relationships/diagramLayout" Target="../diagrams/v32_s19_layout1.xml"/><Relationship Id="rIdSmartArt5" Type="http://schemas.openxmlformats.org/officeDocument/2006/relationships/diagramQuickStyle" Target="../diagrams/v32_s19_quickStyle1.xml"/><Relationship Id="rIdSmartArt6" Type="http://schemas.openxmlformats.org/officeDocument/2006/relationships/diagramColors" Target="../diagrams/v32_s19_colors1.xml"/><Relationship Id="rIdV32Drawing19" Type="http://schemas.microsoft.com/office/2007/relationships/diagramDrawing" Target="../diagrams/v32_s19_drawing1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e01f7c0c78840dd"/><Relationship Type="http://schemas.openxmlformats.org/officeDocument/2006/relationships/notesSlide" Target="/ppt/notesSlides/notesSlide20.xml" Id="Reddf0635d23a40d3"/><Relationship Id="rIdSmartArt3" Type="http://schemas.openxmlformats.org/officeDocument/2006/relationships/diagramData" Target="../diagrams/v32_s20_data1.xml"/><Relationship Id="rIdSmartArt4" Type="http://schemas.openxmlformats.org/officeDocument/2006/relationships/diagramLayout" Target="../diagrams/v32_s20_layout1.xml"/><Relationship Id="rIdSmartArt5" Type="http://schemas.openxmlformats.org/officeDocument/2006/relationships/diagramQuickStyle" Target="../diagrams/v32_s20_quickStyle1.xml"/><Relationship Id="rIdSmartArt6" Type="http://schemas.openxmlformats.org/officeDocument/2006/relationships/diagramColors" Target="../diagrams/v32_s20_colors1.xml"/><Relationship Id="rIdV32Drawing20" Type="http://schemas.microsoft.com/office/2007/relationships/diagramDrawing" Target="../diagrams/v32_s20_drawing1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1a0dd1e6a0442cb"/><Relationship Type="http://schemas.openxmlformats.org/officeDocument/2006/relationships/notesSlide" Target="/ppt/notesSlides/notesSlide21.xml" Id="Rfb568ce68520441c"/><Relationship Id="rIdSmartArt3" Type="http://schemas.openxmlformats.org/officeDocument/2006/relationships/diagramData" Target="../diagrams/v32_s21_data1.xml"/><Relationship Id="rIdSmartArt4" Type="http://schemas.openxmlformats.org/officeDocument/2006/relationships/diagramLayout" Target="../diagrams/v32_s21_layout1.xml"/><Relationship Id="rIdSmartArt5" Type="http://schemas.openxmlformats.org/officeDocument/2006/relationships/diagramQuickStyle" Target="../diagrams/v32_s21_quickStyle1.xml"/><Relationship Id="rIdSmartArt6" Type="http://schemas.openxmlformats.org/officeDocument/2006/relationships/diagramColors" Target="../diagrams/v32_s21_colors1.xml"/><Relationship Id="rIdV32Drawing21" Type="http://schemas.microsoft.com/office/2007/relationships/diagramDrawing" Target="../diagrams/v32_s21_drawing1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7f65c15f37b4e92"/><Relationship Type="http://schemas.openxmlformats.org/officeDocument/2006/relationships/notesSlide" Target="/ppt/notesSlides/notesSlide22.xml" Id="R4a4f32e562624020"/><Relationship Id="rIdSmartArt3" Type="http://schemas.openxmlformats.org/officeDocument/2006/relationships/diagramData" Target="../diagrams/v32_s22_data1.xml"/><Relationship Id="rIdSmartArt4" Type="http://schemas.openxmlformats.org/officeDocument/2006/relationships/diagramLayout" Target="../diagrams/v32_s22_layout1.xml"/><Relationship Id="rIdSmartArt5" Type="http://schemas.openxmlformats.org/officeDocument/2006/relationships/diagramQuickStyle" Target="../diagrams/v32_s22_quickStyle1.xml"/><Relationship Id="rIdSmartArt6" Type="http://schemas.openxmlformats.org/officeDocument/2006/relationships/diagramColors" Target="../diagrams/v32_s22_colors1.xml"/><Relationship Id="rIdV32Drawing22" Type="http://schemas.microsoft.com/office/2007/relationships/diagramDrawing" Target="../diagrams/v32_s22_drawing1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84d629e501b4771"/><Relationship Type="http://schemas.openxmlformats.org/officeDocument/2006/relationships/notesSlide" Target="/ppt/notesSlides/notesSlide23.xml" Id="R22328d0a48ed4393"/><Relationship Id="rIdSmartArt3" Type="http://schemas.openxmlformats.org/officeDocument/2006/relationships/diagramData" Target="../diagrams/v32_s23_data1.xml"/><Relationship Id="rIdSmartArt4" Type="http://schemas.openxmlformats.org/officeDocument/2006/relationships/diagramLayout" Target="../diagrams/v32_s23_layout1.xml"/><Relationship Id="rIdSmartArt5" Type="http://schemas.openxmlformats.org/officeDocument/2006/relationships/diagramQuickStyle" Target="../diagrams/v32_s23_quickStyle1.xml"/><Relationship Id="rIdSmartArt6" Type="http://schemas.openxmlformats.org/officeDocument/2006/relationships/diagramColors" Target="../diagrams/v32_s23_colors1.xml"/><Relationship Id="rIdV32Drawing23" Type="http://schemas.microsoft.com/office/2007/relationships/diagramDrawing" Target="../diagrams/v32_s23_drawing1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5d4eb464ed14e1c"/><Relationship Type="http://schemas.openxmlformats.org/officeDocument/2006/relationships/notesSlide" Target="/ppt/notesSlides/notesSlide24.xml" Id="R481eba3f34304f3e"/><Relationship Id="rIdSmartArt3" Type="http://schemas.openxmlformats.org/officeDocument/2006/relationships/diagramData" Target="../diagrams/v32_s24_data1.xml"/><Relationship Id="rIdSmartArt4" Type="http://schemas.openxmlformats.org/officeDocument/2006/relationships/diagramLayout" Target="../diagrams/v32_s24_layout1.xml"/><Relationship Id="rIdSmartArt5" Type="http://schemas.openxmlformats.org/officeDocument/2006/relationships/diagramQuickStyle" Target="../diagrams/v32_s24_quickStyle1.xml"/><Relationship Id="rIdSmartArt6" Type="http://schemas.openxmlformats.org/officeDocument/2006/relationships/diagramColors" Target="../diagrams/v32_s24_colors1.xml"/><Relationship Id="rIdV32Drawing24" Type="http://schemas.microsoft.com/office/2007/relationships/diagramDrawing" Target="../diagrams/v32_s24_drawing1.xml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Total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23.581206783</c:v>
                </c:pt>
                <c:pt idx="1">
                  <c:v>23.505231038</c:v>
                </c:pt>
                <c:pt idx="2">
                  <c:v>24.995848672268</c:v>
                </c:pt>
                <c:pt idx="3">
                  <c:v>23.544626505108</c:v>
                </c:pt>
                <c:pt idx="4">
                  <c:v>23.321328147559</c:v>
                </c:pt>
                <c:pt idx="5">
                  <c:v>23.6803748727</c:v>
                </c:pt>
                <c:pt idx="6">
                  <c:v>23.681839297279</c:v>
                </c:pt>
                <c:pt idx="7">
                  <c:v>20.451428720792</c:v>
                </c:pt>
                <c:pt idx="8">
                  <c:v>22.247366978118</c:v>
                </c:pt>
                <c:pt idx="9">
                  <c:v>21.902196234592</c:v>
                </c:pt>
                <c:pt idx="10">
                  <c:v>21.9444500793</c:v>
                </c:pt>
                <c:pt idx="11">
                  <c:v>22.0811090065646</c:v>
                </c:pt>
                <c:pt idx="12">
                  <c:v>20.9873881970952</c:v>
                </c:pt>
              </c:numCache>
            </c:numRef>
          </c:val>
          <c:smooth val="0"/>
        </c:ser>
        <c:ser>
          <c:idx val="1"/>
          <c:order val="1"/>
          <c:tx>
            <c:v>Petrol</c:v>
          </c:tx>
          <c:spPr>
            <a:solidFill xmlns:a="http://schemas.openxmlformats.org/drawingml/2006/main">
              <a:srgbClr val="6782B4"/>
            </a:solidFill>
            <a:ln xmlns:a="http://schemas.openxmlformats.org/drawingml/2006/main"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11.475709420318</c:v>
                </c:pt>
                <c:pt idx="3">
                  <c:v>11.462252466686</c:v>
                </c:pt>
                <c:pt idx="4">
                  <c:v>11.17408298037</c:v>
                </c:pt>
                <c:pt idx="5">
                  <c:v>11.141630546702</c:v>
                </c:pt>
                <c:pt idx="6">
                  <c:v>10.773208065062</c:v>
                </c:pt>
                <c:pt idx="7">
                  <c:v>8.761470961496</c:v>
                </c:pt>
                <c:pt idx="8">
                  <c:v>9.301584227683</c:v>
                </c:pt>
                <c:pt idx="9">
                  <c:v>9.184869915573</c:v>
                </c:pt>
                <c:pt idx="10">
                  <c:v>9.036950113492</c:v>
                </c:pt>
                <c:pt idx="11">
                  <c:v>8.94590284109857</c:v>
                </c:pt>
                <c:pt idx="12">
                  <c:v>8.8557728699745</c:v>
                </c:pt>
              </c:numCache>
            </c:numRef>
          </c:val>
          <c:smooth val="0"/>
        </c:ser>
        <c:ser>
          <c:idx val="2"/>
          <c:order val="2"/>
          <c:tx>
            <c:v>Diesel</c:v>
          </c:tx>
          <c:spPr>
            <a:solidFill xmlns:a="http://schemas.openxmlformats.org/drawingml/2006/main">
              <a:srgbClr val="868686"/>
            </a:solidFill>
            <a:ln xmlns:a="http://schemas.openxmlformats.org/drawingml/2006/main"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Data'!$F$2:$F$14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12.908631232217</c:v>
                </c:pt>
                <c:pt idx="7">
                  <c:v>11.689957759296</c:v>
                </c:pt>
                <c:pt idx="8">
                  <c:v>12.945782750435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  <a:latin typeface="Lato"/>
                  <a:ea typeface="Lato"/>
                  <a:cs typeface="La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Lato"/>
              <a:ea typeface="Lato"/>
              <a:cs typeface="Lato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Petrol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11.475709420318</c:v>
                </c:pt>
                <c:pt idx="3">
                  <c:v>11.462252466686</c:v>
                </c:pt>
                <c:pt idx="4">
                  <c:v>11.17408298037</c:v>
                </c:pt>
                <c:pt idx="5">
                  <c:v>11.141630546702</c:v>
                </c:pt>
                <c:pt idx="6">
                  <c:v>10.773208065062</c:v>
                </c:pt>
                <c:pt idx="7">
                  <c:v>8.761470961496</c:v>
                </c:pt>
                <c:pt idx="8">
                  <c:v>9.301584227683</c:v>
                </c:pt>
                <c:pt idx="9">
                  <c:v>9.184869915573</c:v>
                </c:pt>
                <c:pt idx="10">
                  <c:v>9.036950113492</c:v>
                </c:pt>
                <c:pt idx="11">
                  <c:v>8.94590284109857</c:v>
                </c:pt>
                <c:pt idx="12">
                  <c:v>8.8557728699745</c:v>
                </c:pt>
              </c:numCache>
            </c:numRef>
          </c:val>
          <c:smooth val="0"/>
        </c:ser>
        <c:ser>
          <c:idx val="1"/>
          <c:order val="1"/>
          <c:tx>
            <c:v>Diesel</c:v>
          </c:tx>
          <c:spPr>
            <a:solidFill xmlns:a="http://schemas.openxmlformats.org/drawingml/2006/main">
              <a:srgbClr val="6782B4"/>
            </a:solidFill>
            <a:ln xmlns:a="http://schemas.openxmlformats.org/drawingml/2006/main"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12.908631232217</c:v>
                </c:pt>
                <c:pt idx="7">
                  <c:v>11.689957759296</c:v>
                </c:pt>
                <c:pt idx="8">
                  <c:v>12.945782750435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  <a:latin typeface="Lato"/>
                  <a:ea typeface="Lato"/>
                  <a:cs typeface="La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Lato"/>
              <a:ea typeface="Lato"/>
              <a:cs typeface="Lato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2025 estimated bn litres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cat>
            <c:strRef>
              <c:f>'Chart Data'!$A$2:$A$10</c:f>
              <c:strCache>
                <c:ptCount val="9"/>
                <c:pt idx="0">
                  <c:v>Manufacturing</c:v>
                </c:pt>
                <c:pt idx="1">
                  <c:v>Other petrol</c:v>
                </c:pt>
                <c:pt idx="2">
                  <c:v>Power</c:v>
                </c:pt>
                <c:pt idx="3">
                  <c:v>Agriculture</c:v>
                </c:pt>
                <c:pt idx="4">
                  <c:v>Mining</c:v>
                </c:pt>
                <c:pt idx="5">
                  <c:v>Other road diesel</c:v>
                </c:pt>
                <c:pt idx="6">
                  <c:v>Other diesel</c:v>
                </c:pt>
                <c:pt idx="7">
                  <c:v>Freight diesel</c:v>
                </c:pt>
                <c:pt idx="8">
                  <c:v>Petrol road</c:v>
                </c:pt>
              </c:strCache>
            </c:strRef>
          </c:cat>
          <c:val>
            <c:numRef>
              <c:f>'Chart Data'!$B$2:$B$10</c:f>
              <c:numCache>
                <c:formatCode>0.00</c:formatCode>
                <c:ptCount val="9"/>
                <c:pt idx="0">
                  <c:v>0.165076180001731</c:v>
                </c:pt>
                <c:pt idx="1">
                  <c:v>0.265673186099235</c:v>
                </c:pt>
                <c:pt idx="2">
                  <c:v>1.08432</c:v>
                </c:pt>
                <c:pt idx="3">
                  <c:v>1.13122469823652</c:v>
                </c:pt>
                <c:pt idx="4">
                  <c:v>1.40634678462176</c:v>
                </c:pt>
                <c:pt idx="5">
                  <c:v>1.60818237079598</c:v>
                </c:pt>
                <c:pt idx="6">
                  <c:v>1.91191818107682</c:v>
                </c:pt>
                <c:pt idx="7">
                  <c:v>4.82454711238794</c:v>
                </c:pt>
                <c:pt idx="8">
                  <c:v>8.59009968387527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Mining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1.39596645708743</c:v>
                </c:pt>
                <c:pt idx="1">
                  <c:v>1.40372043669139</c:v>
                </c:pt>
                <c:pt idx="2">
                  <c:v>1.40634678462176</c:v>
                </c:pt>
              </c:numCache>
            </c:numRef>
          </c:val>
          <c:smooth val="0"/>
        </c:ser>
        <c:ser>
          <c:idx val="1"/>
          <c:order val="1"/>
          <c:tx>
            <c:v>Agriculture</c:v>
          </c:tx>
          <c:spPr>
            <a:solidFill xmlns:a="http://schemas.openxmlformats.org/drawingml/2006/main">
              <a:srgbClr val="6782B4"/>
            </a:solidFill>
            <a:ln xmlns:a="http://schemas.openxmlformats.org/drawingml/2006/main"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</c:v>
                </c:pt>
                <c:pt idx="1">
                  <c:v>0.963340315350475</c:v>
                </c:pt>
                <c:pt idx="2">
                  <c:v>1.13122469823652</c:v>
                </c:pt>
              </c:numCache>
            </c:numRef>
          </c:val>
          <c:smooth val="0"/>
        </c:ser>
        <c:ser>
          <c:idx val="2"/>
          <c:order val="2"/>
          <c:tx>
            <c:v>Manufacturing</c:v>
          </c:tx>
          <c:spPr>
            <a:solidFill xmlns:a="http://schemas.openxmlformats.org/drawingml/2006/main">
              <a:srgbClr val="868686"/>
            </a:solidFill>
            <a:ln xmlns:a="http://schemas.openxmlformats.org/drawingml/2006/main" w="23813">
              <a:solidFill>
                <a:srgbClr val="868686"/>
              </a:solidFill>
            </a:ln>
          </c:spPr>
          <c:marker>
            <c:symbol val="none"/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</c:v>
                </c:pt>
                <c:pt idx="1">
                  <c:v>0.167211107535443</c:v>
                </c:pt>
                <c:pt idx="2">
                  <c:v>0.165076180001731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  <a:latin typeface="Lato"/>
                  <a:ea typeface="Lato"/>
                  <a:cs typeface="La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Lato"/>
              <a:ea typeface="Lato"/>
              <a:cs typeface="Lato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1.1295</c:v>
                </c:pt>
                <c:pt idx="2">
                  <c:v>0.6791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976.468</c:v>
                </c:pt>
              </c:numCache>
            </c:numRef>
          </c:val>
        </c:ser>
        <c:ser>
          <c:idx val="1"/>
          <c:order val="1"/>
          <c:tx>
            <c:v>Rail, million tonnes</c:v>
          </c:tx>
          <c:spPr>
            <a:solidFill xmlns:a="http://schemas.openxmlformats.org/drawingml/2006/main">
              <a:srgbClr val="6782B4"/>
            </a:solidFill>
            <a:ln xmlns:a="http://schemas.openxmlformats.org/drawingml/2006/main" w="23813">
              <a:solidFill>
                <a:srgbClr val="6782B4"/>
              </a:solidFill>
            </a:ln>
          </c:spPr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Lato"/>
              <a:ea typeface="Lato"/>
              <a:cs typeface="Lato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Low imports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16.7358508731652</c:v>
                </c:pt>
                <c:pt idx="1">
                  <c:v>16.1649850898511</c:v>
                </c:pt>
                <c:pt idx="2">
                  <c:v>15.5983645642248</c:v>
                </c:pt>
                <c:pt idx="3">
                  <c:v>15.0359352753671</c:v>
                </c:pt>
                <c:pt idx="4">
                  <c:v>11.644311431365</c:v>
                </c:pt>
                <c:pt idx="5">
                  <c:v>8.25677283009669</c:v>
                </c:pt>
              </c:numCache>
            </c:numRef>
          </c:val>
          <c:smooth val="0"/>
        </c:ser>
        <c:ser>
          <c:idx val="1"/>
          <c:order val="1"/>
          <c:tx>
            <c:v>Base</c:v>
          </c:tx>
          <c:spPr>
            <a:solidFill xmlns:a="http://schemas.openxmlformats.org/drawingml/2006/main">
              <a:srgbClr val="6782B4"/>
            </a:solidFill>
            <a:ln xmlns:a="http://schemas.openxmlformats.org/drawingml/2006/main"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16.7358508731652</c:v>
                </c:pt>
                <c:pt idx="1">
                  <c:v>16.7080359068366</c:v>
                </c:pt>
                <c:pt idx="2">
                  <c:v>16.6810375302384</c:v>
                </c:pt>
                <c:pt idx="3">
                  <c:v>16.6548693095932</c:v>
                </c:pt>
                <c:pt idx="4">
                  <c:v>16.6295450366319</c:v>
                </c:pt>
                <c:pt idx="5">
                  <c:v>16.6050787321592</c:v>
                </c:pt>
              </c:numCache>
            </c:numRef>
          </c:val>
          <c:smooth val="0"/>
        </c:ser>
        <c:ser>
          <c:idx val="2"/>
          <c:order val="2"/>
          <c:tx>
            <c:v>High imports</c:v>
          </c:tx>
          <c:spPr>
            <a:solidFill xmlns:a="http://schemas.openxmlformats.org/drawingml/2006/main">
              <a:srgbClr val="868686"/>
            </a:solidFill>
            <a:ln xmlns:a="http://schemas.openxmlformats.org/drawingml/2006/main" w="23813">
              <a:solidFill>
                <a:srgbClr val="868686"/>
              </a:solidFill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Data'!$F$2:$F$7</c:f>
              <c:numCache>
                <c:formatCode>0.00</c:formatCode>
                <c:ptCount val="6"/>
                <c:pt idx="0">
                  <c:v>16.7358508731652</c:v>
                </c:pt>
                <c:pt idx="1">
                  <c:v>17.3082936211733</c:v>
                </c:pt>
                <c:pt idx="2">
                  <c:v>17.8888406280197</c:v>
                </c:pt>
                <c:pt idx="3">
                  <c:v>18.4776598514453</c:v>
                </c:pt>
                <c:pt idx="4">
                  <c:v>19.0749228043164</c:v>
                </c:pt>
                <c:pt idx="5">
                  <c:v>19.6808046315979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  <a:latin typeface="Lato"/>
                  <a:ea typeface="Lato"/>
                  <a:cs typeface="La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Lato"/>
              <a:ea typeface="Lato"/>
              <a:cs typeface="Lato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Utility and private power</c:v>
          </c:tx>
          <c:spPr>
            <a:solidFill xmlns:a="http://schemas.openxmlformats.org/drawingml/2006/main">
              <a:srgbClr val="0A2373"/>
            </a:solidFill>
            <a:ln xmlns:a="http://schemas.openxmlformats.org/drawingml/2006/main" w="23813">
              <a:solidFill>
                <a:srgbClr val="0A2373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2025 estimate</c:v>
                </c:pt>
                <c:pt idx="1">
                  <c:v>2030 base</c:v>
                </c:pt>
                <c:pt idx="2">
                  <c:v>2030 lower use</c:v>
                </c:pt>
                <c:pt idx="3">
                  <c:v>2030 unchanged use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1.08432</c:v>
                </c:pt>
                <c:pt idx="1">
                  <c:v>0.54216</c:v>
                </c:pt>
                <c:pt idx="2">
                  <c:v>0.379512</c:v>
                </c:pt>
                <c:pt idx="3">
                  <c:v>1.08432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58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6125718174606"/>
          <a:srcRect xmlns:a="http://schemas.openxmlformats.org/drawingml/2006/main" l="21836" t="0" r="21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4375" y="0"/>
            <a:ext cx="5794375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a9ec31b8848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7200"/>
            <a:ext cx="1965960" cy="438614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68880"/>
            <a:ext cx="4709160" cy="16363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  <a:endParaRPr>
              <a:solidFill>
                <a:srgbClr val="FFFFFF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  <a:endParaRPr>
              <a:solidFill>
                <a:srgbClr val="FFFFFF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story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51960"/>
            <a:ext cx="461772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17720"/>
            <a:ext cx="45720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Inland supply, corridor capture and tank turnover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39512"/>
            <a:ext cx="457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Durban–Lesedi corridor into Gauteng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96712"/>
            <a:ext cx="457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053328"/>
            <a:ext cx="4572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Public evidence and illustrative capture cases. Customer access, operating limits and returns remain provisional.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 xmlns:a="http://schemas.openxmlformats.org/drawingml/2006/main"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0" rIns="18288" bIns="0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 remains an import-led fuel market, making customer capture Vopak’s priority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2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15075"/>
            <a:ext cx="10648950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and market-sizing analysis. Demand is estimated; production and capture are planning assumptions. Product reconciliation remains open;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S label">
            <a:extLst xmlns:a="http://schemas.openxmlformats.org/drawingml/2006/main">
              <a:ext uri="{FF2B5EF4-FFF2-40B4-BE49-F238E27FC236}">
                <a16:creationId xmlns:a16="http://schemas.microsoft.com/office/drawing/2014/main" id="{F39B1BED-9B70-4265-A5FB-4D348BAC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SITUATION</a:t>
            </a:r>
          </a:p>
        </p:txBody>
      </p:sp>
      <p:sp>
        <p:nvSpPr>
          <p:cNvPr id="50" name="S answer">
            <a:extLst xmlns:a="http://schemas.openxmlformats.org/drawingml/2006/main">
              <a:ext uri="{FF2B5EF4-FFF2-40B4-BE49-F238E27FC236}">
                <a16:creationId xmlns:a16="http://schemas.microsoft.com/office/drawing/2014/main" id="{1B2BD0AA-0FA1-4D09-AD9E-1030231B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5811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fuel market relies on substantial imports</a:t>
            </a:r>
          </a:p>
        </p:txBody>
      </p:sp>
      <p:sp>
        <p:nvSpPr>
          <p:cNvPr id="51" name="S reference">
            <a:extLst xmlns:a="http://schemas.openxmlformats.org/drawingml/2006/main">
              <a:ext uri="{FF2B5EF4-FFF2-40B4-BE49-F238E27FC236}">
                <a16:creationId xmlns:a16="http://schemas.microsoft.com/office/drawing/2014/main" id="{10EB9688-378C-4E5C-A273-8B3DC946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19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pp3–6, 23</a:t>
            </a:r>
          </a:p>
        </p:txBody>
      </p:sp>
      <p:sp>
        <p:nvSpPr>
          <p:cNvPr id="52" name="S body">
            <a:extLst xmlns:a="http://schemas.openxmlformats.org/drawingml/2006/main">
              <a:ext uri="{FF2B5EF4-FFF2-40B4-BE49-F238E27FC236}">
                <a16:creationId xmlns:a16="http://schemas.microsoft.com/office/drawing/2014/main" id="{3A084815-EBA6-46CE-8EEE-611CE4BE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33575"/>
            <a:ext cx="8963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demand is estimated at 21.0bn litres: 8.9bn petrol and 12.1bn diesel, down from 21.9bn in 2023. Road use dominates. At the assumed 5.8bn litres of domestic production, gross import need is about 16.7bn litres.</a:t>
            </a:r>
          </a:p>
        </p:txBody>
      </p:sp>
      <p:sp>
        <p:nvSpPr>
          <p:cNvPr id="53" name="S divider">
            <a:extLst xmlns:a="http://schemas.openxmlformats.org/drawingml/2006/main">
              <a:ext uri="{FF2B5EF4-FFF2-40B4-BE49-F238E27FC236}">
                <a16:creationId xmlns:a16="http://schemas.microsoft.com/office/drawing/2014/main" id="{3A2703A5-5172-43D2-BB77-34EFD194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4" name="C label">
            <a:extLst xmlns:a="http://schemas.openxmlformats.org/drawingml/2006/main">
              <a:ext uri="{FF2B5EF4-FFF2-40B4-BE49-F238E27FC236}">
                <a16:creationId xmlns:a16="http://schemas.microsoft.com/office/drawing/2014/main" id="{698F2FAB-38E6-4287-AD8F-931C0995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COMPLICATION</a:t>
            </a:r>
          </a:p>
        </p:txBody>
      </p:sp>
      <p:sp>
        <p:nvSpPr>
          <p:cNvPr id="55" name="C answer">
            <a:extLst xmlns:a="http://schemas.openxmlformats.org/drawingml/2006/main">
              <a:ext uri="{FF2B5EF4-FFF2-40B4-BE49-F238E27FC236}">
                <a16:creationId xmlns:a16="http://schemas.microsoft.com/office/drawing/2014/main" id="{79C691F8-D18A-44ED-802B-D9CCFF6C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574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growth supports demand, but fuel use, supply and routes are changing</a:t>
            </a:r>
          </a:p>
        </p:txBody>
      </p:sp>
      <p:sp>
        <p:nvSpPr>
          <p:cNvPr id="56" name="Deep dive label">
            <a:extLst xmlns:a="http://schemas.openxmlformats.org/drawingml/2006/main">
              <a:ext uri="{FF2B5EF4-FFF2-40B4-BE49-F238E27FC236}">
                <a16:creationId xmlns:a16="http://schemas.microsoft.com/office/drawing/2014/main" id="{2EB122FE-7C5F-4A3F-8D9D-D57F9060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574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Deep dive</a:t>
            </a:r>
          </a:p>
        </p:txBody>
      </p:sp>
      <p:sp>
        <p:nvSpPr>
          <p:cNvPr id="57" name="SCR driver 0">
            <a:extLst xmlns:a="http://schemas.openxmlformats.org/drawingml/2006/main">
              <a:ext uri="{FF2B5EF4-FFF2-40B4-BE49-F238E27FC236}">
                <a16:creationId xmlns:a16="http://schemas.microsoft.com/office/drawing/2014/main" id="{06F909C0-3D74-4809-B8AF-A4B26739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480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38" b="1">
                <a:solidFill>
                  <a:srgbClr val="0A2373"/>
                </a:solidFill>
                <a:latin typeface="Lato"/>
                <a:ea typeface="Lato"/>
                <a:cs typeface="Lato"/>
              </a:rPr>
              <a:t>Mining, manufacturing</a:t>
            </a:r>
          </a:p>
          <a:p xmlns:a="http://schemas.openxmlformats.org/drawingml/2006/main">
            <a:pPr>
              <a:defRPr sz="1238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38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and agriculture</a:t>
            </a:r>
          </a:p>
        </p:txBody>
      </p:sp>
      <p:sp>
        <p:nvSpPr>
          <p:cNvPr id="58" name="SCR meaning 0">
            <a:extLst xmlns:a="http://schemas.openxmlformats.org/drawingml/2006/main">
              <a:ext uri="{FF2B5EF4-FFF2-40B4-BE49-F238E27FC236}">
                <a16:creationId xmlns:a16="http://schemas.microsoft.com/office/drawing/2014/main" id="{65D2F5C1-260F-47A0-8793-C64294CF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557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Production, exports and harvests drive diesel use in equipment and freight; sector growth paths differ.</a:t>
            </a:r>
          </a:p>
        </p:txBody>
      </p:sp>
      <p:sp>
        <p:nvSpPr>
          <p:cNvPr id="59" name="SCR pages 0">
            <a:extLst xmlns:a="http://schemas.openxmlformats.org/drawingml/2006/main">
              <a:ext uri="{FF2B5EF4-FFF2-40B4-BE49-F238E27FC236}">
                <a16:creationId xmlns:a16="http://schemas.microsoft.com/office/drawing/2014/main" id="{A0DB4F83-BFD5-49CD-AA39-01BA4EE4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p7</a:t>
            </a:r>
          </a:p>
        </p:txBody>
      </p:sp>
      <p:sp>
        <p:nvSpPr>
          <p:cNvPr id="60" name="SCR row divider 0">
            <a:extLst xmlns:a="http://schemas.openxmlformats.org/drawingml/2006/main">
              <a:ext uri="{FF2B5EF4-FFF2-40B4-BE49-F238E27FC236}">
                <a16:creationId xmlns:a16="http://schemas.microsoft.com/office/drawing/2014/main" id="{B404217F-3E30-424C-A61E-0AA18716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48050"/>
            <a:ext cx="8963025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61" name="SCR driver 1">
            <a:extLst xmlns:a="http://schemas.openxmlformats.org/drawingml/2006/main">
              <a:ext uri="{FF2B5EF4-FFF2-40B4-BE49-F238E27FC236}">
                <a16:creationId xmlns:a16="http://schemas.microsoft.com/office/drawing/2014/main" id="{83691E47-D21E-4380-995E-63813C0F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671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38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Eskom and power</a:t>
            </a:r>
          </a:p>
          <a:p xmlns:a="http://schemas.openxmlformats.org/drawingml/2006/main">
            <a:pPr>
              <a:defRPr sz="1238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38" b="1">
                <a:solidFill>
                  <a:srgbClr val="0A2373"/>
                </a:solidFill>
                <a:latin typeface="Lato"/>
                <a:ea typeface="Lato"/>
                <a:cs typeface="Lato"/>
              </a:rPr>
              <a:t>generation</a:t>
            </a:r>
          </a:p>
        </p:txBody>
      </p:sp>
      <p:sp>
        <p:nvSpPr>
          <p:cNvPr id="62" name="SCR meaning 1">
            <a:extLst xmlns:a="http://schemas.openxmlformats.org/drawingml/2006/main">
              <a:ext uri="{FF2B5EF4-FFF2-40B4-BE49-F238E27FC236}">
                <a16:creationId xmlns:a16="http://schemas.microsoft.com/office/drawing/2014/main" id="{33537F9E-EBFF-4418-B385-A83D80CF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557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Recovery reduces peaking and backup diesel at utilities, mines, factories and farms, while supporting activity.</a:t>
            </a:r>
          </a:p>
        </p:txBody>
      </p:sp>
      <p:sp>
        <p:nvSpPr>
          <p:cNvPr id="63" name="SCR pages 1">
            <a:extLst xmlns:a="http://schemas.openxmlformats.org/drawingml/2006/main">
              <a:ext uri="{FF2B5EF4-FFF2-40B4-BE49-F238E27FC236}">
                <a16:creationId xmlns:a16="http://schemas.microsoft.com/office/drawing/2014/main" id="{2D94F060-FEB3-4BA6-95D8-D9504AA4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671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p8</a:t>
            </a:r>
          </a:p>
        </p:txBody>
      </p:sp>
      <p:sp>
        <p:nvSpPr>
          <p:cNvPr id="64" name="SCR row divider 1">
            <a:extLst xmlns:a="http://schemas.openxmlformats.org/drawingml/2006/main">
              <a:ext uri="{FF2B5EF4-FFF2-40B4-BE49-F238E27FC236}">
                <a16:creationId xmlns:a16="http://schemas.microsoft.com/office/drawing/2014/main" id="{AE7359CE-67A9-4840-BC4E-FDAEE2B9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8963025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65" name="SCR driver 2">
            <a:extLst xmlns:a="http://schemas.openxmlformats.org/drawingml/2006/main">
              <a:ext uri="{FF2B5EF4-FFF2-40B4-BE49-F238E27FC236}">
                <a16:creationId xmlns:a16="http://schemas.microsoft.com/office/drawing/2014/main" id="{C546DE7B-ABB4-4105-9541-3894A652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862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38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Road-to-rail shift and</a:t>
            </a:r>
          </a:p>
          <a:p xmlns:a="http://schemas.openxmlformats.org/drawingml/2006/main">
            <a:pPr>
              <a:defRPr sz="1238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38" b="1">
                <a:solidFill>
                  <a:srgbClr val="0A2373"/>
                </a:solidFill>
                <a:latin typeface="Lato"/>
                <a:ea typeface="Lato"/>
                <a:cs typeface="Lato"/>
              </a:rPr>
              <a:t>vehicle efficiency</a:t>
            </a:r>
          </a:p>
        </p:txBody>
      </p:sp>
      <p:sp>
        <p:nvSpPr>
          <p:cNvPr id="66" name="SCR meaning 2">
            <a:extLst xmlns:a="http://schemas.openxmlformats.org/drawingml/2006/main">
              <a:ext uri="{FF2B5EF4-FFF2-40B4-BE49-F238E27FC236}">
                <a16:creationId xmlns:a16="http://schemas.microsoft.com/office/drawing/2014/main" id="{97A4697A-41EE-4FDB-BB54-A905FD85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86200"/>
            <a:ext cx="557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Moving goods from trucks to rail and improving vehicle efficiency reduce fuel consumed per unit of activity.</a:t>
            </a:r>
          </a:p>
        </p:txBody>
      </p:sp>
      <p:sp>
        <p:nvSpPr>
          <p:cNvPr id="67" name="SCR pages 2">
            <a:extLst xmlns:a="http://schemas.openxmlformats.org/drawingml/2006/main">
              <a:ext uri="{FF2B5EF4-FFF2-40B4-BE49-F238E27FC236}">
                <a16:creationId xmlns:a16="http://schemas.microsoft.com/office/drawing/2014/main" id="{274113AE-760F-4548-98CE-1FEA0E30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862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pp9, 22</a:t>
            </a:r>
          </a:p>
        </p:txBody>
      </p:sp>
      <p:sp>
        <p:nvSpPr>
          <p:cNvPr id="68" name="SCR row divider 2">
            <a:extLst xmlns:a="http://schemas.openxmlformats.org/drawingml/2006/main">
              <a:ext uri="{FF2B5EF4-FFF2-40B4-BE49-F238E27FC236}">
                <a16:creationId xmlns:a16="http://schemas.microsoft.com/office/drawing/2014/main" id="{15F51091-2290-4D77-830B-13FDAB3F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86250"/>
            <a:ext cx="8963025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69" name="SCR driver 3">
            <a:extLst xmlns:a="http://schemas.openxmlformats.org/drawingml/2006/main">
              <a:ext uri="{FF2B5EF4-FFF2-40B4-BE49-F238E27FC236}">
                <a16:creationId xmlns:a16="http://schemas.microsoft.com/office/drawing/2014/main" id="{00533685-DB80-43C0-AA3F-C12EDEE5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053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38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Refineries and domestic</a:t>
            </a:r>
          </a:p>
          <a:p xmlns:a="http://schemas.openxmlformats.org/drawingml/2006/main">
            <a:pPr>
              <a:defRPr sz="1238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38" b="1">
                <a:solidFill>
                  <a:srgbClr val="0A2373"/>
                </a:solidFill>
                <a:latin typeface="Lato"/>
                <a:ea typeface="Lato"/>
                <a:cs typeface="Lato"/>
              </a:rPr>
              <a:t>fuel production</a:t>
            </a:r>
          </a:p>
        </p:txBody>
      </p:sp>
      <p:sp>
        <p:nvSpPr>
          <p:cNvPr id="70" name="SCR meaning 3">
            <a:extLst xmlns:a="http://schemas.openxmlformats.org/drawingml/2006/main">
              <a:ext uri="{FF2B5EF4-FFF2-40B4-BE49-F238E27FC236}">
                <a16:creationId xmlns:a16="http://schemas.microsoft.com/office/drawing/2014/main" id="{3B74B1B6-0720-41FA-B172-E0D65D0C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557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11151A"/>
                </a:solidFill>
                <a:latin typeface="Lato"/>
                <a:ea typeface="Lato"/>
                <a:cs typeface="Lato"/>
              </a:rPr>
              <a:t>Higher output or restarts displace imports relative to the 5.8bn-litre assumption; lower output increases import need.</a:t>
            </a:r>
          </a:p>
        </p:txBody>
      </p:sp>
      <p:sp>
        <p:nvSpPr>
          <p:cNvPr id="71" name="SCR pages 3">
            <a:extLst xmlns:a="http://schemas.openxmlformats.org/drawingml/2006/main">
              <a:ext uri="{FF2B5EF4-FFF2-40B4-BE49-F238E27FC236}">
                <a16:creationId xmlns:a16="http://schemas.microsoft.com/office/drawing/2014/main" id="{D26AAE33-BD96-466E-BA6E-A1E4D7D7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053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p10</a:t>
            </a:r>
          </a:p>
        </p:txBody>
      </p:sp>
      <p:sp>
        <p:nvSpPr>
          <p:cNvPr id="72" name="SCR row divider 3">
            <a:extLst xmlns:a="http://schemas.openxmlformats.org/drawingml/2006/main">
              <a:ext uri="{FF2B5EF4-FFF2-40B4-BE49-F238E27FC236}">
                <a16:creationId xmlns:a16="http://schemas.microsoft.com/office/drawing/2014/main" id="{4910448D-F21F-4DED-8596-14460122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05350"/>
            <a:ext cx="8963025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73" name="SCR driver 4">
            <a:extLst xmlns:a="http://schemas.openxmlformats.org/drawingml/2006/main">
              <a:ext uri="{FF2B5EF4-FFF2-40B4-BE49-F238E27FC236}">
                <a16:creationId xmlns:a16="http://schemas.microsoft.com/office/drawing/2014/main" id="{D2CF1E7F-366A-46CB-A380-A5D74A4A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244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38" b="1">
                <a:solidFill>
                  <a:srgbClr val="0A2373"/>
                </a:solidFill>
                <a:latin typeface="Lato"/>
                <a:ea typeface="Lato"/>
                <a:cs typeface="Lato"/>
              </a:rPr>
              <a:t>Matola and inland routes</a:t>
            </a:r>
          </a:p>
        </p:txBody>
      </p:sp>
      <p:sp>
        <p:nvSpPr>
          <p:cNvPr id="74" name="SCR meaning 4">
            <a:extLst xmlns:a="http://schemas.openxmlformats.org/drawingml/2006/main">
              <a:ext uri="{FF2B5EF4-FFF2-40B4-BE49-F238E27FC236}">
                <a16:creationId xmlns:a16="http://schemas.microsoft.com/office/drawing/2014/main" id="{9F11E920-6B08-40CB-A380-CD726F62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24400"/>
            <a:ext cx="557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Matola provides an alternative gateway for inland supply; delivered cost, reliability and access determine its reach.</a:t>
            </a:r>
          </a:p>
        </p:txBody>
      </p:sp>
      <p:sp>
        <p:nvSpPr>
          <p:cNvPr id="75" name="SCR pages 4">
            <a:extLst xmlns:a="http://schemas.openxmlformats.org/drawingml/2006/main">
              <a:ext uri="{FF2B5EF4-FFF2-40B4-BE49-F238E27FC236}">
                <a16:creationId xmlns:a16="http://schemas.microsoft.com/office/drawing/2014/main" id="{29D591DE-FAA0-40D1-A28B-2059C9DA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244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p11</a:t>
            </a:r>
          </a:p>
        </p:txBody>
      </p:sp>
      <p:sp>
        <p:nvSpPr>
          <p:cNvPr id="76" name="C divider">
            <a:extLst xmlns:a="http://schemas.openxmlformats.org/drawingml/2006/main">
              <a:ext uri="{FF2B5EF4-FFF2-40B4-BE49-F238E27FC236}">
                <a16:creationId xmlns:a16="http://schemas.microsoft.com/office/drawing/2014/main" id="{23C20AA0-B5D5-4D87-8FA7-5C77F970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77" name="R label">
            <a:extLst xmlns:a="http://schemas.openxmlformats.org/drawingml/2006/main">
              <a:ext uri="{FF2B5EF4-FFF2-40B4-BE49-F238E27FC236}">
                <a16:creationId xmlns:a16="http://schemas.microsoft.com/office/drawing/2014/main" id="{DB8320AB-F9C6-44AF-BB71-7C569A39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RESOLUTION</a:t>
            </a:r>
          </a:p>
        </p:txBody>
      </p:sp>
      <p:sp>
        <p:nvSpPr>
          <p:cNvPr id="78" name="R answer">
            <a:extLst xmlns:a="http://schemas.openxmlformats.org/drawingml/2006/main">
              <a:ext uri="{FF2B5EF4-FFF2-40B4-BE49-F238E27FC236}">
                <a16:creationId xmlns:a16="http://schemas.microsoft.com/office/drawing/2014/main" id="{27BAA3BF-1476-45D8-A636-ED018659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48275"/>
            <a:ext cx="7953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Vopak should secure customer capture before expanding</a:t>
            </a:r>
          </a:p>
        </p:txBody>
      </p:sp>
      <p:sp>
        <p:nvSpPr>
          <p:cNvPr id="79" name="R reference">
            <a:extLst xmlns:a="http://schemas.openxmlformats.org/drawingml/2006/main">
              <a:ext uri="{FF2B5EF4-FFF2-40B4-BE49-F238E27FC236}">
                <a16:creationId xmlns:a16="http://schemas.microsoft.com/office/drawing/2014/main" id="{C4378BE4-57D5-47A1-A842-21456A82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863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pp12–15</a:t>
            </a:r>
          </a:p>
        </p:txBody>
      </p:sp>
      <p:sp>
        <p:nvSpPr>
          <p:cNvPr id="80" name="R body">
            <a:extLst xmlns:a="http://schemas.openxmlformats.org/drawingml/2006/main">
              <a:ext uri="{FF2B5EF4-FFF2-40B4-BE49-F238E27FC236}">
                <a16:creationId xmlns:a16="http://schemas.microsoft.com/office/drawing/2014/main" id="{70D6E820-90FE-4681-ABA9-FDAFB865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91175"/>
            <a:ext cx="8963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 imports remain about 16.6bn litres in 2030. Illustrative capture is 2.63bn litres through Durban, including 1.32bn onward through Lesedi within the same flow; this fits the preliminary working-tank screen.</a:t>
            </a:r>
          </a:p>
        </p:txBody>
      </p:sp>
      <p:sp>
        <p:nvSpPr>
          <p:cNvPr id="81" name="R decision">
            <a:extLst xmlns:a="http://schemas.openxmlformats.org/drawingml/2006/main">
              <a:ext uri="{FF2B5EF4-FFF2-40B4-BE49-F238E27FC236}">
                <a16:creationId xmlns:a16="http://schemas.microsoft.com/office/drawing/2014/main" id="{2B63C3A3-EBD3-4787-A2B7-4F5A9391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038850"/>
            <a:ext cx="8963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requires secured incremental volumes and a demonstrated capacity shortfall.</a:t>
            </a:r>
          </a:p>
        </p:txBody>
      </p:sp>
      <p:graphicFrame xmlns:a="http://schemas.openxmlformats.org/drawingml/2006/main">
        <p:nvGraphicFramePr>
          <p:cNvPr id="5002" name="brand-pptx section navigation">
            <a:extLst>
              <a:ext uri="{FF2B5EF4-FFF2-40B4-BE49-F238E27FC236}">
                <a16:creationId xmlns:a16="http://schemas.microsoft.com/office/drawing/2014/main" id="{D8E95ECE-F5D1-9248-0AF4-D9752CBAA7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8272806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Fuel demand has eased to 21.0bn litres and stays broadly flat through 2030 in the base case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3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sales 2013–2023; analytical workbook v02. E = estimated 2024–2025. 2030 is the base scenario, not an observed outcome.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Chart heading">
            <a:extLst xmlns:a="http://schemas.openxmlformats.org/drawingml/2006/main">
              <a:ext uri="{FF2B5EF4-FFF2-40B4-BE49-F238E27FC236}">
                <a16:creationId xmlns:a16="http://schemas.microsoft.com/office/drawing/2014/main" id="{FAD2856F-55B5-4A8C-B4E0-FAB51773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23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National fuel demand, 2013–2025</a:t>
            </a:r>
          </a:p>
        </p:txBody>
      </p:sp>
      <p:sp>
        <p:nvSpPr>
          <p:cNvPr id="50" name="Chart header rule">
            <a:extLst xmlns:a="http://schemas.openxmlformats.org/drawingml/2006/main">
              <a:ext uri="{FF2B5EF4-FFF2-40B4-BE49-F238E27FC236}">
                <a16:creationId xmlns:a16="http://schemas.microsoft.com/office/drawing/2014/main" id="{0B625D62-5F62-4CE1-A1BA-27E6883F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1" name="Insight header rule">
            <a:extLst xmlns:a="http://schemas.openxmlformats.org/drawingml/2006/main">
              <a:ext uri="{FF2B5EF4-FFF2-40B4-BE49-F238E27FC236}">
                <a16:creationId xmlns:a16="http://schemas.microsoft.com/office/drawing/2014/main" id="{25BEA755-C3AB-4B35-A7A8-1F177044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2" name="Chart divider">
            <a:extLst xmlns:a="http://schemas.openxmlformats.org/drawingml/2006/main">
              <a:ext uri="{FF2B5EF4-FFF2-40B4-BE49-F238E27FC236}">
                <a16:creationId xmlns:a16="http://schemas.microsoft.com/office/drawing/2014/main" id="{36DA4273-79FD-47FE-B66B-D0936B92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457200" y="2247900"/>
          <a:ext xmlns:a="http://schemas.openxmlformats.org/drawingml/2006/main" cx="7334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8bc0da961043fb"/>
          </a:graphicData>
        </a:graphic>
      </p:graphicFrame>
      <p:sp>
        <p:nvSpPr>
          <p:cNvPr id="54" name="Chart unit">
            <a:extLst xmlns:a="http://schemas.openxmlformats.org/drawingml/2006/main">
              <a:ext uri="{FF2B5EF4-FFF2-40B4-BE49-F238E27FC236}">
                <a16:creationId xmlns:a16="http://schemas.microsoft.com/office/drawing/2014/main" id="{59297F54-FBDE-49AF-80EA-5A4DBE80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55" name="Chart insight header">
            <a:extLst xmlns:a="http://schemas.openxmlformats.org/drawingml/2006/main">
              <a:ext uri="{FF2B5EF4-FFF2-40B4-BE49-F238E27FC236}">
                <a16:creationId xmlns:a16="http://schemas.microsoft.com/office/drawing/2014/main" id="{46D4FDC3-37C2-4C43-8387-BA3A5DC4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Five drivers of the outlook</a:t>
            </a:r>
          </a:p>
        </p:txBody>
      </p:sp>
      <p:sp>
        <p:nvSpPr>
          <p:cNvPr id="56" name="Chart insights">
            <a:extLst xmlns:a="http://schemas.openxmlformats.org/drawingml/2006/main">
              <a:ext uri="{FF2B5EF4-FFF2-40B4-BE49-F238E27FC236}">
                <a16:creationId xmlns:a16="http://schemas.microsoft.com/office/drawing/2014/main" id="{3CF76D96-6AD1-4EB0-AC63-2C2A002A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95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Sectors: activity supports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recovery lowers power fuel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Road-to-rail and efficiency reduce road fuel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Refineries: recovery displaces imports.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Matola: an alternative gateway competes for inland 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2030 base: 20.9bn L demand; 16.6bn L gross imports.</a:t>
            </a:r>
          </a:p>
        </p:txBody>
      </p:sp>
      <p:sp>
        <p:nvSpPr>
          <p:cNvPr id="57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90B975A0-8A5B-467E-98BF-FAE04491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determines consumption, domestic production determines import need, and competing gateways determine Durban’s share.</a:t>
            </a:r>
          </a:p>
        </p:txBody>
      </p:sp>
      <p:graphicFrame xmlns:a="http://schemas.openxmlformats.org/drawingml/2006/main">
        <p:nvGraphicFramePr>
          <p:cNvPr id="5003" name="brand-pptx section navigation">
            <a:extLst>
              <a:ext uri="{FF2B5EF4-FFF2-40B4-BE49-F238E27FC236}">
                <a16:creationId xmlns:a16="http://schemas.microsoft.com/office/drawing/2014/main" id="{D8E95ECE-F5D1-9248-0AF4-D9752CBAA7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8272806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Petrol has declined since 2013, while diesel has sustained the market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4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Chart heading">
            <a:extLst xmlns:a="http://schemas.openxmlformats.org/drawingml/2006/main">
              <a:ext uri="{FF2B5EF4-FFF2-40B4-BE49-F238E27FC236}">
                <a16:creationId xmlns:a16="http://schemas.microsoft.com/office/drawing/2014/main" id="{F6FC32D6-7DA5-4C5E-ACFA-B19CEBCB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23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Petrol and diesel demand, 2013–2025</a:t>
            </a:r>
          </a:p>
        </p:txBody>
      </p:sp>
      <p:sp>
        <p:nvSpPr>
          <p:cNvPr id="50" name="Chart header rule">
            <a:extLst xmlns:a="http://schemas.openxmlformats.org/drawingml/2006/main">
              <a:ext uri="{FF2B5EF4-FFF2-40B4-BE49-F238E27FC236}">
                <a16:creationId xmlns:a16="http://schemas.microsoft.com/office/drawing/2014/main" id="{049E92B8-270C-4763-9B1A-8D0AB91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1" name="Insight header rule">
            <a:extLst xmlns:a="http://schemas.openxmlformats.org/drawingml/2006/main">
              <a:ext uri="{FF2B5EF4-FFF2-40B4-BE49-F238E27FC236}">
                <a16:creationId xmlns:a16="http://schemas.microsoft.com/office/drawing/2014/main" id="{BCD7E4AA-0686-4B47-8CAE-33F7FF5D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2" name="Chart divider">
            <a:extLst xmlns:a="http://schemas.openxmlformats.org/drawingml/2006/main">
              <a:ext uri="{FF2B5EF4-FFF2-40B4-BE49-F238E27FC236}">
                <a16:creationId xmlns:a16="http://schemas.microsoft.com/office/drawing/2014/main" id="{A9081904-CF63-437E-A07F-96481A34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457200" y="2247900"/>
          <a:ext xmlns:a="http://schemas.openxmlformats.org/drawingml/2006/main" cx="7334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8c714e89b84242"/>
          </a:graphicData>
        </a:graphic>
      </p:graphicFrame>
      <p:sp>
        <p:nvSpPr>
          <p:cNvPr id="54" name="Chart unit">
            <a:extLst xmlns:a="http://schemas.openxmlformats.org/drawingml/2006/main">
              <a:ext uri="{FF2B5EF4-FFF2-40B4-BE49-F238E27FC236}">
                <a16:creationId xmlns:a16="http://schemas.microsoft.com/office/drawing/2014/main" id="{253A8274-67D5-412C-A74F-6CD64EF2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55" name="Chart insight header">
            <a:extLst xmlns:a="http://schemas.openxmlformats.org/drawingml/2006/main">
              <a:ext uri="{FF2B5EF4-FFF2-40B4-BE49-F238E27FC236}">
                <a16:creationId xmlns:a16="http://schemas.microsoft.com/office/drawing/2014/main" id="{787E0F10-A912-48DF-BE9C-8006F07F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Petrol demand outlook</a:t>
            </a:r>
          </a:p>
        </p:txBody>
      </p:sp>
      <p:sp>
        <p:nvSpPr>
          <p:cNvPr id="56" name="Chart insights">
            <a:extLst xmlns:a="http://schemas.openxmlformats.org/drawingml/2006/main">
              <a:ext uri="{FF2B5EF4-FFF2-40B4-BE49-F238E27FC236}">
                <a16:creationId xmlns:a16="http://schemas.microsoft.com/office/drawing/2014/main" id="{ECCB86E9-69BE-42B7-A7F6-ADD70325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95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Petrol: 9.04bn L in 2023 to 8.86bn L in 2025E.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Assumed efficiency and fleet changes outweigh activity growth.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Diesel: 12.13bn L in 2025E.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2013–23: reported Department series. 2024–25: estimates.</a:t>
            </a:r>
          </a:p>
        </p:txBody>
      </p:sp>
      <p:sp>
        <p:nvSpPr>
          <p:cNvPr id="57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3DF3CE35-0FEE-403F-9E87-AE48CB4E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Petrol remains below its earlier level; diesel demand responds more directly to freight, industry and power.</a:t>
            </a:r>
          </a:p>
        </p:txBody>
      </p:sp>
      <p:graphicFrame xmlns:a="http://schemas.openxmlformats.org/drawingml/2006/main">
        <p:nvGraphicFramePr>
          <p:cNvPr id="5004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Road use dominates the baseline, with meaningful diesel demand outside transport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5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Segments. 2021 energy-balance road volume; 75% of road diesel allocated to freight. Historical sector intensities at current activity.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Chart heading">
            <a:extLst xmlns:a="http://schemas.openxmlformats.org/drawingml/2006/main">
              <a:ext uri="{FF2B5EF4-FFF2-40B4-BE49-F238E27FC236}">
                <a16:creationId xmlns:a16="http://schemas.microsoft.com/office/drawing/2014/main" id="{8B18EE8D-1769-4D57-83BF-66AFA1C2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23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2025 estimated demand by use</a:t>
            </a:r>
          </a:p>
        </p:txBody>
      </p:sp>
      <p:sp>
        <p:nvSpPr>
          <p:cNvPr id="50" name="Chart header rule">
            <a:extLst xmlns:a="http://schemas.openxmlformats.org/drawingml/2006/main">
              <a:ext uri="{FF2B5EF4-FFF2-40B4-BE49-F238E27FC236}">
                <a16:creationId xmlns:a16="http://schemas.microsoft.com/office/drawing/2014/main" id="{179818C0-99F9-4B0A-9459-FC99788D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1" name="Insight header rule">
            <a:extLst xmlns:a="http://schemas.openxmlformats.org/drawingml/2006/main">
              <a:ext uri="{FF2B5EF4-FFF2-40B4-BE49-F238E27FC236}">
                <a16:creationId xmlns:a16="http://schemas.microsoft.com/office/drawing/2014/main" id="{44775A5F-A897-4EC1-972C-E8AD5F1C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2" name="Chart divider">
            <a:extLst xmlns:a="http://schemas.openxmlformats.org/drawingml/2006/main">
              <a:ext uri="{FF2B5EF4-FFF2-40B4-BE49-F238E27FC236}">
                <a16:creationId xmlns:a16="http://schemas.microsoft.com/office/drawing/2014/main" id="{8E8935BD-01DF-4B22-B623-00371A62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457200" y="2247900"/>
          <a:ext xmlns:a="http://schemas.openxmlformats.org/drawingml/2006/main" cx="7334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27ba7fbe494e6c"/>
          </a:graphicData>
        </a:graphic>
      </p:graphicFrame>
      <p:sp>
        <p:nvSpPr>
          <p:cNvPr id="54" name="Chart unit">
            <a:extLst xmlns:a="http://schemas.openxmlformats.org/drawingml/2006/main">
              <a:ext uri="{FF2B5EF4-FFF2-40B4-BE49-F238E27FC236}">
                <a16:creationId xmlns:a16="http://schemas.microsoft.com/office/drawing/2014/main" id="{77739F17-F449-4C73-821F-81D77889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55" name="Chart insight header">
            <a:extLst xmlns:a="http://schemas.openxmlformats.org/drawingml/2006/main">
              <a:ext uri="{FF2B5EF4-FFF2-40B4-BE49-F238E27FC236}">
                <a16:creationId xmlns:a16="http://schemas.microsoft.com/office/drawing/2014/main" id="{27EBBD17-8F56-4014-B3AC-6CADDAFC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allocation</a:t>
            </a:r>
          </a:p>
        </p:txBody>
      </p:sp>
      <p:sp>
        <p:nvSpPr>
          <p:cNvPr id="56" name="Chart insights">
            <a:extLst xmlns:a="http://schemas.openxmlformats.org/drawingml/2006/main">
              <a:ext uri="{FF2B5EF4-FFF2-40B4-BE49-F238E27FC236}">
                <a16:creationId xmlns:a16="http://schemas.microsoft.com/office/drawing/2014/main" id="{7948AA36-0527-45A4-8726-8DCA03E9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95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Road freight: 4.82bn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1.41bn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1.13bn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diesel: 1.91bn L remains unallocated to a specific end use.</a:t>
            </a:r>
          </a:p>
        </p:txBody>
      </p:sp>
      <p:sp>
        <p:nvSpPr>
          <p:cNvPr id="57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C0241A01-BE68-4CB5-81F1-7A5EF2B0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Sector-attributed vehicle fuel stays in its sector; the road split is an explicit allocation assumption.</a:t>
            </a:r>
          </a:p>
        </p:txBody>
      </p:sp>
      <p:graphicFrame xmlns:a="http://schemas.openxmlformats.org/drawingml/2006/main">
        <p:nvGraphicFramePr>
          <p:cNvPr id="5005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The 5.8bn-litre production assumption leaves a gross import requirement of about 16.7bn litres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6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Balance and Supply assumption. National production planning assumption. Original plant-based estimate 10.23bn L retained in appendix.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24375"/>
                <a:gridCol w="1619250"/>
                <a:gridCol w="4505325"/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2025 national balance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bn litres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20.99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from the 2023 sales baseline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Domestic production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5.80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 National planning assumption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SARS recorded customs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Exports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1.55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SARS recorded customs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Production + net imports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20.95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Availability before stock / statistical differences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Availability less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-0.03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Aggregate near-balance; product differences remain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FA9A06B1-BD48-493F-9C7F-2E1D92BB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5.8bn litres sets the planning case. Aggregate closure does not validate domestic output or its petrol/diesel split.</a:t>
            </a:r>
          </a:p>
        </p:txBody>
      </p:sp>
      <p:graphicFrame xmlns:a="http://schemas.openxmlformats.org/drawingml/2006/main">
        <p:nvGraphicFramePr>
          <p:cNvPr id="5006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demand rebounds in 2025 while mining and manufacturing remain broadly flat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7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Chart heading">
            <a:extLst xmlns:a="http://schemas.openxmlformats.org/drawingml/2006/main">
              <a:ext uri="{FF2B5EF4-FFF2-40B4-BE49-F238E27FC236}">
                <a16:creationId xmlns:a16="http://schemas.microsoft.com/office/drawing/2014/main" id="{87F7156A-0344-4779-8433-03BD0187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23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sector diesel demand</a:t>
            </a:r>
          </a:p>
        </p:txBody>
      </p:sp>
      <p:sp>
        <p:nvSpPr>
          <p:cNvPr id="50" name="Chart header rule">
            <a:extLst xmlns:a="http://schemas.openxmlformats.org/drawingml/2006/main">
              <a:ext uri="{FF2B5EF4-FFF2-40B4-BE49-F238E27FC236}">
                <a16:creationId xmlns:a16="http://schemas.microsoft.com/office/drawing/2014/main" id="{C107B4AA-825C-46EE-B845-323353FC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1" name="Insight header rule">
            <a:extLst xmlns:a="http://schemas.openxmlformats.org/drawingml/2006/main">
              <a:ext uri="{FF2B5EF4-FFF2-40B4-BE49-F238E27FC236}">
                <a16:creationId xmlns:a16="http://schemas.microsoft.com/office/drawing/2014/main" id="{3208AB90-1440-4804-922F-DC3C5C55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2" name="Chart divider">
            <a:extLst xmlns:a="http://schemas.openxmlformats.org/drawingml/2006/main">
              <a:ext uri="{FF2B5EF4-FFF2-40B4-BE49-F238E27FC236}">
                <a16:creationId xmlns:a16="http://schemas.microsoft.com/office/drawing/2014/main" id="{8492D83C-CE55-49B7-90C2-E5AA5CED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457200" y="2247900"/>
          <a:ext xmlns:a="http://schemas.openxmlformats.org/drawingml/2006/main" cx="7334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c2c18a3a05437f"/>
          </a:graphicData>
        </a:graphic>
      </p:graphicFrame>
      <p:sp>
        <p:nvSpPr>
          <p:cNvPr id="54" name="Chart unit">
            <a:extLst xmlns:a="http://schemas.openxmlformats.org/drawingml/2006/main">
              <a:ext uri="{FF2B5EF4-FFF2-40B4-BE49-F238E27FC236}">
                <a16:creationId xmlns:a16="http://schemas.microsoft.com/office/drawing/2014/main" id="{26279874-0C68-46CA-BC1F-0BA73F28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55" name="Chart insight header">
            <a:extLst xmlns:a="http://schemas.openxmlformats.org/drawingml/2006/main">
              <a:ext uri="{FF2B5EF4-FFF2-40B4-BE49-F238E27FC236}">
                <a16:creationId xmlns:a16="http://schemas.microsoft.com/office/drawing/2014/main" id="{58334A2E-C467-4696-AF2D-DF87C21D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diesel use</a:t>
            </a:r>
          </a:p>
        </p:txBody>
      </p:sp>
      <p:sp>
        <p:nvSpPr>
          <p:cNvPr id="56" name="Chart insights">
            <a:extLst xmlns:a="http://schemas.openxmlformats.org/drawingml/2006/main">
              <a:ext uri="{FF2B5EF4-FFF2-40B4-BE49-F238E27FC236}">
                <a16:creationId xmlns:a16="http://schemas.microsoft.com/office/drawing/2014/main" id="{98363A4E-2E59-4E76-B00B-EA69A0AA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95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235E1FC1-99C7-47B9-AF17-C1CB9F2D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graphicFrame xmlns:a="http://schemas.openxmlformats.org/drawingml/2006/main">
        <p:nvGraphicFramePr>
          <p:cNvPr id="5007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8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Chart heading">
            <a:extLst xmlns:a="http://schemas.openxmlformats.org/drawingml/2006/main">
              <a:ext uri="{FF2B5EF4-FFF2-40B4-BE49-F238E27FC236}">
                <a16:creationId xmlns:a16="http://schemas.microsoft.com/office/drawing/2014/main" id="{6A5A460C-75AA-46B2-9850-13E47BB1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23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Eskom diesel and kerosene use</a:t>
            </a:r>
          </a:p>
        </p:txBody>
      </p:sp>
      <p:sp>
        <p:nvSpPr>
          <p:cNvPr id="50" name="Chart header rule">
            <a:extLst xmlns:a="http://schemas.openxmlformats.org/drawingml/2006/main">
              <a:ext uri="{FF2B5EF4-FFF2-40B4-BE49-F238E27FC236}">
                <a16:creationId xmlns:a16="http://schemas.microsoft.com/office/drawing/2014/main" id="{D5570B81-C47F-4CE3-8BF2-42C773AF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1" name="Insight header rule">
            <a:extLst xmlns:a="http://schemas.openxmlformats.org/drawingml/2006/main">
              <a:ext uri="{FF2B5EF4-FFF2-40B4-BE49-F238E27FC236}">
                <a16:creationId xmlns:a16="http://schemas.microsoft.com/office/drawing/2014/main" id="{37584967-F0E5-4713-B32C-6550301C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2" name="Chart divider">
            <a:extLst xmlns:a="http://schemas.openxmlformats.org/drawingml/2006/main">
              <a:ext uri="{FF2B5EF4-FFF2-40B4-BE49-F238E27FC236}">
                <a16:creationId xmlns:a16="http://schemas.microsoft.com/office/drawing/2014/main" id="{114ED953-60E3-48F5-887B-A3A371E6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457200" y="2247900"/>
          <a:ext xmlns:a="http://schemas.openxmlformats.org/drawingml/2006/main" cx="7334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23684c5821480c"/>
          </a:graphicData>
        </a:graphic>
      </p:graphicFrame>
      <p:sp>
        <p:nvSpPr>
          <p:cNvPr id="54" name="Chart unit">
            <a:extLst xmlns:a="http://schemas.openxmlformats.org/drawingml/2006/main">
              <a:ext uri="{FF2B5EF4-FFF2-40B4-BE49-F238E27FC236}">
                <a16:creationId xmlns:a16="http://schemas.microsoft.com/office/drawing/2014/main" id="{9F943EB7-A6DE-47A4-97D7-19B52815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55" name="Chart insight header">
            <a:extLst xmlns:a="http://schemas.openxmlformats.org/drawingml/2006/main">
              <a:ext uri="{FF2B5EF4-FFF2-40B4-BE49-F238E27FC236}">
                <a16:creationId xmlns:a16="http://schemas.microsoft.com/office/drawing/2014/main" id="{F2B7AB34-721E-4070-B658-5085D3F6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Lower power-related fuel use</a:t>
            </a:r>
          </a:p>
        </p:txBody>
      </p:sp>
      <p:sp>
        <p:nvSpPr>
          <p:cNvPr id="56" name="Chart insights">
            <a:extLst xmlns:a="http://schemas.openxmlformats.org/drawingml/2006/main">
              <a:ext uri="{FF2B5EF4-FFF2-40B4-BE49-F238E27FC236}">
                <a16:creationId xmlns:a16="http://schemas.microsoft.com/office/drawing/2014/main" id="{064F3B0D-0772-4F72-9F76-21C07197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95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 diesel and kerosene fell from 1.130bn L in FY2024 to 0.679bn L in FY2025.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Better supply can also reduce backup diesel at mines, factories and farms.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Private backup use is estimated separately; it is not measured by this Eskom series.</a:t>
            </a:r>
          </a:p>
        </p:txBody>
      </p:sp>
      <p:sp>
        <p:nvSpPr>
          <p:cNvPr id="57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659FC0F1-1CC0-443B-A339-2F1C96EB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Power recovery reduces a source of diesel demand created by electricity shortages; the 2030 assumptions are in the appendix.</a:t>
            </a:r>
          </a:p>
        </p:txBody>
      </p:sp>
      <p:graphicFrame xmlns:a="http://schemas.openxmlformats.org/drawingml/2006/main">
        <p:nvGraphicFramePr>
          <p:cNvPr id="5008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9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Chart heading">
            <a:extLst xmlns:a="http://schemas.openxmlformats.org/drawingml/2006/main">
              <a:ext uri="{FF2B5EF4-FFF2-40B4-BE49-F238E27FC236}">
                <a16:creationId xmlns:a16="http://schemas.microsoft.com/office/drawing/2014/main" id="{2444E9C5-0B28-4BED-9A9F-D28558A5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23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Reported road and rail freight</a:t>
            </a:r>
          </a:p>
        </p:txBody>
      </p:sp>
      <p:sp>
        <p:nvSpPr>
          <p:cNvPr id="50" name="Chart header rule">
            <a:extLst xmlns:a="http://schemas.openxmlformats.org/drawingml/2006/main">
              <a:ext uri="{FF2B5EF4-FFF2-40B4-BE49-F238E27FC236}">
                <a16:creationId xmlns:a16="http://schemas.microsoft.com/office/drawing/2014/main" id="{086A67F1-C1AA-4D53-9B08-B2D0795B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1" name="Insight header rule">
            <a:extLst xmlns:a="http://schemas.openxmlformats.org/drawingml/2006/main">
              <a:ext uri="{FF2B5EF4-FFF2-40B4-BE49-F238E27FC236}">
                <a16:creationId xmlns:a16="http://schemas.microsoft.com/office/drawing/2014/main" id="{BEF0B1AF-78A5-4A53-899C-2FAC9108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2" name="Chart divider">
            <a:extLst xmlns:a="http://schemas.openxmlformats.org/drawingml/2006/main">
              <a:ext uri="{FF2B5EF4-FFF2-40B4-BE49-F238E27FC236}">
                <a16:creationId xmlns:a16="http://schemas.microsoft.com/office/drawing/2014/main" id="{40402C7B-7C32-4DCC-9CEE-E66E8AE3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457200" y="2247900"/>
          <a:ext xmlns:a="http://schemas.openxmlformats.org/drawingml/2006/main" cx="7334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d8e6dc5cab41ab"/>
          </a:graphicData>
        </a:graphic>
      </p:graphicFrame>
      <p:sp>
        <p:nvSpPr>
          <p:cNvPr id="54" name="Chart unit">
            <a:extLst xmlns:a="http://schemas.openxmlformats.org/drawingml/2006/main">
              <a:ext uri="{FF2B5EF4-FFF2-40B4-BE49-F238E27FC236}">
                <a16:creationId xmlns:a16="http://schemas.microsoft.com/office/drawing/2014/main" id="{87E4ACAF-206C-4FE9-8A2D-B89D26B9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sp>
        <p:nvSpPr>
          <p:cNvPr id="55" name="Chart insight header">
            <a:extLst xmlns:a="http://schemas.openxmlformats.org/drawingml/2006/main">
              <a:ext uri="{FF2B5EF4-FFF2-40B4-BE49-F238E27FC236}">
                <a16:creationId xmlns:a16="http://schemas.microsoft.com/office/drawing/2014/main" id="{997B7722-3CCE-4193-B0BF-3A8B38F9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Recovery and displacement</a:t>
            </a:r>
          </a:p>
        </p:txBody>
      </p:sp>
      <p:sp>
        <p:nvSpPr>
          <p:cNvPr id="56" name="Chart insights">
            <a:extLst xmlns:a="http://schemas.openxmlformats.org/drawingml/2006/main">
              <a:ext uri="{FF2B5EF4-FFF2-40B4-BE49-F238E27FC236}">
                <a16:creationId xmlns:a16="http://schemas.microsoft.com/office/drawing/2014/main" id="{7AEF2277-3BFA-4411-AA71-CABF3D76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95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42800347-9619-4EBD-BE5A-84EAE34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graphicFrame xmlns:a="http://schemas.openxmlformats.org/drawingml/2006/main">
        <p:nvGraphicFramePr>
          <p:cNvPr id="5009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refinery output alter the volume that imports must supply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10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Sasol production metrics FY2025 and FY2026; Glencore annual reports 2024 and 2025; 2025 plant assessment. Fiscal and calendar periods and reporting scopes differ. Restart sensitivities are in the appendix.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4048125"/>
                <a:gridCol w="4314825"/>
              </a:tblGrid>
              <a:tr h="400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Domestic supply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Reported evidence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Implication for imports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Secunda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Refined-products output: 29.1m barrels in FY2024; 27.6m in FY2025; 30.6m in FY2026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Operating recovery can increase domestic supply; petrol and diesel yields determine import displacement.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Natref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Sasol-reported output: 17.8m barrels in FY2024; 14.7m in FY2025; 25.8m in FY2026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FY2026 includes above-share production, so the latest reported change cannot be treated as a like-for-like change in whole-plant output.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Astron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Reported refined products: 166,204 billion Btu in 2024; 164,365 billion Btu in 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Output and product mix affect supply; energy units require conversion before comparison with customs litres.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SAPREF and PetroSA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No refining contribution included in the 2025 production assessment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Restored refining would displace imports only when plants produce saleable products. Terminal handling is not refinery output.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F6A1E2A6-742A-4B8F-A5B5-08F2FBB7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Domestic production can recover or fall independently of demand; actual output and product yields determine the import requirement.</a:t>
            </a:r>
          </a:p>
        </p:txBody>
      </p:sp>
      <p:graphicFrame xmlns:a="http://schemas.openxmlformats.org/drawingml/2006/main">
        <p:nvGraphicFramePr>
          <p:cNvPr id="5010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Matola provides an existing alternative gateway for inland fuel supply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11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Galp Matola commissioning release, 3 December 2020; Petromoc logistics disclosures; Sasol Mozambique operations; SARS customs, 2022 and 2025. Storage is not annual throughput.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3619500"/>
                <a:gridCol w="4362450"/>
              </a:tblGrid>
              <a:tr h="400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Node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Evidence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Implication for South African fuel routes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Galp/IPG Matola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60,000m³ petrol/diesel storage; opened 2020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Existing import and distribution infrastructure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Petromoc Língamo / Matola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390,000m³ across liquid fuels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Broader storage base; product allocation and overlap need confirmation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Beira, Nacala and Pemba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Existing central / northern logistics nodes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Regional supply; no additional SA flow assigned in the base case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Temane PSA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Light oil, gas and LPG; production began December 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No direct finished petrol/diesel output credited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Komatipoort recorded imports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0.303bn L in 2022 → 0.086bn L in 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Current cross-border flow is far smaller than gross storage suggests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E2FD5B1F-2277-4464-B0CC-1E2E6A98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Matola’s infrastructure creates an alternative supply route; recorded cross-border flows remain much smaller than storage capacity.</a:t>
            </a:r>
          </a:p>
        </p:txBody>
      </p:sp>
      <p:graphicFrame xmlns:a="http://schemas.openxmlformats.org/drawingml/2006/main">
        <p:nvGraphicFramePr>
          <p:cNvPr id="5011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The base case leaves imports near 16.6bn litres in 2030, with refinery recovery driving the downside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12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Scenarios. Demand-implied gross imports = demand − domestic supply + 2025 exports. Zero stock change; 5.8bn L assumed opening supply.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Chart heading">
            <a:extLst xmlns:a="http://schemas.openxmlformats.org/drawingml/2006/main">
              <a:ext uri="{FF2B5EF4-FFF2-40B4-BE49-F238E27FC236}">
                <a16:creationId xmlns:a16="http://schemas.microsoft.com/office/drawing/2014/main" id="{B4B241B3-43DD-431A-952C-6BE58D9F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23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Gross import requirement, 2025–2030</a:t>
            </a:r>
          </a:p>
        </p:txBody>
      </p:sp>
      <p:sp>
        <p:nvSpPr>
          <p:cNvPr id="50" name="Chart header rule">
            <a:extLst xmlns:a="http://schemas.openxmlformats.org/drawingml/2006/main">
              <a:ext uri="{FF2B5EF4-FFF2-40B4-BE49-F238E27FC236}">
                <a16:creationId xmlns:a16="http://schemas.microsoft.com/office/drawing/2014/main" id="{B44C018F-D320-42B7-9C84-4F09FB42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1" name="Insight header rule">
            <a:extLst xmlns:a="http://schemas.openxmlformats.org/drawingml/2006/main">
              <a:ext uri="{FF2B5EF4-FFF2-40B4-BE49-F238E27FC236}">
                <a16:creationId xmlns:a16="http://schemas.microsoft.com/office/drawing/2014/main" id="{AA8F8D89-EB42-40DE-BDFB-D1E5712D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2" name="Chart divider">
            <a:extLst xmlns:a="http://schemas.openxmlformats.org/drawingml/2006/main">
              <a:ext uri="{FF2B5EF4-FFF2-40B4-BE49-F238E27FC236}">
                <a16:creationId xmlns:a16="http://schemas.microsoft.com/office/drawing/2014/main" id="{E45C6BED-8414-4560-8349-EA6638DE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457200" y="2247900"/>
          <a:ext xmlns:a="http://schemas.openxmlformats.org/drawingml/2006/main" cx="7334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f2f96261d54e4e"/>
          </a:graphicData>
        </a:graphic>
      </p:graphicFrame>
      <p:sp>
        <p:nvSpPr>
          <p:cNvPr id="54" name="Chart unit">
            <a:extLst xmlns:a="http://schemas.openxmlformats.org/drawingml/2006/main">
              <a:ext uri="{FF2B5EF4-FFF2-40B4-BE49-F238E27FC236}">
                <a16:creationId xmlns:a16="http://schemas.microsoft.com/office/drawing/2014/main" id="{3248F0E9-790D-4D05-AD86-C6C93B23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55" name="Chart insight header">
            <a:extLst xmlns:a="http://schemas.openxmlformats.org/drawingml/2006/main">
              <a:ext uri="{FF2B5EF4-FFF2-40B4-BE49-F238E27FC236}">
                <a16:creationId xmlns:a16="http://schemas.microsoft.com/office/drawing/2014/main" id="{36FE6618-AB32-4374-98AE-11CFDE81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gross import need</a:t>
            </a:r>
          </a:p>
        </p:txBody>
      </p:sp>
      <p:sp>
        <p:nvSpPr>
          <p:cNvPr id="56" name="Chart insights">
            <a:extLst xmlns:a="http://schemas.openxmlformats.org/drawingml/2006/main">
              <a:ext uri="{FF2B5EF4-FFF2-40B4-BE49-F238E27FC236}">
                <a16:creationId xmlns:a16="http://schemas.microsoft.com/office/drawing/2014/main" id="{31444E75-76D4-43E1-9E64-2EDB387A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95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Low imports: 8.26bn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Base: 16.61bn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High imports: 19.68bn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Cases are sensitivities, not assigned probabilities.</a:t>
            </a:r>
          </a:p>
        </p:txBody>
      </p:sp>
      <p:sp>
        <p:nvSpPr>
          <p:cNvPr id="57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9870ED51-ADBF-421D-A866-DC806D9F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base case balances activity growth against efficiency, rail and power reductions; supply assumptions drive the widest spread.</a:t>
            </a:r>
          </a:p>
        </p:txBody>
      </p:sp>
      <p:graphicFrame xmlns:a="http://schemas.openxmlformats.org/drawingml/2006/main">
        <p:nvGraphicFramePr>
          <p:cNvPr id="5012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Vopak’s capture depends on the accessible share of Durban imports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13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Market-sizing analysis, October 2026. Capture is total conditional flow, not incremental sales; domestic and other-terminal Lesedi receipts are outside this screen.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2333625"/>
                <a:gridCol w="4505325"/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/ flow measure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Annual volume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Meaning for Vopak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National demand, 2025 estimate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20.99bn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Total consumption context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National gross imports, 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16.70bn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 recorded import gateways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Durban customs imports, 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13.16bn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Gateway proxy before customer and route allocation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Illustrative Durban capture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2.63bn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20% of Durban gateway volume; no contracted share inferred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Illustrative onward Lesedi flow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1.32bn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50% of captured Durban flow; counted within the same fuel volume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A835A21F-96B8-436F-94F0-D84DDCE6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illustrative unique flow is 2.63bn litres. Adding Lesedi would double-count fuel handled at both sites.</a:t>
            </a:r>
          </a:p>
        </p:txBody>
      </p:sp>
      <p:graphicFrame xmlns:a="http://schemas.openxmlformats.org/drawingml/2006/main">
        <p:nvGraphicFramePr>
          <p:cNvPr id="5013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The illustrative capture case fits the tank-turn screen, making usable capacity the next test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14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Terminal working-capacity assessment, October 2026. Durban working subset is not the full terminal; access, peaks and current throughput remain open.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2190750"/>
                <a:gridCol w="2190750"/>
                <a:gridCol w="42672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Site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Illustrative flow</a:t>
                      </a:r>
                    </a:p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bn L/year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Handling screen</a:t>
                      </a:r>
                    </a:p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bn L/year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Operating basis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73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Durban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2.63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3.50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146,000m³ estimated working subset; two turns/month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73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Lesedi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1.32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2.98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124,000m³ working capacity, partly estimated; two turns/month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73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Investment test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Incremental contracts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Actual constraint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Receipt, product segregation, dispatch, pipeline access and peak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4CA18F17-BADF-47B0-A033-06F4BECB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Working-tank arithmetic screens feasibility. Engineering limits and current customer flows determine actual headroom.</a:t>
            </a:r>
          </a:p>
        </p:txBody>
      </p:sp>
      <p:graphicFrame xmlns:a="http://schemas.openxmlformats.org/drawingml/2006/main">
        <p:nvGraphicFramePr>
          <p:cNvPr id="5014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The market supports an import platform; customer capture and capacity constraints govern investment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15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2025 analytical workbook v02: demand assumptions and 5.8bn L domestic production case. Estimates are not reported actuals.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05125"/>
                <a:gridCol w="3524250"/>
                <a:gridCol w="4219575"/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Conclusion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Evidence from this story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Decision implication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 substantial demand base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2025 estimated demand of 21.0bn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Prioritise identifiable customer segments and destinations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Base imports remain substantial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About 16.6bn litres in 2030 under the 5.8bn supply case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Plan for ongoing imports; retain refinery sensitivities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Gateways compete for the same fuel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Mozambique base diversion of 0.20bn L is a route assumption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Validate delivered cost, service and customer access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Expansion follows incremental capture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Illustrative 2.63bn L unique flow fits the tank-turn screen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Secure additional volumes, prove the bottleneck, then compare improvement and expansion returns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E733EA28-345E-45E8-BB62-9EF682A1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Next decisions: review the product balance, obtain route quotes and customer commitments, and establish usable capacity at both sites.</a:t>
            </a:r>
          </a:p>
        </p:txBody>
      </p:sp>
      <p:graphicFrame xmlns:a="http://schemas.openxmlformats.org/drawingml/2006/main">
        <p:nvGraphicFramePr>
          <p:cNvPr id="5015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/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16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650"/>
              <a:t/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Appendix title">
            <a:extLst xmlns:a="http://schemas.openxmlformats.org/drawingml/2006/main">
              <a:ext uri="{FF2B5EF4-FFF2-40B4-BE49-F238E27FC236}">
                <a16:creationId xmlns:a16="http://schemas.microsoft.com/office/drawing/2014/main" id="{4E4ABB51-09E7-4F26-9F85-697011B8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0648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9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Appendix</a:t>
            </a:r>
          </a:p>
        </p:txBody>
      </p:sp>
      <p:sp>
        <p:nvSpPr>
          <p:cNvPr id="50" name="Appendix subtitle">
            <a:extLst xmlns:a="http://schemas.openxmlformats.org/drawingml/2006/main">
              <a:ext uri="{FF2B5EF4-FFF2-40B4-BE49-F238E27FC236}">
                <a16:creationId xmlns:a16="http://schemas.microsoft.com/office/drawing/2014/main" id="{0492EFC0-7BCC-4009-BBD9-00753A7F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064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Supporting analysis and assumptions</a:t>
            </a:r>
          </a:p>
        </p:txBody>
      </p:sp>
      <p:sp>
        <p:nvSpPr>
          <p:cNvPr id="51" name="Appendix contents">
            <a:extLst xmlns:a="http://schemas.openxmlformats.org/drawingml/2006/main">
              <a:ext uri="{FF2B5EF4-FFF2-40B4-BE49-F238E27FC236}">
                <a16:creationId xmlns:a16="http://schemas.microsoft.com/office/drawing/2014/main" id="{C4B3A48D-1C13-40C7-B9BF-3C9228BE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1064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Power and freight sensitivities • Refinery and route assumptions</a:t>
            </a:r>
          </a:p>
          <a:p xmlns:a="http://schemas.openxmlformats.org/drawingml/2006/main">
            <a:pPr>
              <a:defRPr sz="16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Product balance • Demand methodology • Sources</a:t>
            </a:r>
          </a:p>
        </p:txBody>
      </p:sp>
      <p:graphicFrame xmlns:a="http://schemas.openxmlformats.org/drawingml/2006/main">
        <p:nvGraphicFramePr>
          <p:cNvPr id="5016" name="brand-pptx section navigation">
            <a:extLst>
              <a:ext uri="{FF2B5EF4-FFF2-40B4-BE49-F238E27FC236}">
                <a16:creationId xmlns:a16="http://schemas.microsoft.com/office/drawing/2014/main" id="{E84A3441-E5C5-E6E9-435C-D2DCE47C1B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271828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Further power recovery halves fuel demand to 0.54bn litres in the 2030 base case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17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v02: calculated power baseline and 2030 retention assumptions. Estimated utility/private scope includes FY proxies and IPP conversion. Scenario endpoints, not forecasts of annual dispatch.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Chart heading">
            <a:extLst xmlns:a="http://schemas.openxmlformats.org/drawingml/2006/main">
              <a:ext uri="{FF2B5EF4-FFF2-40B4-BE49-F238E27FC236}">
                <a16:creationId xmlns:a16="http://schemas.microsoft.com/office/drawing/2014/main" id="{9AF5DF06-384D-415C-AB9B-D3CD440E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7825"/>
            <a:ext cx="723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Power fuel demand across scenarios</a:t>
            </a:r>
          </a:p>
        </p:txBody>
      </p:sp>
      <p:sp>
        <p:nvSpPr>
          <p:cNvPr id="50" name="Chart header rule">
            <a:extLst xmlns:a="http://schemas.openxmlformats.org/drawingml/2006/main">
              <a:ext uri="{FF2B5EF4-FFF2-40B4-BE49-F238E27FC236}">
                <a16:creationId xmlns:a16="http://schemas.microsoft.com/office/drawing/2014/main" id="{DBFCB2FF-F39B-4F25-B21A-933FAAC6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1" name="Insight header rule">
            <a:extLst xmlns:a="http://schemas.openxmlformats.org/drawingml/2006/main">
              <a:ext uri="{FF2B5EF4-FFF2-40B4-BE49-F238E27FC236}">
                <a16:creationId xmlns:a16="http://schemas.microsoft.com/office/drawing/2014/main" id="{86F976EB-47FD-4D04-9626-84FC6E89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sp>
        <p:nvSpPr>
          <p:cNvPr id="52" name="Chart divider">
            <a:extLst xmlns:a="http://schemas.openxmlformats.org/drawingml/2006/main">
              <a:ext uri="{FF2B5EF4-FFF2-40B4-BE49-F238E27FC236}">
                <a16:creationId xmlns:a16="http://schemas.microsoft.com/office/drawing/2014/main" id="{C119135F-5B82-4E94-B8EB-445D2278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47825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457200" y="2247900"/>
          <a:ext xmlns:a="http://schemas.openxmlformats.org/drawingml/2006/main" cx="7334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596f855631470d"/>
          </a:graphicData>
        </a:graphic>
      </p:graphicFrame>
      <p:sp>
        <p:nvSpPr>
          <p:cNvPr id="54" name="Chart unit">
            <a:extLst xmlns:a="http://schemas.openxmlformats.org/drawingml/2006/main">
              <a:ext uri="{FF2B5EF4-FFF2-40B4-BE49-F238E27FC236}">
                <a16:creationId xmlns:a16="http://schemas.microsoft.com/office/drawing/2014/main" id="{6EB83277-8113-481D-89A9-019EDC38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55" name="Chart insight header">
            <a:extLst xmlns:a="http://schemas.openxmlformats.org/drawingml/2006/main">
              <a:ext uri="{FF2B5EF4-FFF2-40B4-BE49-F238E27FC236}">
                <a16:creationId xmlns:a16="http://schemas.microsoft.com/office/drawing/2014/main" id="{1E511028-1B1F-4218-9011-4315DE21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4782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Base case and sensitivities</a:t>
            </a:r>
          </a:p>
        </p:txBody>
      </p:sp>
      <p:sp>
        <p:nvSpPr>
          <p:cNvPr id="56" name="Chart insights">
            <a:extLst xmlns:a="http://schemas.openxmlformats.org/drawingml/2006/main">
              <a:ext uri="{FF2B5EF4-FFF2-40B4-BE49-F238E27FC236}">
                <a16:creationId xmlns:a16="http://schemas.microsoft.com/office/drawing/2014/main" id="{85749C52-603E-46D5-A563-73335687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95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estimate: 1.08bn L, including 0.20bn L assumed private backup.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Base: 50% retained in 2030; a 0.54bn L reduction.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Lower-use case: 35% retained. Unchanged-use case: 100% retained.</a:t>
            </a:r>
          </a:p>
        </p:txBody>
      </p:sp>
      <p:sp>
        <p:nvSpPr>
          <p:cNvPr id="57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4A5E1512-F405-419C-A5F9-C95045EB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lowers peaking and backup fuel use, even where transport and industrial activity continue to grow.</a:t>
            </a:r>
          </a:p>
        </p:txBody>
      </p:sp>
      <p:graphicFrame xmlns:a="http://schemas.openxmlformats.org/drawingml/2006/main">
        <p:nvGraphicFramePr>
          <p:cNvPr id="5017" name="brand-pptx section navigation">
            <a:extLst>
              <a:ext uri="{FF2B5EF4-FFF2-40B4-BE49-F238E27FC236}">
                <a16:creationId xmlns:a16="http://schemas.microsoft.com/office/drawing/2014/main" id="{3AA52B34-390B-33DC-F048-A5B1911E9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40257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4" r:lo="rIdSmartArt5" r:qs="rIdSmartArt6" r:cs="rIdSmartArt7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 7.5% shift of road-freight activity to rail saves 0.33bn litres in the base case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18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Driver bridge and scenario assumptions. Shift interpreted as freight tonne-km share. Distances and eligibility remain assumed; cases also vary growth and efficiency.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2952750"/>
                <a:gridCol w="4362450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2030 case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Road-freight shift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Net diesel reduction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Low imports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15.0%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0.62bn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7.5%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0.33bn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High imports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2.5%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0.12bn litres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Calculation order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Activity → efficiency → modal shift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10% diesel rebound allowance for rail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1EBA8786-16E9-461F-94C9-AE80E98B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These shifts apply to road-freight activity, not the entire diesel market; sector demand and power remain separate.</a:t>
            </a:r>
          </a:p>
        </p:txBody>
      </p:sp>
      <p:graphicFrame xmlns:a="http://schemas.openxmlformats.org/drawingml/2006/main">
        <p:nvGraphicFramePr>
          <p:cNvPr id="5018" name="brand-pptx section navigation">
            <a:extLst>
              <a:ext uri="{FF2B5EF4-FFF2-40B4-BE49-F238E27FC236}">
                <a16:creationId xmlns:a16="http://schemas.microsoft.com/office/drawing/2014/main" id="{3AA52B34-390B-33DC-F048-A5B1911E9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40257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Refinery restart assumptions drive the lower-import sensitivity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19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Refinery production and restart scenario assumptions. Capacity inputs: SAPREF 180kb/d, PetroSA 45kb/d; 70% petrol/diesel yield in restart sensitivities. Dates are not project commitments.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2952750"/>
                <a:gridCol w="4743450"/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lever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Base case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Low-import sensitivity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Operating domestic supply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5.8bn L through 2030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15% increase in the national planning volume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SAPREF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No refining restart through 2030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Assumed 2029 start; 65% utilisation after a two-year ramp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PetroSA / Mossel Bay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No refining restart through 2030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Assumed 2029 start; 50% utilisation after a two-year ramp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Combined restart contribution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Zero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5.67bn L petrol/diesel in 2030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E838F2EF-BA35-4DA2-86FD-B58ECC13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Restart dates and ramp-up settings are scenario assumptions. Import-terminal operations can compete before refining resumes.</a:t>
            </a:r>
          </a:p>
        </p:txBody>
      </p:sp>
      <p:graphicFrame xmlns:a="http://schemas.openxmlformats.org/drawingml/2006/main">
        <p:nvGraphicFramePr>
          <p:cNvPr id="5019" name="brand-pptx section navigation">
            <a:extLst>
              <a:ext uri="{FF2B5EF4-FFF2-40B4-BE49-F238E27FC236}">
                <a16:creationId xmlns:a16="http://schemas.microsoft.com/office/drawing/2014/main" id="{3AA52B34-390B-33DC-F048-A5B1911E9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40257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Illustrative route costs put Matola at a R0.19-per-litre logistics premium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20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Mozambique. Distances, tariffs, border charges, financing and allocation are illustrative sensitivities, not carrier quotes or confirmed access.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2857500"/>
                <a:gridCol w="4457700"/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sensitivity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Result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Assumptions behind the result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Durban → same inland destination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R0.95 per litre logistics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600km one way; round trip; R25/truck-km; 40,000L payload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Matola → same inland destination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R1.14 per litre logistics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550km one way; terminal and border costs; one-day delay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Matola premium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R0.19 per litre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Required landed-product discount under these illustrative costs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Border-delay sensitivity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R0.09–R0.40 per litre premium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Zero to three delay days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Base incremental Mozambique flow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0.20bn L by 2030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About 15 additional loaded trucks/day over 330 days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34587FF3-F5D1-4CC4-9ACF-EA0457A8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Mozambique diversion changes the gateway serving demand. It does not reduce South Africa’s national import requirement.</a:t>
            </a:r>
          </a:p>
        </p:txBody>
      </p:sp>
      <p:graphicFrame xmlns:a="http://schemas.openxmlformats.org/drawingml/2006/main">
        <p:nvGraphicFramePr>
          <p:cNvPr id="5020" name="brand-pptx section navigation">
            <a:extLst>
              <a:ext uri="{FF2B5EF4-FFF2-40B4-BE49-F238E27FC236}">
                <a16:creationId xmlns:a16="http://schemas.microsoft.com/office/drawing/2014/main" id="{3AA52B34-390B-33DC-F048-A5B1911E9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40257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The national supply assumption closes the total balance but leaves the product mix unresolved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21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Supply assumption and Balance. Original plant estimate: Secunda 3.95, Natref 2.37, Astron 3.91bn L; 10.23bn total. These do not govern the planning case.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953000"/>
                <a:gridCol w="1895475"/>
                <a:gridCol w="1895475"/>
                <a:gridCol w="1905000"/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2025 measure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bn L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Diesel bn L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Total bn L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2025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8.86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12.13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20.99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Domestic production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3.20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2.60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5.80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customs imports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4.45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12.25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Customs exports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0.80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0.75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1.55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plus net imports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6.85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14.10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20.95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Unexplained availability less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-2.00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1.97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-0.03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2F6A2553-81FA-4C75-9C88-CE19458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5.8bn L planning case uses the original estimated production mix. Offsetting product differences remain visible; no product allocation is claimed as verified.</a:t>
            </a:r>
          </a:p>
        </p:txBody>
      </p:sp>
      <p:graphicFrame xmlns:a="http://schemas.openxmlformats.org/drawingml/2006/main">
        <p:nvGraphicFramePr>
          <p:cNvPr id="5021" name="brand-pptx section navigation">
            <a:extLst>
              <a:ext uri="{FF2B5EF4-FFF2-40B4-BE49-F238E27FC236}">
                <a16:creationId xmlns:a16="http://schemas.microsoft.com/office/drawing/2014/main" id="{3AA52B34-390B-33DC-F048-A5B1911E9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40257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Efficiency offsets activity growth in the petrol baseline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22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2023 sales; analytical workbook v02, Assumptions and Demand history. Activity and efficiency settings are illustrative planning assumptions.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3429000"/>
                <a:gridCol w="474345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component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Assumption / result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How it enters the estimate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activity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+0.5% per year in 2024–2025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More vehicle use supports consumption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fuel intensity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−1.5% per year in 2024–2025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 combined efficiency / fleet-mix assumption reduces fuel per unit of activity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9.04bn L in 2023 → 8.86bn L in 2025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Compounding activity and intensity yields a modest decline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2030 road outlook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Base: 1% annual efficiency improvement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Applied after activity growth; rail displacement is then applied to freight only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2AC36D2D-EB83-46C5-AAFF-9592CB87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assumptions are explicit and editable; EV uptake is not counted again as a separate reduction.</a:t>
            </a:r>
          </a:p>
        </p:txBody>
      </p:sp>
      <p:graphicFrame xmlns:a="http://schemas.openxmlformats.org/drawingml/2006/main">
        <p:nvGraphicFramePr>
          <p:cNvPr id="5022" name="brand-pptx section navigation">
            <a:extLst>
              <a:ext uri="{FF2B5EF4-FFF2-40B4-BE49-F238E27FC236}">
                <a16:creationId xmlns:a16="http://schemas.microsoft.com/office/drawing/2014/main" id="{3AA52B34-390B-33DC-F048-A5B1911E9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40257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Our 2025 baseline is 21.0bn litres, with road use accounting for most demand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23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sales through 2023; energy balances and Stats SA activity; Eskom/IPP evidence. All 2025 segment allocations are estimates; other diesel retains an explicit residual.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810250"/>
                <a:gridCol w="2238375"/>
                <a:gridCol w="2600325"/>
              </a:tblGrid>
              <a:tr h="4095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segment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2025 estimate</a:t>
                      </a:r>
                    </a:p>
                    <a:p>
                      <a:pPr algn="r"/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bn litres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Change since 2023</a:t>
                      </a:r>
                    </a:p>
                    <a:p>
                      <a:pPr algn="r"/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bn litres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road use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8.59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-0.18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Mining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1.41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0.01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Manufacturing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0.17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0.00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Agriculture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1.13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0.08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Utility and private power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1.08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-0.99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Road freight diesel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4.82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-0.02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Other road diesel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1.61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-0.01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Other petrol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0.27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-0.01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Other diesel / unallocated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1.91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0.16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DFAAEA21-149A-4365-936B-340C108A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Petrol: 8.86bn L. Diesel: 12.13bn L. Total demand falls from 21.94bn L in 2023 to an estimated 20.99bn L in 2025.</a:t>
            </a:r>
          </a:p>
        </p:txBody>
      </p:sp>
      <p:graphicFrame xmlns:a="http://schemas.openxmlformats.org/drawingml/2006/main">
        <p:nvGraphicFramePr>
          <p:cNvPr id="5023" name="brand-pptx section navigation">
            <a:extLst>
              <a:ext uri="{FF2B5EF4-FFF2-40B4-BE49-F238E27FC236}">
                <a16:creationId xmlns:a16="http://schemas.microsoft.com/office/drawing/2014/main" id="{3AA52B34-390B-33DC-F048-A5B1911E9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40257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Source definitions and explicit assumptions underpin the demand and import outlook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24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Sources: Department energy statistics; Stats SA; Eskom; Sasol; Glencore; SARS; Galp; Petromoc. Supporting calculations: analytical workbook v02 and market-sizing workbook.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1428750"/>
                <a:gridCol w="6076950"/>
              </a:tblGrid>
              <a:tr h="400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Evidence / assumption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Pages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Source and analytical treatment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National sales and sector activity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3–7, 22–23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Department sales, energy balances and Stats SA activity. Demand after 2023 is estimated; segment boundaries retain an unallocated residual.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Power and freight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8–9, 17–18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Eskom fuel and Stats SA freight observations. Private backup, future rail shift and efficiency remain explicit planning assumptions.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Domestic supply and imports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6, 10, 12, 19, 21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Sasol and Glencore plant disclosures; SARS trade. The 5.8bn-litre national production case is an assumption; product reconciliation remains open.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Matola infrastructure and costs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11, 20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Operator infrastructure disclosures and SARS customs. Logistics costs are illustrative, rather than carrier quotations.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Vopak capture and capacity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13–15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Illustrative gateway capture and working-tank turnover. Customer commitments and engineering constraints determine achievable volumes.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tory implication">
            <a:extLst xmlns:a="http://schemas.openxmlformats.org/drawingml/2006/main">
              <a:ext uri="{FF2B5EF4-FFF2-40B4-BE49-F238E27FC236}">
                <a16:creationId xmlns:a16="http://schemas.microsoft.com/office/drawing/2014/main" id="{9F441238-FA17-4BEC-9573-887B4788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Observed data, estimates and scenario assumptions are labelled separately throughout the analysis.</a:t>
            </a:r>
          </a:p>
        </p:txBody>
      </p:sp>
      <p:graphicFrame xmlns:a="http://schemas.openxmlformats.org/drawingml/2006/main">
        <p:nvGraphicFramePr>
          <p:cNvPr id="5024" name="brand-pptx section navigation">
            <a:extLst>
              <a:ext uri="{FF2B5EF4-FFF2-40B4-BE49-F238E27FC236}">
                <a16:creationId xmlns:a16="http://schemas.microsoft.com/office/drawing/2014/main" id="{3AA52B34-390B-33DC-F048-A5B1911E9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40257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2026-10-11T12:06:22.8260000Z</dcterms:created>
  <dcterms:modified xsi:type="dcterms:W3CDTF">2026-10-11T12:06:22.8260000Z</dcterms:modified>
</coreProperties>
</file>