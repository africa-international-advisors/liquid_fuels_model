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ink/ink1.xml" ContentType="application/inkml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72" r:id="rId8"/>
    <p:sldId id="260" r:id="rId9"/>
    <p:sldId id="261" r:id="rId10"/>
    <p:sldId id="262" r:id="rId11"/>
    <p:sldId id="273" r:id="rId12"/>
    <p:sldId id="274" r:id="rId13"/>
    <p:sldId id="264" r:id="rId14"/>
    <p:sldId id="275" r:id="rId15"/>
    <p:sldId id="276" r:id="rId16"/>
    <p:sldId id="277" r:id="rId17"/>
    <p:sldId id="278" r:id="rId18"/>
    <p:sldId id="279" r:id="rId19"/>
    <p:sldId id="268" r:id="rId20"/>
  </p:sldIdLst>
  <p:sldSz cx="1158875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97399-3EEC-4F8E-8A81-B759403EDABA}" v="1512" dt="2026-10-12T15:18:57.953"/>
    <p1510:client id="{E71C4F2D-0233-437F-B12B-11FCAAF6CDD3}" v="64" dt="2026-10-12T11:53:48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6" d="100"/>
          <a:sy n="96" d="100"/>
        </p:scale>
        <p:origin x="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Ramjeawon" userId="530ca382-ae44-4c47-aaca-bb6bff7153ab" providerId="ADAL" clId="{29D73FD1-3025-44EE-909B-93CFE9675191}"/>
    <pc:docChg chg="custSel addSld delSld modSld">
      <pc:chgData name="Manish Ramjeawon" userId="530ca382-ae44-4c47-aaca-bb6bff7153ab" providerId="ADAL" clId="{29D73FD1-3025-44EE-909B-93CFE9675191}" dt="2026-10-12T14:03:48.903" v="79" actId="2696"/>
      <pc:docMkLst>
        <pc:docMk/>
      </pc:docMkLst>
      <pc:sldChg chg="del">
        <pc:chgData name="Manish Ramjeawon" userId="530ca382-ae44-4c47-aaca-bb6bff7153ab" providerId="ADAL" clId="{29D73FD1-3025-44EE-909B-93CFE9675191}" dt="2026-10-12T14:03:47.905" v="65" actId="2696"/>
        <pc:sldMkLst>
          <pc:docMk/>
          <pc:sldMk cId="2019262759" sldId="259"/>
        </pc:sldMkLst>
      </pc:sldChg>
      <pc:sldChg chg="del">
        <pc:chgData name="Manish Ramjeawon" userId="530ca382-ae44-4c47-aaca-bb6bff7153ab" providerId="ADAL" clId="{29D73FD1-3025-44EE-909B-93CFE9675191}" dt="2026-10-12T14:03:48.030" v="67" actId="2696"/>
        <pc:sldMkLst>
          <pc:docMk/>
          <pc:sldMk cId="2019262759" sldId="263"/>
        </pc:sldMkLst>
      </pc:sldChg>
      <pc:sldChg chg="addSp modSp del mod">
        <pc:chgData name="Manish Ramjeawon" userId="530ca382-ae44-4c47-aaca-bb6bff7153ab" providerId="ADAL" clId="{29D73FD1-3025-44EE-909B-93CFE9675191}" dt="2026-10-12T14:03:48.313" v="71" actId="2696"/>
        <pc:sldMkLst>
          <pc:docMk/>
          <pc:sldMk cId="2019262759" sldId="265"/>
        </pc:sldMkLst>
        <pc:spChg chg="add mod">
          <ac:chgData name="Manish Ramjeawon" userId="530ca382-ae44-4c47-aaca-bb6bff7153ab" providerId="ADAL" clId="{29D73FD1-3025-44EE-909B-93CFE9675191}" dt="2026-10-12T11:53:48.229" v="63" actId="207"/>
          <ac:spMkLst>
            <pc:docMk/>
            <pc:sldMk cId="2019262759" sldId="265"/>
            <ac:spMk id="4" creationId="{EED55322-E406-191C-6751-9ED8C23A201F}"/>
          </ac:spMkLst>
        </pc:spChg>
      </pc:sldChg>
      <pc:sldChg chg="del">
        <pc:chgData name="Manish Ramjeawon" userId="530ca382-ae44-4c47-aaca-bb6bff7153ab" providerId="ADAL" clId="{29D73FD1-3025-44EE-909B-93CFE9675191}" dt="2026-10-12T14:03:48.591" v="75" actId="2696"/>
        <pc:sldMkLst>
          <pc:docMk/>
          <pc:sldMk cId="2019262759" sldId="266"/>
        </pc:sldMkLst>
      </pc:sldChg>
      <pc:sldChg chg="del">
        <pc:chgData name="Manish Ramjeawon" userId="530ca382-ae44-4c47-aaca-bb6bff7153ab" providerId="ADAL" clId="{29D73FD1-3025-44EE-909B-93CFE9675191}" dt="2026-10-12T14:03:48.903" v="79" actId="2696"/>
        <pc:sldMkLst>
          <pc:docMk/>
          <pc:sldMk cId="2019262759" sldId="267"/>
        </pc:sldMkLst>
      </pc:sldChg>
      <pc:sldChg chg="del">
        <pc:chgData name="Manish Ramjeawon" userId="530ca382-ae44-4c47-aaca-bb6bff7153ab" providerId="ADAL" clId="{29D73FD1-3025-44EE-909B-93CFE9675191}" dt="2026-10-12T14:03:48.466" v="73" actId="2696"/>
        <pc:sldMkLst>
          <pc:docMk/>
          <pc:sldMk cId="1280183516" sldId="269"/>
        </pc:sldMkLst>
      </pc:sldChg>
      <pc:sldChg chg="del">
        <pc:chgData name="Manish Ramjeawon" userId="530ca382-ae44-4c47-aaca-bb6bff7153ab" providerId="ADAL" clId="{29D73FD1-3025-44EE-909B-93CFE9675191}" dt="2026-10-12T14:03:48.168" v="69" actId="2696"/>
        <pc:sldMkLst>
          <pc:docMk/>
          <pc:sldMk cId="75318732" sldId="270"/>
        </pc:sldMkLst>
      </pc:sldChg>
      <pc:sldChg chg="del">
        <pc:chgData name="Manish Ramjeawon" userId="530ca382-ae44-4c47-aaca-bb6bff7153ab" providerId="ADAL" clId="{29D73FD1-3025-44EE-909B-93CFE9675191}" dt="2026-10-12T14:03:48.739" v="77" actId="2696"/>
        <pc:sldMkLst>
          <pc:docMk/>
          <pc:sldMk cId="1324989099" sldId="271"/>
        </pc:sldMkLst>
      </pc:sldChg>
      <pc:sldChg chg="add">
        <pc:chgData name="Manish Ramjeawon" userId="530ca382-ae44-4c47-aaca-bb6bff7153ab" providerId="ADAL" clId="{29D73FD1-3025-44EE-909B-93CFE9675191}" dt="2026-10-12T14:03:47.855" v="64"/>
        <pc:sldMkLst>
          <pc:docMk/>
          <pc:sldMk cId="1007797198" sldId="272"/>
        </pc:sldMkLst>
      </pc:sldChg>
      <pc:sldChg chg="add">
        <pc:chgData name="Manish Ramjeawon" userId="530ca382-ae44-4c47-aaca-bb6bff7153ab" providerId="ADAL" clId="{29D73FD1-3025-44EE-909B-93CFE9675191}" dt="2026-10-12T14:03:48.013" v="66"/>
        <pc:sldMkLst>
          <pc:docMk/>
          <pc:sldMk cId="2005194078" sldId="273"/>
        </pc:sldMkLst>
      </pc:sldChg>
      <pc:sldChg chg="add">
        <pc:chgData name="Manish Ramjeawon" userId="530ca382-ae44-4c47-aaca-bb6bff7153ab" providerId="ADAL" clId="{29D73FD1-3025-44EE-909B-93CFE9675191}" dt="2026-10-12T14:03:48.151" v="68"/>
        <pc:sldMkLst>
          <pc:docMk/>
          <pc:sldMk cId="3580527094" sldId="274"/>
        </pc:sldMkLst>
      </pc:sldChg>
      <pc:sldChg chg="add">
        <pc:chgData name="Manish Ramjeawon" userId="530ca382-ae44-4c47-aaca-bb6bff7153ab" providerId="ADAL" clId="{29D73FD1-3025-44EE-909B-93CFE9675191}" dt="2026-10-12T14:03:48.304" v="70"/>
        <pc:sldMkLst>
          <pc:docMk/>
          <pc:sldMk cId="3303569939" sldId="275"/>
        </pc:sldMkLst>
      </pc:sldChg>
      <pc:sldChg chg="add">
        <pc:chgData name="Manish Ramjeawon" userId="530ca382-ae44-4c47-aaca-bb6bff7153ab" providerId="ADAL" clId="{29D73FD1-3025-44EE-909B-93CFE9675191}" dt="2026-10-12T14:03:48.448" v="72"/>
        <pc:sldMkLst>
          <pc:docMk/>
          <pc:sldMk cId="3788155840" sldId="276"/>
        </pc:sldMkLst>
      </pc:sldChg>
      <pc:sldChg chg="add">
        <pc:chgData name="Manish Ramjeawon" userId="530ca382-ae44-4c47-aaca-bb6bff7153ab" providerId="ADAL" clId="{29D73FD1-3025-44EE-909B-93CFE9675191}" dt="2026-10-12T14:03:48.574" v="74"/>
        <pc:sldMkLst>
          <pc:docMk/>
          <pc:sldMk cId="3729265096" sldId="277"/>
        </pc:sldMkLst>
      </pc:sldChg>
      <pc:sldChg chg="add">
        <pc:chgData name="Manish Ramjeawon" userId="530ca382-ae44-4c47-aaca-bb6bff7153ab" providerId="ADAL" clId="{29D73FD1-3025-44EE-909B-93CFE9675191}" dt="2026-10-12T14:03:48.722" v="76"/>
        <pc:sldMkLst>
          <pc:docMk/>
          <pc:sldMk cId="326547540" sldId="278"/>
        </pc:sldMkLst>
      </pc:sldChg>
      <pc:sldChg chg="add">
        <pc:chgData name="Manish Ramjeawon" userId="530ca382-ae44-4c47-aaca-bb6bff7153ab" providerId="ADAL" clId="{29D73FD1-3025-44EE-909B-93CFE9675191}" dt="2026-10-12T14:03:48.886" v="78"/>
        <pc:sldMkLst>
          <pc:docMk/>
          <pc:sldMk cId="271811304" sldId="279"/>
        </pc:sldMkLst>
      </pc:sldChg>
    </pc:docChg>
  </pc:docChgLst>
  <pc:docChgLst>
    <pc:chgData name="Nigel Zhuwaki" userId="601ab1a4-89ec-42bd-bbbd-3cbdd75d5043" providerId="ADAL" clId="{FD94FAF6-F80E-40A7-9173-AD9516BB5441}"/>
    <pc:docChg chg="custSel modSld">
      <pc:chgData name="Nigel Zhuwaki" userId="601ab1a4-89ec-42bd-bbbd-3cbdd75d5043" providerId="ADAL" clId="{FD94FAF6-F80E-40A7-9173-AD9516BB5441}" dt="2026-10-12T15:18:57.953" v="1177" actId="34476"/>
      <pc:docMkLst>
        <pc:docMk/>
      </pc:docMkLst>
      <pc:sldChg chg="addSp modSp mod">
        <pc:chgData name="Nigel Zhuwaki" userId="601ab1a4-89ec-42bd-bbbd-3cbdd75d5043" providerId="ADAL" clId="{FD94FAF6-F80E-40A7-9173-AD9516BB5441}" dt="2026-10-12T14:35:12.813" v="56" actId="20577"/>
        <pc:sldMkLst>
          <pc:docMk/>
          <pc:sldMk cId="2019262759" sldId="258"/>
        </pc:sldMkLst>
        <pc:spChg chg="add mod">
          <ac:chgData name="Nigel Zhuwaki" userId="601ab1a4-89ec-42bd-bbbd-3cbdd75d5043" providerId="ADAL" clId="{FD94FAF6-F80E-40A7-9173-AD9516BB5441}" dt="2026-10-12T14:35:12.813" v="56" actId="20577"/>
          <ac:spMkLst>
            <pc:docMk/>
            <pc:sldMk cId="2019262759" sldId="258"/>
            <ac:spMk id="4" creationId="{AF5F919A-3F1A-75DA-EDF1-8460EA6E1A41}"/>
          </ac:spMkLst>
        </pc:spChg>
      </pc:sldChg>
      <pc:sldChg chg="addSp modSp mod">
        <pc:chgData name="Nigel Zhuwaki" userId="601ab1a4-89ec-42bd-bbbd-3cbdd75d5043" providerId="ADAL" clId="{FD94FAF6-F80E-40A7-9173-AD9516BB5441}" dt="2026-10-12T14:40:19.417" v="201" actId="20577"/>
        <pc:sldMkLst>
          <pc:docMk/>
          <pc:sldMk cId="2019262759" sldId="260"/>
        </pc:sldMkLst>
        <pc:spChg chg="add mod">
          <ac:chgData name="Nigel Zhuwaki" userId="601ab1a4-89ec-42bd-bbbd-3cbdd75d5043" providerId="ADAL" clId="{FD94FAF6-F80E-40A7-9173-AD9516BB5441}" dt="2026-10-12T14:40:19.417" v="201" actId="20577"/>
          <ac:spMkLst>
            <pc:docMk/>
            <pc:sldMk cId="2019262759" sldId="260"/>
            <ac:spMk id="5" creationId="{C195ADE2-C685-CAB5-FCFD-EEC33FEEF07B}"/>
          </ac:spMkLst>
        </pc:spChg>
      </pc:sldChg>
      <pc:sldChg chg="addSp modSp mod">
        <pc:chgData name="Nigel Zhuwaki" userId="601ab1a4-89ec-42bd-bbbd-3cbdd75d5043" providerId="ADAL" clId="{FD94FAF6-F80E-40A7-9173-AD9516BB5441}" dt="2026-10-12T14:49:23.126" v="458" actId="20577"/>
        <pc:sldMkLst>
          <pc:docMk/>
          <pc:sldMk cId="2019262759" sldId="262"/>
        </pc:sldMkLst>
        <pc:spChg chg="add mod">
          <ac:chgData name="Nigel Zhuwaki" userId="601ab1a4-89ec-42bd-bbbd-3cbdd75d5043" providerId="ADAL" clId="{FD94FAF6-F80E-40A7-9173-AD9516BB5441}" dt="2026-10-12T14:49:23.126" v="458" actId="20577"/>
          <ac:spMkLst>
            <pc:docMk/>
            <pc:sldMk cId="2019262759" sldId="262"/>
            <ac:spMk id="5" creationId="{F7801AA1-C4B7-2451-4D49-DAED1B2F8818}"/>
          </ac:spMkLst>
        </pc:spChg>
      </pc:sldChg>
      <pc:sldChg chg="addSp modSp mod">
        <pc:chgData name="Nigel Zhuwaki" userId="601ab1a4-89ec-42bd-bbbd-3cbdd75d5043" providerId="ADAL" clId="{FD94FAF6-F80E-40A7-9173-AD9516BB5441}" dt="2026-10-12T14:52:14.496" v="746" actId="1076"/>
        <pc:sldMkLst>
          <pc:docMk/>
          <pc:sldMk cId="2019262759" sldId="264"/>
        </pc:sldMkLst>
        <pc:spChg chg="add mod">
          <ac:chgData name="Nigel Zhuwaki" userId="601ab1a4-89ec-42bd-bbbd-3cbdd75d5043" providerId="ADAL" clId="{FD94FAF6-F80E-40A7-9173-AD9516BB5441}" dt="2026-10-12T14:52:14.496" v="746" actId="1076"/>
          <ac:spMkLst>
            <pc:docMk/>
            <pc:sldMk cId="2019262759" sldId="264"/>
            <ac:spMk id="7" creationId="{13DF7122-BC81-8443-1812-1AE41A0C5B87}"/>
          </ac:spMkLst>
        </pc:spChg>
      </pc:sldChg>
      <pc:sldChg chg="delSp modSp">
        <pc:chgData name="Nigel Zhuwaki" userId="601ab1a4-89ec-42bd-bbbd-3cbdd75d5043" providerId="ADAL" clId="{FD94FAF6-F80E-40A7-9173-AD9516BB5441}" dt="2026-10-12T11:01:53.205" v="5"/>
        <pc:sldMkLst>
          <pc:docMk/>
          <pc:sldMk cId="2019262759" sldId="266"/>
        </pc:sldMkLst>
        <pc:grpChg chg="mod">
          <ac:chgData name="Nigel Zhuwaki" userId="601ab1a4-89ec-42bd-bbbd-3cbdd75d5043" providerId="ADAL" clId="{FD94FAF6-F80E-40A7-9173-AD9516BB5441}" dt="2026-10-12T10:59:13.367" v="2"/>
          <ac:grpSpMkLst>
            <pc:docMk/>
            <pc:sldMk cId="2019262759" sldId="266"/>
            <ac:grpSpMk id="10" creationId="{3D37963D-AD37-A35D-C17B-AA3620FF935D}"/>
          </ac:grpSpMkLst>
        </pc:grpChg>
        <pc:grpChg chg="mod">
          <ac:chgData name="Nigel Zhuwaki" userId="601ab1a4-89ec-42bd-bbbd-3cbdd75d5043" providerId="ADAL" clId="{FD94FAF6-F80E-40A7-9173-AD9516BB5441}" dt="2026-10-12T11:01:42.298" v="3"/>
          <ac:grpSpMkLst>
            <pc:docMk/>
            <pc:sldMk cId="2019262759" sldId="266"/>
            <ac:grpSpMk id="14" creationId="{3C6289BB-F2CA-4455-B274-7078AFB32F86}"/>
          </ac:grpSpMkLst>
        </pc:grpChg>
        <pc:grpChg chg="del 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19" creationId="{7F1457B6-345A-18DC-32D2-7362069A1037}"/>
          </ac:grpSpMkLst>
        </pc:grpChg>
        <pc:grpChg chg="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21" creationId="{5B144456-6151-7D26-FF3B-BE41721F63D1}"/>
          </ac:grpSpMkLst>
        </pc:grp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6" creationId="{DF5F3AC2-3327-FCC7-6D67-0929A2F786F7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7" creationId="{19D744A8-D0D6-EF14-7D69-A857EA7FEE48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9" creationId="{DF1258E4-4FFA-4C56-24AD-AD7BFE2761D2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1" creationId="{20EEC612-1C23-2350-33C3-BC79979C1BED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2" creationId="{D5F338E2-7EA0-9E18-0E35-2021A65D643A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3" creationId="{986C1384-8528-6F44-4075-0DEB83FB14D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5" creationId="{C9614290-2685-3586-E10B-190009EBF649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6" creationId="{AE40C8CC-5B04-9D7D-4B3E-EA02F0FAE31B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7" creationId="{B23B405D-8A33-4116-08A6-80D33A78848F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8" creationId="{62FF2EE2-74F8-CA6C-28A1-3EE0D1DFED7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20" creationId="{4FBA43CD-0ADD-2D0F-C834-BA33ACF157EC}"/>
          </ac:inkMkLst>
        </pc:inkChg>
      </pc:sldChg>
      <pc:sldChg chg="addSp modSp">
        <pc:chgData name="Nigel Zhuwaki" userId="601ab1a4-89ec-42bd-bbbd-3cbdd75d5043" providerId="ADAL" clId="{FD94FAF6-F80E-40A7-9173-AD9516BB5441}" dt="2026-10-12T10:48:20.409" v="1"/>
        <pc:sldMkLst>
          <pc:docMk/>
          <pc:sldMk cId="75318732" sldId="270"/>
        </pc:sldMkLst>
        <pc:spChg chg="add mod">
          <ac:chgData name="Nigel Zhuwaki" userId="601ab1a4-89ec-42bd-bbbd-3cbdd75d5043" providerId="ADAL" clId="{FD94FAF6-F80E-40A7-9173-AD9516BB5441}" dt="2026-10-12T10:43:50.334" v="0" actId="571"/>
          <ac:spMkLst>
            <pc:docMk/>
            <pc:sldMk cId="75318732" sldId="270"/>
            <ac:spMk id="7" creationId="{14739CA6-736F-9F9F-FEDC-7E4E4345B182}"/>
          </ac:spMkLst>
        </pc:spChg>
        <pc:picChg chg="add">
          <ac:chgData name="Nigel Zhuwaki" userId="601ab1a4-89ec-42bd-bbbd-3cbdd75d5043" providerId="ADAL" clId="{FD94FAF6-F80E-40A7-9173-AD9516BB5441}" dt="2026-10-12T10:48:20.409" v="1"/>
          <ac:picMkLst>
            <pc:docMk/>
            <pc:sldMk cId="75318732" sldId="270"/>
            <ac:picMk id="9" creationId="{91BCDE9B-72BE-25DD-B6F0-BF068B61CA65}"/>
          </ac:picMkLst>
        </pc:picChg>
      </pc:sldChg>
      <pc:sldChg chg="addSp modSp mod">
        <pc:chgData name="Nigel Zhuwaki" userId="601ab1a4-89ec-42bd-bbbd-3cbdd75d5043" providerId="ADAL" clId="{FD94FAF6-F80E-40A7-9173-AD9516BB5441}" dt="2026-10-12T14:39:38.538" v="156"/>
        <pc:sldMkLst>
          <pc:docMk/>
          <pc:sldMk cId="1007797198" sldId="272"/>
        </pc:sldMkLst>
        <pc:spChg chg="add mod">
          <ac:chgData name="Nigel Zhuwaki" userId="601ab1a4-89ec-42bd-bbbd-3cbdd75d5043" providerId="ADAL" clId="{FD94FAF6-F80E-40A7-9173-AD9516BB5441}" dt="2026-10-12T14:37:38.556" v="155" actId="14100"/>
          <ac:spMkLst>
            <pc:docMk/>
            <pc:sldMk cId="1007797198" sldId="272"/>
            <ac:spMk id="5" creationId="{A516FBE6-6EAF-DE63-7B45-2CC90BA7C81A}"/>
          </ac:spMkLst>
        </pc:spChg>
        <pc:inkChg chg="add">
          <ac:chgData name="Nigel Zhuwaki" userId="601ab1a4-89ec-42bd-bbbd-3cbdd75d5043" providerId="ADAL" clId="{FD94FAF6-F80E-40A7-9173-AD9516BB5441}" dt="2026-10-12T14:39:38.538" v="156"/>
          <ac:inkMkLst>
            <pc:docMk/>
            <pc:sldMk cId="1007797198" sldId="272"/>
            <ac:inkMk id="6" creationId="{A8ECDE91-8F26-DC10-8260-FF8AFC467426}"/>
          </ac:inkMkLst>
        </pc:inkChg>
      </pc:sldChg>
      <pc:sldChg chg="addSp modSp mod">
        <pc:chgData name="Nigel Zhuwaki" userId="601ab1a4-89ec-42bd-bbbd-3cbdd75d5043" providerId="ADAL" clId="{FD94FAF6-F80E-40A7-9173-AD9516BB5441}" dt="2026-10-12T14:47:05.446" v="296" actId="20577"/>
        <pc:sldMkLst>
          <pc:docMk/>
          <pc:sldMk cId="2005194078" sldId="273"/>
        </pc:sldMkLst>
        <pc:spChg chg="add mod">
          <ac:chgData name="Nigel Zhuwaki" userId="601ab1a4-89ec-42bd-bbbd-3cbdd75d5043" providerId="ADAL" clId="{FD94FAF6-F80E-40A7-9173-AD9516BB5441}" dt="2026-10-12T14:46:00.918" v="289" actId="14100"/>
          <ac:spMkLst>
            <pc:docMk/>
            <pc:sldMk cId="2005194078" sldId="273"/>
            <ac:spMk id="5" creationId="{A57C8B2B-0746-6D08-B372-653AE81303B9}"/>
          </ac:spMkLst>
        </pc:spChg>
        <pc:spChg chg="add mod">
          <ac:chgData name="Nigel Zhuwaki" userId="601ab1a4-89ec-42bd-bbbd-3cbdd75d5043" providerId="ADAL" clId="{FD94FAF6-F80E-40A7-9173-AD9516BB5441}" dt="2026-10-12T14:47:05.446" v="296" actId="20577"/>
          <ac:spMkLst>
            <pc:docMk/>
            <pc:sldMk cId="2005194078" sldId="273"/>
            <ac:spMk id="6" creationId="{31F4F23C-37A8-0C0B-DB70-C034E2CC3E0A}"/>
          </ac:spMkLst>
        </pc:spChg>
      </pc:sldChg>
      <pc:sldChg chg="addSp modSp mod">
        <pc:chgData name="Nigel Zhuwaki" userId="601ab1a4-89ec-42bd-bbbd-3cbdd75d5043" providerId="ADAL" clId="{FD94FAF6-F80E-40A7-9173-AD9516BB5441}" dt="2026-10-12T14:48:54.973" v="375" actId="404"/>
        <pc:sldMkLst>
          <pc:docMk/>
          <pc:sldMk cId="3580527094" sldId="274"/>
        </pc:sldMkLst>
        <pc:spChg chg="add mod">
          <ac:chgData name="Nigel Zhuwaki" userId="601ab1a4-89ec-42bd-bbbd-3cbdd75d5043" providerId="ADAL" clId="{FD94FAF6-F80E-40A7-9173-AD9516BB5441}" dt="2026-10-12T14:48:54.973" v="375" actId="404"/>
          <ac:spMkLst>
            <pc:docMk/>
            <pc:sldMk cId="3580527094" sldId="274"/>
            <ac:spMk id="4" creationId="{0FFA827C-27DC-65B5-762B-EF79520C7BE7}"/>
          </ac:spMkLst>
        </pc:spChg>
        <pc:spChg chg="mod">
          <ac:chgData name="Nigel Zhuwaki" userId="601ab1a4-89ec-42bd-bbbd-3cbdd75d5043" providerId="ADAL" clId="{FD94FAF6-F80E-40A7-9173-AD9516BB5441}" dt="2026-10-12T14:48:54.973" v="375" actId="404"/>
          <ac:spMkLst>
            <pc:docMk/>
            <pc:sldMk cId="3580527094" sldId="274"/>
            <ac:spMk id="81" creationId="{082D0934-B0D2-243F-D9F6-85CAAB7C4D8C}"/>
          </ac:spMkLst>
        </pc:spChg>
      </pc:sldChg>
      <pc:sldChg chg="addSp modSp mod">
        <pc:chgData name="Nigel Zhuwaki" userId="601ab1a4-89ec-42bd-bbbd-3cbdd75d5043" providerId="ADAL" clId="{FD94FAF6-F80E-40A7-9173-AD9516BB5441}" dt="2026-10-12T14:54:26.158" v="866" actId="20577"/>
        <pc:sldMkLst>
          <pc:docMk/>
          <pc:sldMk cId="3303569939" sldId="275"/>
        </pc:sldMkLst>
        <pc:spChg chg="add mod">
          <ac:chgData name="Nigel Zhuwaki" userId="601ab1a4-89ec-42bd-bbbd-3cbdd75d5043" providerId="ADAL" clId="{FD94FAF6-F80E-40A7-9173-AD9516BB5441}" dt="2026-10-12T14:54:26.158" v="866" actId="20577"/>
          <ac:spMkLst>
            <pc:docMk/>
            <pc:sldMk cId="3303569939" sldId="275"/>
            <ac:spMk id="5" creationId="{97633676-C4DF-7422-1C2F-4D733765C541}"/>
          </ac:spMkLst>
        </pc:spChg>
      </pc:sldChg>
      <pc:sldChg chg="mod modShow">
        <pc:chgData name="Nigel Zhuwaki" userId="601ab1a4-89ec-42bd-bbbd-3cbdd75d5043" providerId="ADAL" clId="{FD94FAF6-F80E-40A7-9173-AD9516BB5441}" dt="2026-10-12T15:18:57.953" v="1177" actId="34476"/>
        <pc:sldMkLst>
          <pc:docMk/>
          <pc:sldMk cId="3788155840" sldId="276"/>
        </pc:sldMkLst>
      </pc:sldChg>
      <pc:sldChg chg="addSp modSp mod">
        <pc:chgData name="Nigel Zhuwaki" userId="601ab1a4-89ec-42bd-bbbd-3cbdd75d5043" providerId="ADAL" clId="{FD94FAF6-F80E-40A7-9173-AD9516BB5441}" dt="2026-10-12T14:56:04.855" v="905" actId="20577"/>
        <pc:sldMkLst>
          <pc:docMk/>
          <pc:sldMk cId="3729265096" sldId="277"/>
        </pc:sldMkLst>
        <pc:spChg chg="add mod">
          <ac:chgData name="Nigel Zhuwaki" userId="601ab1a4-89ec-42bd-bbbd-3cbdd75d5043" providerId="ADAL" clId="{FD94FAF6-F80E-40A7-9173-AD9516BB5441}" dt="2026-10-12T14:56:04.855" v="905" actId="20577"/>
          <ac:spMkLst>
            <pc:docMk/>
            <pc:sldMk cId="3729265096" sldId="277"/>
            <ac:spMk id="10" creationId="{62F43DF3-5478-4EFA-26CD-2E619C649F56}"/>
          </ac:spMkLst>
        </pc:spChg>
        <pc:spChg chg="mod">
          <ac:chgData name="Nigel Zhuwaki" userId="601ab1a4-89ec-42bd-bbbd-3cbdd75d5043" providerId="ADAL" clId="{FD94FAF6-F80E-40A7-9173-AD9516BB5441}" dt="2026-10-12T14:54:53.602" v="867" actId="113"/>
          <ac:spMkLst>
            <pc:docMk/>
            <pc:sldMk cId="3729265096" sldId="277"/>
            <ac:spMk id="74" creationId="{00000000-0000-0000-0000-000000000000}"/>
          </ac:spMkLst>
        </pc:spChg>
        <pc:spChg chg="mod">
          <ac:chgData name="Nigel Zhuwaki" userId="601ab1a4-89ec-42bd-bbbd-3cbdd75d5043" providerId="ADAL" clId="{FD94FAF6-F80E-40A7-9173-AD9516BB5441}" dt="2026-10-12T14:55:11.720" v="868" actId="113"/>
          <ac:spMkLst>
            <pc:docMk/>
            <pc:sldMk cId="3729265096" sldId="277"/>
            <ac:spMk id="84" creationId="{00000000-0000-0000-0000-000000000000}"/>
          </ac:spMkLst>
        </pc:spChg>
      </pc:sldChg>
      <pc:sldChg chg="addSp delSp modSp mod">
        <pc:chgData name="Nigel Zhuwaki" userId="601ab1a4-89ec-42bd-bbbd-3cbdd75d5043" providerId="ADAL" clId="{FD94FAF6-F80E-40A7-9173-AD9516BB5441}" dt="2026-10-12T15:06:57.008" v="1176" actId="478"/>
        <pc:sldMkLst>
          <pc:docMk/>
          <pc:sldMk cId="326547540" sldId="278"/>
        </pc:sldMkLst>
        <pc:spChg chg="add mod">
          <ac:chgData name="Nigel Zhuwaki" userId="601ab1a4-89ec-42bd-bbbd-3cbdd75d5043" providerId="ADAL" clId="{FD94FAF6-F80E-40A7-9173-AD9516BB5441}" dt="2026-10-12T15:04:38.019" v="1174" actId="20577"/>
          <ac:spMkLst>
            <pc:docMk/>
            <pc:sldMk cId="326547540" sldId="278"/>
            <ac:spMk id="4" creationId="{FF4DBDED-1C2A-7D01-A903-85012B318B2C}"/>
          </ac:spMkLst>
        </pc:spChg>
        <pc:spChg chg="add del mod">
          <ac:chgData name="Nigel Zhuwaki" userId="601ab1a4-89ec-42bd-bbbd-3cbdd75d5043" providerId="ADAL" clId="{FD94FAF6-F80E-40A7-9173-AD9516BB5441}" dt="2026-10-12T15:06:57.008" v="1176" actId="478"/>
          <ac:spMkLst>
            <pc:docMk/>
            <pc:sldMk cId="326547540" sldId="278"/>
            <ac:spMk id="5" creationId="{078989C6-8D2E-171D-F406-5D0825A4B9A0}"/>
          </ac:spMkLst>
        </pc:spChg>
        <pc:spChg chg="mod">
          <ac:chgData name="Nigel Zhuwaki" userId="601ab1a4-89ec-42bd-bbbd-3cbdd75d5043" providerId="ADAL" clId="{FD94FAF6-F80E-40A7-9173-AD9516BB5441}" dt="2026-10-12T14:28:05.441" v="6" actId="1076"/>
          <ac:spMkLst>
            <pc:docMk/>
            <pc:sldMk cId="326547540" sldId="278"/>
            <ac:spMk id="84" creationId="{082D0934-B0D2-243F-D9F6-85CAAB7C4D8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Production (assumed)</c:v>
          </c:tx>
          <c:spPr>
            <a:solidFill>
              <a:srgbClr val="6782B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Data'!$B$2:$B$3</c:f>
              <c:numCache>
                <c:formatCode>0.00;\-0.00;</c:formatCode>
                <c:ptCount val="2"/>
                <c:pt idx="0">
                  <c:v>5.8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98-444E-B683-B147F17C1B41}"/>
            </c:ext>
          </c:extLst>
        </c:ser>
        <c:ser>
          <c:idx val="1"/>
          <c:order val="1"/>
          <c:tx>
            <c:v>Imports (recorded)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Data'!$D$2:$D$3</c:f>
              <c:numCache>
                <c:formatCode>0.00;\-0.00;</c:formatCode>
                <c:ptCount val="2"/>
                <c:pt idx="0">
                  <c:v>16.702191440219998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98-444E-B683-B147F17C1B41}"/>
            </c:ext>
          </c:extLst>
        </c:ser>
        <c:ser>
          <c:idx val="2"/>
          <c:order val="2"/>
          <c:tx>
            <c:v>Consumption (estimated)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Data'!$F$2:$F$3</c:f>
              <c:numCache>
                <c:formatCode>0.00;\-0.00;</c:formatCode>
                <c:ptCount val="2"/>
                <c:pt idx="0">
                  <c:v>0</c:v>
                </c:pt>
                <c:pt idx="1">
                  <c:v>20.9873881970952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098-444E-B683-B147F17C1B41}"/>
            </c:ext>
          </c:extLst>
        </c:ser>
        <c:ser>
          <c:idx val="3"/>
          <c:order val="3"/>
          <c:tx>
            <c:v>Exports (recorded)</c:v>
          </c:tx>
          <c:spPr>
            <a:solidFill>
              <a:srgbClr val="9292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Data'!$H$2:$H$3</c:f>
              <c:numCache>
                <c:formatCode>0.00;\-0.00;</c:formatCode>
                <c:ptCount val="2"/>
                <c:pt idx="0">
                  <c:v>0</c:v>
                </c:pt>
                <c:pt idx="1">
                  <c:v>1.54846267607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098-444E-B683-B147F17C1B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;\-0.00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1"/>
        <c:ser>
          <c:idx val="0"/>
          <c:order val="0"/>
          <c:tx>
            <c:v>Petrol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11.475709420317999</c:v>
                </c:pt>
                <c:pt idx="3">
                  <c:v>11.462252466686</c:v>
                </c:pt>
                <c:pt idx="4">
                  <c:v>11.174082980370001</c:v>
                </c:pt>
                <c:pt idx="5">
                  <c:v>11.141630546702</c:v>
                </c:pt>
                <c:pt idx="6">
                  <c:v>10.773208065062001</c:v>
                </c:pt>
                <c:pt idx="7">
                  <c:v>8.7614709614960002</c:v>
                </c:pt>
                <c:pt idx="8">
                  <c:v>9.3015842276829996</c:v>
                </c:pt>
                <c:pt idx="9">
                  <c:v>9.1848699155729996</c:v>
                </c:pt>
                <c:pt idx="10">
                  <c:v>9.0369501134920007</c:v>
                </c:pt>
                <c:pt idx="11">
                  <c:v>8.9459028410985706</c:v>
                </c:pt>
                <c:pt idx="12">
                  <c:v>8.8557728699744995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13.520139251950001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12.908631232216999</c:v>
                </c:pt>
                <c:pt idx="7">
                  <c:v>11.689957759296</c:v>
                </c:pt>
                <c:pt idx="8">
                  <c:v>12.945782750435001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Petrol road 8.59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8.7658416100872412</c:v>
                </c:pt>
                <c:pt idx="1">
                  <c:v>8.6775257558656111</c:v>
                </c:pt>
                <c:pt idx="2">
                  <c:v>8.5900996838752661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B7-4AB8-893B-D630D4D883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petrol 0.27</c:v>
                </c:pt>
              </c:strCache>
            </c:strRef>
          </c:tx>
          <c:spPr>
            <a:solidFill>
              <a:srgbClr val="3F559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0.27110850340476028</c:v>
                </c:pt>
                <c:pt idx="1">
                  <c:v>0.26837708523295728</c:v>
                </c:pt>
                <c:pt idx="2">
                  <c:v>0.26567318609923529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B7-4AB8-893B-D630D4D883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Freight diesel 4.82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Sheet1!$D$2:$D$4</c:f>
              <c:numCache>
                <c:formatCode>0.00</c:formatCode>
                <c:ptCount val="3"/>
                <c:pt idx="0">
                  <c:v>4.841361915996</c:v>
                </c:pt>
                <c:pt idx="1">
                  <c:v>4.8653266574801801</c:v>
                </c:pt>
                <c:pt idx="2">
                  <c:v>4.8245471123879353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B7-4AB8-893B-D630D4D8836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road diesel 1.61</c:v>
                </c:pt>
              </c:strCache>
            </c:strRef>
          </c:tx>
          <c:spPr>
            <a:solidFill>
              <a:srgbClr val="9DB0D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Sheet1!$E$2:$E$4</c:f>
              <c:numCache>
                <c:formatCode>0.00</c:formatCode>
                <c:ptCount val="3"/>
                <c:pt idx="0">
                  <c:v>1.613787305332</c:v>
                </c:pt>
                <c:pt idx="1">
                  <c:v>1.6217755524933932</c:v>
                </c:pt>
                <c:pt idx="2">
                  <c:v>1.6081823707959784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BB7-4AB8-893B-D630D4D8836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Mining 1.41</c:v>
                </c:pt>
              </c:strCache>
            </c:strRef>
          </c:tx>
          <c:spPr>
            <a:solidFill>
              <a:srgbClr val="40404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Sheet1!$F$2:$F$4</c:f>
              <c:numCache>
                <c:formatCode>0.00</c:formatCode>
                <c:ptCount val="3"/>
                <c:pt idx="0">
                  <c:v>1.3959664570874284</c:v>
                </c:pt>
                <c:pt idx="1">
                  <c:v>1.4037204366913902</c:v>
                </c:pt>
                <c:pt idx="2">
                  <c:v>1.4063467846217641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B7-4AB8-893B-D630D4D8836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Agriculture 1.13</c:v>
                </c:pt>
              </c:strCache>
            </c:strRef>
          </c:tx>
          <c:spPr>
            <a:solidFill>
              <a:srgbClr val="76767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Sheet1!$G$2:$G$4</c:f>
              <c:numCache>
                <c:formatCode>0.00</c:formatCode>
                <c:ptCount val="3"/>
                <c:pt idx="0">
                  <c:v>1.0552755203659356</c:v>
                </c:pt>
                <c:pt idx="1">
                  <c:v>0.9633403153504746</c:v>
                </c:pt>
                <c:pt idx="2">
                  <c:v>1.1312246982365153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BB7-4AB8-893B-D630D4D8836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Manufacturing 0.17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Sheet1!$H$2:$H$4</c:f>
              <c:numCache>
                <c:formatCode>0.00</c:formatCode>
                <c:ptCount val="3"/>
                <c:pt idx="0">
                  <c:v>0.16789786744139165</c:v>
                </c:pt>
                <c:pt idx="1">
                  <c:v>0.16721110753544252</c:v>
                </c:pt>
                <c:pt idx="2">
                  <c:v>0.16507618000173108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B7-4AB8-893B-D630D4D8836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Power 1.08</c:v>
                </c:pt>
              </c:strCache>
            </c:strRef>
          </c:tx>
          <c:spPr>
            <a:solidFill>
              <a:srgbClr val="BDBEC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Sheet1!$I$2:$I$4</c:f>
              <c:numCache>
                <c:formatCode>0.00</c:formatCode>
                <c:ptCount val="3"/>
                <c:pt idx="0">
                  <c:v>2.0778800000000004</c:v>
                </c:pt>
                <c:pt idx="1">
                  <c:v>2.1972900000000002</c:v>
                </c:pt>
                <c:pt idx="2">
                  <c:v>1.08432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BB7-4AB8-893B-D630D4D8836C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Other diesel 1.91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Sheet1!$J$2:$J$4</c:f>
              <c:numCache>
                <c:formatCode>0.00</c:formatCode>
                <c:ptCount val="3"/>
                <c:pt idx="0">
                  <c:v>1.7553308995852444</c:v>
                </c:pt>
                <c:pt idx="1">
                  <c:v>1.9165420959151986</c:v>
                </c:pt>
                <c:pt idx="2">
                  <c:v>1.9119181810768164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B7-4AB8-893B-D630D4D883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"/>
          <c:min val="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1.3959664570874299</c:v>
                </c:pt>
                <c:pt idx="1">
                  <c:v>1.40372043669139</c:v>
                </c:pt>
                <c:pt idx="2">
                  <c:v>1.4063467846217601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1.0552755203659401</c:v>
                </c:pt>
                <c:pt idx="1">
                  <c:v>0.96334031535047504</c:v>
                </c:pt>
                <c:pt idx="2">
                  <c:v>1.1312246982365199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0.16789786744139201</c:v>
                </c:pt>
                <c:pt idx="1">
                  <c:v>0.16721110753544299</c:v>
                </c:pt>
                <c:pt idx="2">
                  <c:v>0.16507618000173099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1.1294999999999999</c:v>
                </c:pt>
                <c:pt idx="2">
                  <c:v>0.67910000000000004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976.46799999999996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154</c:v>
                </c:pt>
                <c:pt idx="1">
                  <c:v>92</c:v>
                </c:pt>
                <c:pt idx="2">
                  <c:v>218</c:v>
                </c:pt>
                <c:pt idx="3">
                  <c:v>502</c:v>
                </c:pt>
                <c:pt idx="4">
                  <c:v>929</c:v>
                </c:pt>
                <c:pt idx="5">
                  <c:v>1257</c:v>
                </c:pt>
                <c:pt idx="6">
                  <c:v>1088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5B-492A-B87F-602A98085C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Plug-in hybrid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72</c:v>
                </c:pt>
                <c:pt idx="1">
                  <c:v>77</c:v>
                </c:pt>
                <c:pt idx="2">
                  <c:v>51</c:v>
                </c:pt>
                <c:pt idx="3">
                  <c:v>122</c:v>
                </c:pt>
                <c:pt idx="4">
                  <c:v>368</c:v>
                </c:pt>
                <c:pt idx="5">
                  <c:v>738</c:v>
                </c:pt>
                <c:pt idx="6">
                  <c:v>2810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5B-492A-B87F-602A98085C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Conventional hybrid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181</c:v>
                </c:pt>
                <c:pt idx="1">
                  <c:v>155</c:v>
                </c:pt>
                <c:pt idx="2">
                  <c:v>627</c:v>
                </c:pt>
                <c:pt idx="3">
                  <c:v>4070</c:v>
                </c:pt>
                <c:pt idx="4">
                  <c:v>6485</c:v>
                </c:pt>
                <c:pt idx="5">
                  <c:v>13616</c:v>
                </c:pt>
                <c:pt idx="6">
                  <c:v>12818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5B-492A-B87F-602A98085C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  <c:dTable>
        <c:showHorzBorder val="1"/>
        <c:showVertBorder val="0"/>
        <c:showOutline val="0"/>
        <c:showKeys val="1"/>
        <c:spPr>
          <a:noFill/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</c:dTable>
    </c:plotArea>
    <c:plotVisOnly val="1"/>
    <c:dispBlanksAs val="gap"/>
    <c:showDLblsOverMax val="1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Petrol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circle"/>
            <c:size val="5"/>
            <c:spPr>
              <a:solidFill>
                <a:srgbClr val="0A2373"/>
              </a:solidFill>
              <a:ln>
                <a:solidFill>
                  <a:srgbClr val="0A2373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288-400D-8D67-0DFF84A0013E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88-400D-8D67-0DFF84A0013E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88-400D-8D67-0DFF84A0013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17.399999999999999</c:v>
                </c:pt>
                <c:pt idx="1">
                  <c:v>15.1</c:v>
                </c:pt>
                <c:pt idx="2">
                  <c:v>13.4</c:v>
                </c:pt>
                <c:pt idx="3">
                  <c:v>12.8</c:v>
                </c:pt>
                <c:pt idx="4">
                  <c:v>12.2</c:v>
                </c:pt>
                <c:pt idx="5">
                  <c:v>11.8</c:v>
                </c:pt>
                <c:pt idx="6">
                  <c:v>11</c:v>
                </c:pt>
                <c:pt idx="7">
                  <c:v>10.5</c:v>
                </c:pt>
                <c:pt idx="8">
                  <c:v>9.6999999999999993</c:v>
                </c:pt>
                <c:pt idx="9">
                  <c:v>9.1999999999999993</c:v>
                </c:pt>
                <c:pt idx="10">
                  <c:v>8.8000000000000007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288-400D-8D67-0DFF84A001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circle"/>
            <c:size val="5"/>
            <c:spPr>
              <a:solidFill>
                <a:srgbClr val="6782B4"/>
              </a:solidFill>
              <a:ln>
                <a:solidFill>
                  <a:srgbClr val="6782B4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288-400D-8D67-0DFF84A0013E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88-400D-8D67-0DFF84A0013E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288-400D-8D67-0DFF84A0013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0.0</c:formatCode>
                <c:ptCount val="11"/>
                <c:pt idx="0">
                  <c:v>13.4</c:v>
                </c:pt>
                <c:pt idx="1">
                  <c:v>11.8</c:v>
                </c:pt>
                <c:pt idx="2">
                  <c:v>10.6</c:v>
                </c:pt>
                <c:pt idx="3">
                  <c:v>10.1</c:v>
                </c:pt>
                <c:pt idx="4">
                  <c:v>9.6</c:v>
                </c:pt>
                <c:pt idx="5">
                  <c:v>9.1999999999999993</c:v>
                </c:pt>
                <c:pt idx="6">
                  <c:v>8.6999999999999993</c:v>
                </c:pt>
                <c:pt idx="7">
                  <c:v>8.3000000000000007</c:v>
                </c:pt>
                <c:pt idx="8">
                  <c:v>7.8</c:v>
                </c:pt>
                <c:pt idx="9">
                  <c:v>7.7</c:v>
                </c:pt>
                <c:pt idx="10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288-400D-8D67-0DFF84A00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"/>
          <c:min val="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10.393065999999999</c:v>
                </c:pt>
                <c:pt idx="3">
                  <c:v>9.4344400000000004</c:v>
                </c:pt>
                <c:pt idx="4">
                  <c:v>9.9745600000000003</c:v>
                </c:pt>
                <c:pt idx="5">
                  <c:v>10.424467</c:v>
                </c:pt>
                <c:pt idx="6">
                  <c:v>7.8949999999999996</c:v>
                </c:pt>
                <c:pt idx="7">
                  <c:v>6.3513066670000002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9.5877400000000002</c:v>
                </c:pt>
                <c:pt idx="1">
                  <c:v>9.3684820000000002</c:v>
                </c:pt>
                <c:pt idx="2">
                  <c:v>9.0141899999999993</c:v>
                </c:pt>
                <c:pt idx="3">
                  <c:v>7.9217259999999996</c:v>
                </c:pt>
                <c:pt idx="4">
                  <c:v>8.425262</c:v>
                </c:pt>
                <c:pt idx="5">
                  <c:v>9.0803569999999993</c:v>
                </c:pt>
                <c:pt idx="6">
                  <c:v>6.4478095</c:v>
                </c:pt>
                <c:pt idx="7">
                  <c:v>5.3149642860000004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imports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20.59052241378107</c:v>
                </c:pt>
                <c:pt idx="2">
                  <c:v>20.197901888154842</c:v>
                </c:pt>
                <c:pt idx="3">
                  <c:v>19.809472599297052</c:v>
                </c:pt>
                <c:pt idx="4">
                  <c:v>19.425181211618764</c:v>
                </c:pt>
                <c:pt idx="5">
                  <c:v>19.044975066674194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60-487D-9F5F-4D234D416C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20.959573230766598</c:v>
                </c:pt>
                <c:pt idx="2">
                  <c:v>20.932574854168369</c:v>
                </c:pt>
                <c:pt idx="3">
                  <c:v>20.906406633523154</c:v>
                </c:pt>
                <c:pt idx="4">
                  <c:v>20.881082360561916</c:v>
                </c:pt>
                <c:pt idx="5">
                  <c:v>20.856616056089173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60-487D-9F5F-4D234D416C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imports</c:v>
                </c:pt>
              </c:strCache>
            </c:strRef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Sheet1!$D$2:$D$7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21.385830945103333</c:v>
                </c:pt>
                <c:pt idx="2">
                  <c:v>21.792377951949732</c:v>
                </c:pt>
                <c:pt idx="3">
                  <c:v>22.207197175375317</c:v>
                </c:pt>
                <c:pt idx="4">
                  <c:v>22.630460128246419</c:v>
                </c:pt>
                <c:pt idx="5">
                  <c:v>23.062341955527902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60-487D-9F5F-4D234D416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5"/>
          <c:min val="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imports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16.735850873165241</c:v>
                </c:pt>
                <c:pt idx="1">
                  <c:v>16.164985089851069</c:v>
                </c:pt>
                <c:pt idx="2">
                  <c:v>15.598364564224843</c:v>
                </c:pt>
                <c:pt idx="3">
                  <c:v>15.035935275367054</c:v>
                </c:pt>
                <c:pt idx="4">
                  <c:v>11.644311431365011</c:v>
                </c:pt>
                <c:pt idx="5">
                  <c:v>8.2567728300966881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12-4A36-81F6-5C21990664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16.735850873165241</c:v>
                </c:pt>
                <c:pt idx="1">
                  <c:v>16.708035906836596</c:v>
                </c:pt>
                <c:pt idx="2">
                  <c:v>16.681037530238367</c:v>
                </c:pt>
                <c:pt idx="3">
                  <c:v>16.654869309593153</c:v>
                </c:pt>
                <c:pt idx="4">
                  <c:v>16.629545036631914</c:v>
                </c:pt>
                <c:pt idx="5">
                  <c:v>16.605078732159171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12-4A36-81F6-5C21990664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imports</c:v>
                </c:pt>
              </c:strCache>
            </c:strRef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Sheet1!$D$2:$D$7</c:f>
              <c:numCache>
                <c:formatCode>0.00</c:formatCode>
                <c:ptCount val="6"/>
                <c:pt idx="0">
                  <c:v>16.735850873165241</c:v>
                </c:pt>
                <c:pt idx="1">
                  <c:v>17.308293621173334</c:v>
                </c:pt>
                <c:pt idx="2">
                  <c:v>17.888840628019732</c:v>
                </c:pt>
                <c:pt idx="3">
                  <c:v>18.477659851445317</c:v>
                </c:pt>
                <c:pt idx="4">
                  <c:v>19.074922804316419</c:v>
                </c:pt>
                <c:pt idx="5">
                  <c:v>19.680804631597901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512-4A36-81F6-5C21990664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5"/>
          <c:min val="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27.15232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10-12T14:38:52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22013 8431 0,'36'53'32,"-72"-106"-32,72 142 0,-36-72 15,17 1-15,1-18 125,35-18-94,106-105 1,-18 35-1</inkml:trace>
  <inkml:trace contextRef="#ctx0" brushRef="#br0" timeOffset="862.2">24130 8449 0,'18'18'47,"-1"35"-16,-17-36 1,18-17 14,17 0-14,36-35-32,52-71 31,89-35 0,-194 123-31,-1 18 0,-17-17 16,18 17-16</inkml:trace>
  <inkml:trace contextRef="#ctx0" brushRef="#br0" timeOffset="2388.23">25859 8696 0,'17'0'63,"1"35"-32,0-35-31,-1 36 31,36 16 0,-35-52 63,-1-35-78,19 0 15,69-53 0,-105 70-31,18 18 31</inkml:trace>
  <inkml:trace contextRef="#ctx0" brushRef="#br0" timeOffset="28126.75">27376 10354 0,'35'0'141,"0"0"-110,-17 0-16,-1 0 1,1 0 0,0 0-1,-1 0 17,1 0-1,17 0 0,1 0 0</inkml:trace>
  <inkml:trace contextRef="#ctx0" brushRef="#br0" timeOffset="29405.12">22207 9084 0,'53'-18'125,"-35"18"-109,17 0-16,-17 0 15,-1 0-15,19-17 16,34-1 0,-70 0-1,18 18-15,0-17 31</inkml:trace>
  <inkml:trace contextRef="#ctx0" brushRef="#br0" timeOffset="30314.16">23830 9084 0,'18'-18'63,"-1"18"-47,36-17 15,-17 17-16,-19 0-15,19-18 16</inkml:trace>
  <inkml:trace contextRef="#ctx0" brushRef="#br0" timeOffset="31354.99">25682 9119 0,'18'0'94,"0"0"-79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88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1220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147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SARS 2022/2025; Galp Matola, 3 Dec 2020; </a:t>
            </a:r>
            <a:r>
              <a:rPr lang="en-ZA" dirty="0" err="1"/>
              <a:t>Petromoc</a:t>
            </a:r>
            <a:r>
              <a:rPr lang="en-ZA" dirty="0"/>
              <a:t> logistics; market-sizing workbook. Map: © OpenStreetMap contributors / </a:t>
            </a:r>
            <a:r>
              <a:rPr lang="en-ZA" dirty="0" err="1"/>
              <a:t>Geofabrik</a:t>
            </a:r>
            <a:r>
              <a:rPr lang="en-ZA" dirty="0"/>
              <a:t>; Natural Earth; </a:t>
            </a:r>
            <a:r>
              <a:rPr lang="en-ZA" dirty="0" err="1"/>
              <a:t>geoBoundaries</a:t>
            </a:r>
            <a:r>
              <a:rPr lang="en-ZA" dirty="0"/>
              <a:t>. Routes show connectivity, not validated tanker access. Compare the same product and destination.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4958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0455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3829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5123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969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11" Type="http://schemas.openxmlformats.org/officeDocument/2006/relationships/slide" Target="slide11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22" name="Evidence unit">
            <a:extLst>
              <a:ext uri="{FF2B5EF4-FFF2-40B4-BE49-F238E27FC236}">
                <a16:creationId xmlns:a16="http://schemas.microsoft.com/office/drawing/2014/main" id="{FC1A39E3-57CF-EED8-721E-D863AA94870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ZA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calendar 2025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Evidence insights">
            <a:extLst>
              <a:ext uri="{FF2B5EF4-FFF2-40B4-BE49-F238E27FC236}">
                <a16:creationId xmlns:a16="http://schemas.microsoft.com/office/drawing/2014/main" id="{D9783925-0AC7-F42D-CE65-EFD015F64305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Supply: 5.80bn L assumed production + 16.70bn L recorded imports.
Uses: 20.99bn L estimated consumption + 1.55bn L recorded exports.
Supply is 0.034bn L below uses. Stock change is unmeasured; the gap remains a reconciliation item.
Petrol and diesel differences offset: −2.00bn L and +1.97bn L respectively.</a:t>
            </a:r>
            <a:endParaRPr sz="13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Evidence takeaway">
            <a:extLst>
              <a:ext uri="{FF2B5EF4-FFF2-40B4-BE49-F238E27FC236}">
                <a16:creationId xmlns:a16="http://schemas.microsoft.com/office/drawing/2014/main" id="{F99B9D74-922F-317F-263E-F2536C0C76F0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Production + imports − exports = 20.95bn L available, versus 20.99bn L estimated consumption.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" name="Vopak exhibit left heading">
            <a:extLst>
              <a:ext uri="{FF2B5EF4-FFF2-40B4-BE49-F238E27FC236}">
                <a16:creationId xmlns:a16="http://schemas.microsoft.com/office/drawing/2014/main" id="{2078293A-06CD-E24D-A1D4-5D5A4F014FCC}"/>
              </a:ext>
            </a:extLst>
          </p:cNvPr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2025 petrol and diesel balance</a:t>
            </a:r>
            <a:endParaRPr sz="1400" b="1">
              <a:latin typeface="Lato"/>
            </a:endParaRPr>
          </a:p>
        </p:txBody>
      </p:sp>
      <p:sp>
        <p:nvSpPr>
          <p:cNvPr id="26" name="Vopak exhibit right heading">
            <a:extLst>
              <a:ext uri="{FF2B5EF4-FFF2-40B4-BE49-F238E27FC236}">
                <a16:creationId xmlns:a16="http://schemas.microsoft.com/office/drawing/2014/main" id="{CCB0A90D-3C75-BE7C-37E3-52E5C4A2A0C4}"/>
              </a:ext>
            </a:extLst>
          </p:cNvPr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/>
              <a:t>Reported trade; estimated domestic balance</a:t>
            </a:r>
            <a:endParaRPr sz="1300"/>
          </a:p>
        </p:txBody>
      </p:sp>
      <p:cxnSp>
        <p:nvCxnSpPr>
          <p:cNvPr id="27" name="Vopak exhibit left rule">
            <a:extLst>
              <a:ext uri="{FF2B5EF4-FFF2-40B4-BE49-F238E27FC236}">
                <a16:creationId xmlns:a16="http://schemas.microsoft.com/office/drawing/2014/main" id="{DE1D99BE-4A5C-E2CA-913D-2AD83CBD541D}"/>
              </a:ext>
            </a:extLst>
          </p:cNvPr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opak exhibit right rule">
            <a:extLst>
              <a:ext uri="{FF2B5EF4-FFF2-40B4-BE49-F238E27FC236}">
                <a16:creationId xmlns:a16="http://schemas.microsoft.com/office/drawing/2014/main" id="{AA069320-2CAE-3674-A292-C8B016B8C9BA}"/>
              </a:ext>
            </a:extLst>
          </p:cNvPr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opak exhibit divider">
            <a:extLst>
              <a:ext uri="{FF2B5EF4-FFF2-40B4-BE49-F238E27FC236}">
                <a16:creationId xmlns:a16="http://schemas.microsoft.com/office/drawing/2014/main" id="{B9A6B1EA-F8D5-F43D-C0BA-9F85D8834AE4}"/>
              </a:ext>
            </a:extLst>
          </p:cNvPr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opak exhibit marker 0">
            <a:extLst>
              <a:ext uri="{FF2B5EF4-FFF2-40B4-BE49-F238E27FC236}">
                <a16:creationId xmlns:a16="http://schemas.microsoft.com/office/drawing/2014/main" id="{4ABD902C-A424-48F5-F570-578E003BC3A5}"/>
              </a:ext>
            </a:extLst>
          </p:cNvPr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Vopak exhibit marker 1">
            <a:extLst>
              <a:ext uri="{FF2B5EF4-FFF2-40B4-BE49-F238E27FC236}">
                <a16:creationId xmlns:a16="http://schemas.microsoft.com/office/drawing/2014/main" id="{26EB6FF8-ED69-15AB-0475-32C273DBB8E2}"/>
              </a:ext>
            </a:extLst>
          </p:cNvPr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opak exhibit marker 2">
            <a:extLst>
              <a:ext uri="{FF2B5EF4-FFF2-40B4-BE49-F238E27FC236}">
                <a16:creationId xmlns:a16="http://schemas.microsoft.com/office/drawing/2014/main" id="{18D752D8-7BF5-1DE5-7FE8-3D2C169CD54D}"/>
              </a:ext>
            </a:extLst>
          </p:cNvPr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">
            <a:extLst>
              <a:ext uri="{FF2B5EF4-FFF2-40B4-BE49-F238E27FC236}">
                <a16:creationId xmlns:a16="http://schemas.microsoft.com/office/drawing/2014/main" id="{39FFC294-1E86-1485-C073-327B6D2264B6}"/>
              </a:ext>
            </a:extLst>
          </p:cNvPr>
          <p:cNvGraphicFramePr/>
          <p:nvPr/>
        </p:nvGraphicFramePr>
        <p:xfrm>
          <a:off x="457200" y="2333625"/>
          <a:ext cx="644652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00" name="Balance stack label 0"/>
          <p:cNvSpPr txBox="1"/>
          <p:nvPr/>
        </p:nvSpPr>
        <p:spPr>
          <a:xfrm>
            <a:off x="1847850" y="4543425"/>
            <a:ext cx="110490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Production</a:t>
            </a:r>
          </a:p>
        </p:txBody>
      </p:sp>
      <p:sp>
        <p:nvSpPr>
          <p:cNvPr id="9901" name="Balance stack label 1"/>
          <p:cNvSpPr txBox="1"/>
          <p:nvPr/>
        </p:nvSpPr>
        <p:spPr>
          <a:xfrm>
            <a:off x="1933575" y="3314700"/>
            <a:ext cx="9334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Imports</a:t>
            </a:r>
          </a:p>
        </p:txBody>
      </p:sp>
      <p:sp>
        <p:nvSpPr>
          <p:cNvPr id="9902" name="Balance stack label 2"/>
          <p:cNvSpPr txBox="1"/>
          <p:nvPr/>
        </p:nvSpPr>
        <p:spPr>
          <a:xfrm>
            <a:off x="4667250" y="3714750"/>
            <a:ext cx="12763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Consumption</a:t>
            </a:r>
          </a:p>
        </p:txBody>
      </p:sp>
      <p:sp>
        <p:nvSpPr>
          <p:cNvPr id="9903" name="Balance stack label 3"/>
          <p:cNvSpPr txBox="1"/>
          <p:nvPr/>
        </p:nvSpPr>
        <p:spPr>
          <a:xfrm>
            <a:off x="6019800" y="2686050"/>
            <a:ext cx="8572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555555"/>
                </a:solidFill>
                <a:latin typeface="Lato"/>
              </a:rPr>
              <a:t>Exports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2378967860"/>
              </p:ext>
            </p:extLst>
          </p:nvPr>
        </p:nvGraphicFramePr>
        <p:xfrm>
          <a:off x="457200" y="1657350"/>
          <a:ext cx="10648950" cy="391477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</a:t>
                      </a:r>
                      <a:r>
                        <a:rPr sz="1350" b="0" err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kilometre</a:t>
                      </a:r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5F919A-3F1A-75DA-EDF1-8460EA6E1A41}"/>
              </a:ext>
            </a:extLst>
          </p:cNvPr>
          <p:cNvSpPr/>
          <p:nvPr/>
        </p:nvSpPr>
        <p:spPr>
          <a:xfrm>
            <a:off x="9575800" y="5452491"/>
            <a:ext cx="1752600" cy="7376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Bring in the outlook on the summary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81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7424927" y="2020824"/>
            <a:ext cx="3685032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legend shows 2025 values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5486400"/>
            <a:ext cx="3685032" cy="777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Totals: 21.94, 22.08 and 20.99bn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demand by use, 2023–2025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7333488" y="2286000"/>
          <a:ext cx="3867912" cy="3163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516FBE6-6EAF-DE63-7B45-2CC90BA7C81A}"/>
              </a:ext>
            </a:extLst>
          </p:cNvPr>
          <p:cNvSpPr/>
          <p:nvPr/>
        </p:nvSpPr>
        <p:spPr>
          <a:xfrm>
            <a:off x="9070975" y="270584"/>
            <a:ext cx="2503165" cy="6118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Production, we have, however, refineries have historical production and SARs imports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ECDE91-8F26-DC10-8260-FF8AFC467426}"/>
                  </a:ext>
                </a:extLst>
              </p14:cNvPr>
              <p14:cNvContentPartPr/>
              <p14:nvPr/>
            </p14:nvContentPartPr>
            <p14:xfrm>
              <a:off x="7924680" y="2959200"/>
              <a:ext cx="2019960" cy="768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ECDE91-8F26-DC10-8260-FF8AFC4674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5320" y="2949840"/>
                <a:ext cx="2038680" cy="78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779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195ADE2-C685-CAB5-FCFD-EEC33FEEF07B}"/>
              </a:ext>
            </a:extLst>
          </p:cNvPr>
          <p:cNvSpPr/>
          <p:nvPr/>
        </p:nvSpPr>
        <p:spPr>
          <a:xfrm>
            <a:off x="9070975" y="270584"/>
            <a:ext cx="2503165" cy="6118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Bring in all sectors on the timeseries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view note">
            <a:extLst>
              <a:ext uri="{FF2B5EF4-FFF2-40B4-BE49-F238E27FC236}">
                <a16:creationId xmlns:a16="http://schemas.microsoft.com/office/drawing/2014/main" id="{F7801AA1-C4B7-2451-4D49-DAED1B2F8818}"/>
              </a:ext>
            </a:extLst>
          </p:cNvPr>
          <p:cNvSpPr/>
          <p:nvPr/>
        </p:nvSpPr>
        <p:spPr>
          <a:xfrm>
            <a:off x="9528048" y="42062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050">
                <a:solidFill>
                  <a:schemeClr val="tx1"/>
                </a:solidFill>
              </a:rPr>
              <a:t>Add 2026 and 1) compare with </a:t>
            </a:r>
            <a:r>
              <a:rPr lang="en-ZA" sz="1050" err="1">
                <a:solidFill>
                  <a:schemeClr val="tx1"/>
                </a:solidFill>
              </a:rPr>
              <a:t>hitosilca</a:t>
            </a:r>
            <a:r>
              <a:rPr lang="en-ZA" sz="1050">
                <a:solidFill>
                  <a:schemeClr val="tx1"/>
                </a:solidFill>
              </a:rPr>
              <a:t> </a:t>
            </a:r>
            <a:r>
              <a:rPr lang="en-ZA" sz="1050" err="1">
                <a:solidFill>
                  <a:schemeClr val="tx1"/>
                </a:solidFill>
              </a:rPr>
              <a:t>perfrormacne</a:t>
            </a:r>
            <a:r>
              <a:rPr lang="en-ZA" sz="1050">
                <a:solidFill>
                  <a:schemeClr val="tx1"/>
                </a:solidFill>
              </a:rPr>
              <a:t> + forecast using </a:t>
            </a:r>
            <a:r>
              <a:rPr lang="en-ZA" sz="1050" err="1">
                <a:solidFill>
                  <a:schemeClr val="tx1"/>
                </a:solidFill>
              </a:rPr>
              <a:t>Transent</a:t>
            </a:r>
            <a:r>
              <a:rPr lang="en-ZA" sz="105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new energy vehicle sales, 2019–2025 (Quarterly Review of Business Conditions: Q3 2024 for 2019; Q2 2026 for 2020–2025); master workbook Vehicle history.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Electrified sales rose from 407 in 2019 to 16,716 in 2025; conventional hybrids are 77% of them.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 in 2025, or 0.18% of all new vehicles, down from 1,257 in 2024.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2019–2025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286000"/>
          <a:ext cx="64465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view note">
            <a:extLst>
              <a:ext uri="{FF2B5EF4-FFF2-40B4-BE49-F238E27FC236}">
                <a16:creationId xmlns:a16="http://schemas.microsoft.com/office/drawing/2014/main" id="{A57C8B2B-0746-6D08-B372-653AE81303B9}"/>
              </a:ext>
            </a:extLst>
          </p:cNvPr>
          <p:cNvSpPr/>
          <p:nvPr/>
        </p:nvSpPr>
        <p:spPr>
          <a:xfrm>
            <a:off x="9528048" y="420625"/>
            <a:ext cx="1623317" cy="5513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2026 EV volumes</a:t>
            </a:r>
          </a:p>
        </p:txBody>
      </p:sp>
      <p:sp>
        <p:nvSpPr>
          <p:cNvPr id="6" name="Review note">
            <a:extLst>
              <a:ext uri="{FF2B5EF4-FFF2-40B4-BE49-F238E27FC236}">
                <a16:creationId xmlns:a16="http://schemas.microsoft.com/office/drawing/2014/main" id="{31F4F23C-37A8-0C0B-DB70-C034E2CC3E0A}"/>
              </a:ext>
            </a:extLst>
          </p:cNvPr>
          <p:cNvSpPr/>
          <p:nvPr/>
        </p:nvSpPr>
        <p:spPr>
          <a:xfrm>
            <a:off x="9528048" y="1277494"/>
            <a:ext cx="1623317" cy="5513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Correlation between rand </a:t>
            </a:r>
            <a:r>
              <a:rPr lang="en-ZA" sz="1100" b="1">
                <a:solidFill>
                  <a:schemeClr val="tx1"/>
                </a:solidFill>
              </a:rPr>
              <a:t>petrol prices </a:t>
            </a:r>
            <a:r>
              <a:rPr lang="en-ZA" sz="1100">
                <a:solidFill>
                  <a:schemeClr val="tx1"/>
                </a:solidFill>
              </a:rPr>
              <a:t>and </a:t>
            </a:r>
            <a:r>
              <a:rPr lang="en-ZA" sz="1100" b="1">
                <a:solidFill>
                  <a:schemeClr val="tx1"/>
                </a:solidFill>
              </a:rPr>
              <a:t>EV volumes</a:t>
            </a:r>
          </a:p>
        </p:txBody>
      </p:sp>
    </p:spTree>
    <p:extLst>
      <p:ext uri="{BB962C8B-B14F-4D97-AF65-F5344CB8AC3E}">
        <p14:creationId xmlns:p14="http://schemas.microsoft.com/office/powerpoint/2010/main" val="200519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Chart: figures taken from the review screenshot of 12 October 2026 (miles per US gallon by model year, converted at 235.2 ÷ MPG). SOURCE NOT IDENTIFIED: they resemble, but do not match, the US EPA Automotive Trends Report, which has no petrol/diesel split; not South African data. Analytical workbook v02, Driver bridge (Base): modelled effects, not observed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Litres per 100 km | converted from miles per gallon; source to be confirmed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Fuel use per 100 km has roughly halved since 1975: petrol from 17.4 to 8.8 litres, diesel from 13.4 to 7.6.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Fuel use of petrol and diesel vehicles, 1975–2025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331720"/>
          <a:ext cx="6446520" cy="2953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1" name="Review note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528048" y="42062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050">
                <a:solidFill>
                  <a:schemeClr val="tx1"/>
                </a:solidFill>
              </a:rPr>
              <a:t>Get source from Nigel</a:t>
            </a:r>
          </a:p>
        </p:txBody>
      </p:sp>
      <p:sp>
        <p:nvSpPr>
          <p:cNvPr id="4" name="Review note">
            <a:extLst>
              <a:ext uri="{FF2B5EF4-FFF2-40B4-BE49-F238E27FC236}">
                <a16:creationId xmlns:a16="http://schemas.microsoft.com/office/drawing/2014/main" id="{0FFA827C-27DC-65B5-762B-EF79520C7BE7}"/>
              </a:ext>
            </a:extLst>
          </p:cNvPr>
          <p:cNvSpPr/>
          <p:nvPr/>
        </p:nvSpPr>
        <p:spPr>
          <a:xfrm>
            <a:off x="9528048" y="1270063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050">
                <a:solidFill>
                  <a:schemeClr val="tx1"/>
                </a:solidFill>
              </a:rPr>
              <a:t>Validate efficiency estimates with what’s in the model</a:t>
            </a:r>
          </a:p>
        </p:txBody>
      </p:sp>
    </p:spTree>
    <p:extLst>
      <p:ext uri="{BB962C8B-B14F-4D97-AF65-F5344CB8AC3E}">
        <p14:creationId xmlns:p14="http://schemas.microsoft.com/office/powerpoint/2010/main" val="358052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view note">
            <a:extLst>
              <a:ext uri="{FF2B5EF4-FFF2-40B4-BE49-F238E27FC236}">
                <a16:creationId xmlns:a16="http://schemas.microsoft.com/office/drawing/2014/main" id="{13DF7122-BC81-8443-1812-1AE41A0C5B87}"/>
              </a:ext>
            </a:extLst>
          </p:cNvPr>
          <p:cNvSpPr/>
          <p:nvPr/>
        </p:nvSpPr>
        <p:spPr>
          <a:xfrm>
            <a:off x="7623175" y="387667"/>
            <a:ext cx="3827022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900">
                <a:solidFill>
                  <a:schemeClr val="tx1"/>
                </a:solidFill>
              </a:rPr>
              <a:t>Natref (crude oil) and Secunda (coal-to-liquids – 50% chemicals and 50% fuels) (Sasol reports)</a:t>
            </a:r>
          </a:p>
          <a:p>
            <a:r>
              <a:rPr lang="en-ZA" sz="900">
                <a:solidFill>
                  <a:schemeClr val="tx1"/>
                </a:solidFill>
              </a:rPr>
              <a:t>Also check Astron annual reports </a:t>
            </a:r>
          </a:p>
          <a:p>
            <a:r>
              <a:rPr lang="en-ZA" sz="900">
                <a:solidFill>
                  <a:schemeClr val="tx1"/>
                </a:solidFill>
              </a:rPr>
              <a:t>Sasol and Astron are the only ones running</a:t>
            </a:r>
          </a:p>
          <a:p>
            <a:r>
              <a:rPr lang="en-ZA" sz="900">
                <a:solidFill>
                  <a:schemeClr val="tx1"/>
                </a:solidFill>
              </a:rPr>
              <a:t>FY2024 estimates already available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The NMPP trunk line (Durban to Jameson Park, about 560 km) is the established inland connection.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view note">
            <a:extLst>
              <a:ext uri="{FF2B5EF4-FFF2-40B4-BE49-F238E27FC236}">
                <a16:creationId xmlns:a16="http://schemas.microsoft.com/office/drawing/2014/main" id="{97633676-C4DF-7422-1C2F-4D733765C541}"/>
              </a:ext>
            </a:extLst>
          </p:cNvPr>
          <p:cNvSpPr/>
          <p:nvPr/>
        </p:nvSpPr>
        <p:spPr>
          <a:xfrm>
            <a:off x="8232776" y="22799"/>
            <a:ext cx="3174622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Which ports supply imports into South Africa. Timeseries data vs spatial view – bring in time series</a:t>
            </a:r>
          </a:p>
        </p:txBody>
      </p:sp>
    </p:spTree>
    <p:extLst>
      <p:ext uri="{BB962C8B-B14F-4D97-AF65-F5344CB8AC3E}">
        <p14:creationId xmlns:p14="http://schemas.microsoft.com/office/powerpoint/2010/main" val="3303569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Total 2.22B L: Durban 0.86, Lesedi 1.36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20% of KZN and Gauteng sales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378815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(demand, imports); SARS customs, Durban office, 2025; Department provincial sales 2022; market-sizing workbook. Bars are drawn to scale. Step 4: 2022 sales beside 2025 imports; Gauteng is also supplied by Secunda, Natref and Matola. Step 6: 146,000 m³ working fuel tanks (estimate) at Vopak’s stated target of 2–3 turns a month. Capture is an illustrative 20%, not a contracted share. Walvis Bay is a route to assess; no diversion volume is assigned.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 6: Vopak’s Durban tanks handle about 3.5bn litres a year at two turns a month; volumes above that need new tanks.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1682496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Sizing step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1682496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1151A"/>
                </a:solidFill>
                <a:latin typeface="Lato"/>
              </a:rPr>
              <a:t>Billion litres a year,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1682496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Basis</a:t>
            </a:r>
          </a:p>
        </p:txBody>
      </p:sp>
      <p:cxnSp>
        <p:nvCxnSpPr>
          <p:cNvPr id="63" name="Funnel rule"/>
          <p:cNvCxnSpPr/>
          <p:nvPr/>
        </p:nvCxnSpPr>
        <p:spPr>
          <a:xfrm>
            <a:off x="457200" y="2048256"/>
            <a:ext cx="1065276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unnel bar"/>
          <p:cNvSpPr/>
          <p:nvPr/>
        </p:nvSpPr>
        <p:spPr>
          <a:xfrm>
            <a:off x="3200400" y="2103120"/>
            <a:ext cx="4206240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21.0</a:t>
            </a:r>
          </a:p>
        </p:txBody>
      </p:sp>
      <p:sp>
        <p:nvSpPr>
          <p:cNvPr id="65" name="Funnel step"/>
          <p:cNvSpPr txBox="1"/>
          <p:nvPr/>
        </p:nvSpPr>
        <p:spPr>
          <a:xfrm>
            <a:off x="530352" y="2103120"/>
            <a:ext cx="26517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1  National demand</a:t>
            </a:r>
          </a:p>
        </p:txBody>
      </p:sp>
      <p:sp>
        <p:nvSpPr>
          <p:cNvPr id="66" name="Funnel basis"/>
          <p:cNvSpPr txBox="1"/>
          <p:nvPr/>
        </p:nvSpPr>
        <p:spPr>
          <a:xfrm>
            <a:off x="7818120" y="2029967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Petrol and diesel, estimated from the Department’s 2023 sales.</a:t>
            </a:r>
          </a:p>
        </p:txBody>
      </p:sp>
      <p:cxnSp>
        <p:nvCxnSpPr>
          <p:cNvPr id="67" name="Funnel rule"/>
          <p:cNvCxnSpPr/>
          <p:nvPr/>
        </p:nvCxnSpPr>
        <p:spPr>
          <a:xfrm>
            <a:off x="457200" y="2706624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unnel link"/>
          <p:cNvSpPr/>
          <p:nvPr/>
        </p:nvSpPr>
        <p:spPr>
          <a:xfrm>
            <a:off x="3200400" y="2596896"/>
            <a:ext cx="4206240" cy="219456"/>
          </a:xfrm>
          <a:custGeom>
            <a:avLst/>
            <a:gdLst/>
            <a:ahLst/>
            <a:cxnLst/>
            <a:rect l="l" t="t" r="r" b="b"/>
            <a:pathLst>
              <a:path w="4206240" h="219456">
                <a:moveTo>
                  <a:pt x="0" y="0"/>
                </a:moveTo>
                <a:lnTo>
                  <a:pt x="4206240" y="0"/>
                </a:lnTo>
                <a:lnTo>
                  <a:pt x="3776825" y="219456"/>
                </a:lnTo>
                <a:lnTo>
                  <a:pt x="429414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Funnel bar"/>
          <p:cNvSpPr/>
          <p:nvPr/>
        </p:nvSpPr>
        <p:spPr>
          <a:xfrm>
            <a:off x="3629814" y="2816352"/>
            <a:ext cx="3347411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16.7</a:t>
            </a:r>
          </a:p>
        </p:txBody>
      </p:sp>
      <p:sp>
        <p:nvSpPr>
          <p:cNvPr id="69" name="Funnel step"/>
          <p:cNvSpPr txBox="1"/>
          <p:nvPr/>
        </p:nvSpPr>
        <p:spPr>
          <a:xfrm>
            <a:off x="530352" y="2816352"/>
            <a:ext cx="26517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2  Import requirement</a:t>
            </a:r>
          </a:p>
        </p:txBody>
      </p:sp>
      <p:sp>
        <p:nvSpPr>
          <p:cNvPr id="70" name="Funnel basis"/>
          <p:cNvSpPr txBox="1"/>
          <p:nvPr/>
        </p:nvSpPr>
        <p:spPr>
          <a:xfrm>
            <a:off x="7818120" y="274320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80% of demand is imported; domestic production is 5.8bn L.</a:t>
            </a:r>
          </a:p>
        </p:txBody>
      </p:sp>
      <p:cxnSp>
        <p:nvCxnSpPr>
          <p:cNvPr id="71" name="Funnel rule"/>
          <p:cNvCxnSpPr/>
          <p:nvPr/>
        </p:nvCxnSpPr>
        <p:spPr>
          <a:xfrm>
            <a:off x="457200" y="3419856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nnel link"/>
          <p:cNvSpPr/>
          <p:nvPr/>
        </p:nvSpPr>
        <p:spPr>
          <a:xfrm>
            <a:off x="3629814" y="3310128"/>
            <a:ext cx="3347411" cy="219456"/>
          </a:xfrm>
          <a:custGeom>
            <a:avLst/>
            <a:gdLst/>
            <a:ahLst/>
            <a:cxnLst/>
            <a:rect l="l" t="t" r="r" b="b"/>
            <a:pathLst>
              <a:path w="3347411" h="219456">
                <a:moveTo>
                  <a:pt x="0" y="0"/>
                </a:moveTo>
                <a:lnTo>
                  <a:pt x="3347411" y="0"/>
                </a:lnTo>
                <a:lnTo>
                  <a:pt x="2992504" y="219456"/>
                </a:lnTo>
                <a:lnTo>
                  <a:pt x="35490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Funnel bar"/>
          <p:cNvSpPr/>
          <p:nvPr/>
        </p:nvSpPr>
        <p:spPr>
          <a:xfrm>
            <a:off x="3984721" y="3529584"/>
            <a:ext cx="2637597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13.2</a:t>
            </a:r>
          </a:p>
        </p:txBody>
      </p:sp>
      <p:sp>
        <p:nvSpPr>
          <p:cNvPr id="73" name="Funnel step"/>
          <p:cNvSpPr txBox="1"/>
          <p:nvPr/>
        </p:nvSpPr>
        <p:spPr>
          <a:xfrm>
            <a:off x="530352" y="3529584"/>
            <a:ext cx="26517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3  Ports and inland routes</a:t>
            </a:r>
          </a:p>
        </p:txBody>
      </p:sp>
      <p:sp>
        <p:nvSpPr>
          <p:cNvPr id="74" name="Funnel basis"/>
          <p:cNvSpPr txBox="1"/>
          <p:nvPr/>
        </p:nvSpPr>
        <p:spPr>
          <a:xfrm>
            <a:off x="7818120" y="3599500"/>
            <a:ext cx="288036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ZA" sz="1150" b="1">
                <a:solidFill>
                  <a:srgbClr val="11151A"/>
                </a:solidFill>
                <a:latin typeface="Lato"/>
              </a:rPr>
              <a:t>Landed at Durban</a:t>
            </a:r>
            <a:r>
              <a:rPr sz="1150" b="0">
                <a:solidFill>
                  <a:srgbClr val="11151A"/>
                </a:solidFill>
                <a:latin typeface="Lato"/>
              </a:rPr>
              <a:t>: 79% of imports. Other ports and Matola take the rest.</a:t>
            </a:r>
          </a:p>
        </p:txBody>
      </p:sp>
      <p:cxnSp>
        <p:nvCxnSpPr>
          <p:cNvPr id="75" name="Funnel rule"/>
          <p:cNvCxnSpPr/>
          <p:nvPr/>
        </p:nvCxnSpPr>
        <p:spPr>
          <a:xfrm>
            <a:off x="457200" y="4133088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unnel link"/>
          <p:cNvSpPr/>
          <p:nvPr/>
        </p:nvSpPr>
        <p:spPr>
          <a:xfrm>
            <a:off x="3984721" y="4023360"/>
            <a:ext cx="2637597" cy="219456"/>
          </a:xfrm>
          <a:custGeom>
            <a:avLst/>
            <a:gdLst/>
            <a:ahLst/>
            <a:cxnLst/>
            <a:rect l="l" t="t" r="r" b="b"/>
            <a:pathLst>
              <a:path w="2637597" h="219456">
                <a:moveTo>
                  <a:pt x="0" y="0"/>
                </a:moveTo>
                <a:lnTo>
                  <a:pt x="2637597" y="0"/>
                </a:lnTo>
                <a:lnTo>
                  <a:pt x="2430507" y="219456"/>
                </a:lnTo>
                <a:lnTo>
                  <a:pt x="207090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Funnel bar"/>
          <p:cNvSpPr/>
          <p:nvPr/>
        </p:nvSpPr>
        <p:spPr>
          <a:xfrm>
            <a:off x="4191811" y="4242816"/>
            <a:ext cx="844971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4.3</a:t>
            </a:r>
          </a:p>
        </p:txBody>
      </p:sp>
      <p:sp>
        <p:nvSpPr>
          <p:cNvPr id="77" name="Funnel bar"/>
          <p:cNvSpPr/>
          <p:nvPr/>
        </p:nvSpPr>
        <p:spPr>
          <a:xfrm>
            <a:off x="5064215" y="4242816"/>
            <a:ext cx="1351013" cy="493776"/>
          </a:xfrm>
          <a:prstGeom prst="rect">
            <a:avLst/>
          </a:prstGeom>
          <a:solidFill>
            <a:srgbClr val="3F5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6.8</a:t>
            </a:r>
          </a:p>
        </p:txBody>
      </p:sp>
      <p:sp>
        <p:nvSpPr>
          <p:cNvPr id="78" name="Funnel total"/>
          <p:cNvSpPr txBox="1"/>
          <p:nvPr/>
        </p:nvSpPr>
        <p:spPr>
          <a:xfrm>
            <a:off x="6524956" y="4242816"/>
            <a:ext cx="914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A2373"/>
                </a:solidFill>
                <a:latin typeface="Lato"/>
              </a:rPr>
              <a:t>= 11.1</a:t>
            </a:r>
          </a:p>
        </p:txBody>
      </p:sp>
      <p:sp>
        <p:nvSpPr>
          <p:cNvPr id="79" name="Funnel step"/>
          <p:cNvSpPr txBox="1"/>
          <p:nvPr/>
        </p:nvSpPr>
        <p:spPr>
          <a:xfrm>
            <a:off x="530352" y="4242816"/>
            <a:ext cx="26517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4  Addressable market</a:t>
            </a:r>
          </a:p>
        </p:txBody>
      </p:sp>
      <p:sp>
        <p:nvSpPr>
          <p:cNvPr id="80" name="Funnel basis"/>
          <p:cNvSpPr txBox="1"/>
          <p:nvPr/>
        </p:nvSpPr>
        <p:spPr>
          <a:xfrm>
            <a:off x="7818120" y="4169663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The two markets the sites serve: KwaZulu-Natal (4.3) and Gauteng (6.8). Department sales, 2022.</a:t>
            </a:r>
          </a:p>
        </p:txBody>
      </p:sp>
      <p:cxnSp>
        <p:nvCxnSpPr>
          <p:cNvPr id="81" name="Funnel rule"/>
          <p:cNvCxnSpPr/>
          <p:nvPr/>
        </p:nvCxnSpPr>
        <p:spPr>
          <a:xfrm>
            <a:off x="457200" y="4846320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unnel link"/>
          <p:cNvSpPr/>
          <p:nvPr/>
        </p:nvSpPr>
        <p:spPr>
          <a:xfrm>
            <a:off x="4191811" y="4736592"/>
            <a:ext cx="2223417" cy="219456"/>
          </a:xfrm>
          <a:custGeom>
            <a:avLst/>
            <a:gdLst/>
            <a:ahLst/>
            <a:cxnLst/>
            <a:rect l="l" t="t" r="r" b="b"/>
            <a:pathLst>
              <a:path w="2223417" h="219456">
                <a:moveTo>
                  <a:pt x="0" y="0"/>
                </a:moveTo>
                <a:lnTo>
                  <a:pt x="2223417" y="0"/>
                </a:lnTo>
                <a:lnTo>
                  <a:pt x="1334050" y="219456"/>
                </a:lnTo>
                <a:lnTo>
                  <a:pt x="88936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Funnel bar"/>
          <p:cNvSpPr/>
          <p:nvPr/>
        </p:nvSpPr>
        <p:spPr>
          <a:xfrm>
            <a:off x="5081178" y="4956048"/>
            <a:ext cx="444683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2.2</a:t>
            </a:r>
          </a:p>
        </p:txBody>
      </p:sp>
      <p:sp>
        <p:nvSpPr>
          <p:cNvPr id="83" name="Funnel step"/>
          <p:cNvSpPr txBox="1"/>
          <p:nvPr/>
        </p:nvSpPr>
        <p:spPr>
          <a:xfrm>
            <a:off x="530352" y="4956048"/>
            <a:ext cx="26517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5  Achievable capture</a:t>
            </a:r>
          </a:p>
        </p:txBody>
      </p:sp>
      <p:sp>
        <p:nvSpPr>
          <p:cNvPr id="84" name="Funnel basis"/>
          <p:cNvSpPr txBox="1"/>
          <p:nvPr/>
        </p:nvSpPr>
        <p:spPr>
          <a:xfrm>
            <a:off x="7818120" y="4937478"/>
            <a:ext cx="2880360" cy="530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ZA" sz="1150" b="1">
                <a:solidFill>
                  <a:srgbClr val="11151A"/>
                </a:solidFill>
                <a:latin typeface="Lato"/>
              </a:rPr>
              <a:t>Illustrative 20% </a:t>
            </a:r>
            <a:r>
              <a:rPr sz="1150" b="0">
                <a:solidFill>
                  <a:srgbClr val="11151A"/>
                </a:solidFill>
                <a:latin typeface="Lato"/>
              </a:rPr>
              <a:t>of step 4: 0.86 at Durban, 1.36 through Lesedi. Vopak’s actual share is not published.</a:t>
            </a:r>
          </a:p>
        </p:txBody>
      </p:sp>
      <p:cxnSp>
        <p:nvCxnSpPr>
          <p:cNvPr id="85" name="Funnel rule"/>
          <p:cNvCxnSpPr/>
          <p:nvPr/>
        </p:nvCxnSpPr>
        <p:spPr>
          <a:xfrm>
            <a:off x="457200" y="5559552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iew note">
            <a:extLst>
              <a:ext uri="{FF2B5EF4-FFF2-40B4-BE49-F238E27FC236}">
                <a16:creationId xmlns:a16="http://schemas.microsoft.com/office/drawing/2014/main" id="{62F43DF3-5478-4EFA-26CD-2E619C649F56}"/>
              </a:ext>
            </a:extLst>
          </p:cNvPr>
          <p:cNvSpPr/>
          <p:nvPr/>
        </p:nvSpPr>
        <p:spPr>
          <a:xfrm>
            <a:off x="8232776" y="22799"/>
            <a:ext cx="3174622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Show petrol and diesel separately</a:t>
            </a:r>
          </a:p>
        </p:txBody>
      </p:sp>
    </p:spTree>
    <p:extLst>
      <p:ext uri="{BB962C8B-B14F-4D97-AF65-F5344CB8AC3E}">
        <p14:creationId xmlns:p14="http://schemas.microsoft.com/office/powerpoint/2010/main" val="3729265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3749039" y="2286000"/>
            <a:ext cx="3154680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Gross import requirement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2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3154680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Demand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2030 demand: base 20.86bn L; low-import case 19.04bn L; high-import case 23.06bn L.
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Demand and gross import requirement,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542032"/>
          <a:ext cx="31546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1" name="Chart"/>
          <p:cNvGraphicFramePr>
            <a:graphicFrameLocks noGrp="1"/>
          </p:cNvGraphicFramePr>
          <p:nvPr/>
        </p:nvGraphicFramePr>
        <p:xfrm>
          <a:off x="3749039" y="2542032"/>
          <a:ext cx="31546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view note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784080" y="22799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Check with Nigel</a:t>
            </a:r>
          </a:p>
        </p:txBody>
      </p:sp>
      <p:sp>
        <p:nvSpPr>
          <p:cNvPr id="4" name="Review note">
            <a:extLst>
              <a:ext uri="{FF2B5EF4-FFF2-40B4-BE49-F238E27FC236}">
                <a16:creationId xmlns:a16="http://schemas.microsoft.com/office/drawing/2014/main" id="{FF4DBDED-1C2A-7D01-A903-85012B318B2C}"/>
              </a:ext>
            </a:extLst>
          </p:cNvPr>
          <p:cNvSpPr/>
          <p:nvPr/>
        </p:nvSpPr>
        <p:spPr>
          <a:xfrm>
            <a:off x="430395" y="22799"/>
            <a:ext cx="4297180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100">
                <a:solidFill>
                  <a:schemeClr val="tx1"/>
                </a:solidFill>
              </a:rPr>
              <a:t>Show the drivers of demand, GDP, and power recovery. Check the regression of diesel demand on GDP, price, engine efficiency, etc. There after, construct the demand forecast </a:t>
            </a:r>
          </a:p>
        </p:txBody>
      </p:sp>
    </p:spTree>
    <p:extLst>
      <p:ext uri="{BB962C8B-B14F-4D97-AF65-F5344CB8AC3E}">
        <p14:creationId xmlns:p14="http://schemas.microsoft.com/office/powerpoint/2010/main" val="326547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 Capture base: Department sales 2022, KwaZulu-Natal 4.28bn L and Gauteng 6.81bn L.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3150" b="1">
                <a:solidFill>
                  <a:srgbClr val="FF0000"/>
                </a:solidFill>
                <a:latin typeface="Lato"/>
                <a:ea typeface="Lato"/>
                <a:cs typeface="Lato"/>
              </a:rPr>
              <a:t>2.22bn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capture, Durban and Lesedi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the 11.1bn litres sold in KwaZulu-Natal and Gauteng, the markets the two sites serve: 0.86bn litres at Durban and 1.36bn litres through Lesedi.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725" b="1">
                <a:solidFill>
                  <a:srgbClr val="FF0000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71811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Archive xmlns="265cb39c-7109-435c-af5d-13dc21a2db6b">false</Archive>
    <TaxCatchAll xmlns="62b85a0e-09bb-4b0f-bd28-e34020cdc070" xsi:nil="true"/>
  </documentManagement>
</p:properties>
</file>

<file path=customXml/itemProps1.xml><?xml version="1.0" encoding="utf-8"?>
<ds:datastoreItem xmlns:ds="http://schemas.openxmlformats.org/officeDocument/2006/customXml" ds:itemID="{B5343FF5-2136-45AF-8AEA-720F11C4F25A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4291FEC-B74E-46BE-BF33-15B47576BA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C696D7-B64B-4B33-9418-B6CE719B4C55}">
  <ds:schemaRefs>
    <ds:schemaRef ds:uri="265cb39c-7109-435c-af5d-13dc21a2db6b"/>
    <ds:schemaRef ds:uri="62b85a0e-09bb-4b0f-bd28-e34020cdc070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3647</Words>
  <Application>Microsoft Office PowerPoint</Application>
  <PresentationFormat>Custom</PresentationFormat>
  <Paragraphs>390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Manish Ramjeawon</cp:lastModifiedBy>
  <cp:revision>1</cp:revision>
  <dcterms:created xsi:type="dcterms:W3CDTF">2026-10-11T22:01:42Z</dcterms:created>
  <dcterms:modified xsi:type="dcterms:W3CDTF">2026-10-12T15:21:24Z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