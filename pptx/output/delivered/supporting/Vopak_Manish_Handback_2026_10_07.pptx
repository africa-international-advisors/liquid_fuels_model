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 Id="rId8" Type="http://schemas.openxmlformats.org/officeDocument/2006/relationships/slide" Target="slide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 Id="rId6" Type="http://schemas.openxmlformats.org/officeDocument/2006/relationships/slide" Target="slide14.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Seven levers added: price, backup generation, hybrids, rail passengers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diesel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Private backup generation</a:t>
                      </a:r>
                    </a:p>
                    <a:p>
                      <a:pPr>
                        <a:spcAft>
                          <a:spcPts val="100"/>
                        </a:spcAft>
                        <a:defRPr sz="9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petrol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Plug-in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Conventional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a:t>
                      </a:r>
                    </a:p>
                    <a:p>
                      <a:pPr>
                        <a:spcAft>
                          <a:spcPts val="100"/>
                        </a:spcAft>
                        <a:defRPr sz="9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Rail passenger journeys</a:t>
                      </a:r>
                    </a:p>
                    <a:p>
                      <a:pPr>
                        <a:spcAft>
                          <a:spcPts val="100"/>
                        </a:spcAft>
                        <a:defRPr sz="9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74</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Exports to nine neighbours</a:t>
                      </a:r>
                    </a:p>
                    <a:p>
                      <a:pPr>
                        <a:spcAft>
                          <a:spcPts val="100"/>
                        </a:spcAft>
                        <a:defRPr sz="9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1.48</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seven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21-item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9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nine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429768">
                <a:tc>
                  <a:txBody>
                    <a:bodyPr/>
                    <a:lstStyle/>
                    <a:p>
                      <a:pPr>
                        <a:spcAft>
                          <a:spcPts val="100"/>
                        </a:spcAft>
                        <a:defRPr sz="85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