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Seven levers added: price, backup generation, hybrids, rail passengers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diesel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Private backup generation</a:t>
                      </a:r>
                    </a:p>
                    <a:p>
                      <a:pPr>
                        <a:spcAft>
                          <a:spcPts val="100"/>
                        </a:spcAft>
                        <a:defRPr sz="9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petrol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Plug-in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Conventional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a:t>
                      </a:r>
                    </a:p>
                    <a:p>
                      <a:pPr>
                        <a:spcAft>
                          <a:spcPts val="100"/>
                        </a:spcAft>
                        <a:defRPr sz="9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Rail passenger journeys</a:t>
                      </a:r>
                    </a:p>
                    <a:p>
                      <a:pPr>
                        <a:spcAft>
                          <a:spcPts val="100"/>
                        </a:spcAft>
                        <a:defRPr sz="9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74</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Exports to nine neighbours</a:t>
                      </a:r>
                    </a:p>
                    <a:p>
                      <a:pPr>
                        <a:spcAft>
                          <a:spcPts val="100"/>
                        </a:spcAft>
                        <a:defRPr sz="9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1.48</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