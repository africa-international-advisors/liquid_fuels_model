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diagrams/v32_s2_data1.xml" ContentType="application/vnd.openxmlformats-officedocument.drawingml.diagramData+xml"/>
  <Override PartName="/ppt/diagrams/v32_s2_layout1.xml" ContentType="application/vnd.openxmlformats-officedocument.drawingml.diagramLayout+xml"/>
  <Override PartName="/ppt/diagrams/v32_s2_quickStyle1.xml" ContentType="application/vnd.openxmlformats-officedocument.drawingml.diagramStyle+xml"/>
  <Override PartName="/ppt/diagrams/v32_s2_colors1.xml" ContentType="application/vnd.openxmlformats-officedocument.drawingml.diagramColors+xml"/>
  <Override PartName="/ppt/diagrams/v32_s2_drawing1.xml" ContentType="application/vnd.ms-office.drawingml.diagramDrawing+xml"/>
  <Override PartName="/ppt/diagrams/v32_s3_data1.xml" ContentType="application/vnd.openxmlformats-officedocument.drawingml.diagramData+xml"/>
  <Override PartName="/ppt/diagrams/v32_s3_layout1.xml" ContentType="application/vnd.openxmlformats-officedocument.drawingml.diagramLayout+xml"/>
  <Override PartName="/ppt/diagrams/v32_s3_quickStyle1.xml" ContentType="application/vnd.openxmlformats-officedocument.drawingml.diagramStyle+xml"/>
  <Override PartName="/ppt/diagrams/v32_s3_colors1.xml" ContentType="application/vnd.openxmlformats-officedocument.drawingml.diagramColors+xml"/>
  <Override PartName="/ppt/diagrams/v32_s3_drawing1.xml" ContentType="application/vnd.ms-office.drawingml.diagramDrawing+xml"/>
  <Override PartName="/ppt/diagrams/v32_s4_data1.xml" ContentType="application/vnd.openxmlformats-officedocument.drawingml.diagramData+xml"/>
  <Override PartName="/ppt/diagrams/v32_s4_layout1.xml" ContentType="application/vnd.openxmlformats-officedocument.drawingml.diagramLayout+xml"/>
  <Override PartName="/ppt/diagrams/v32_s4_quickStyle1.xml" ContentType="application/vnd.openxmlformats-officedocument.drawingml.diagramStyle+xml"/>
  <Override PartName="/ppt/diagrams/v32_s4_colors1.xml" ContentType="application/vnd.openxmlformats-officedocument.drawingml.diagramColors+xml"/>
  <Override PartName="/ppt/diagrams/v32_s4_drawing1.xml" ContentType="application/vnd.ms-office.drawingml.diagramDrawing+xml"/>
  <Override PartName="/ppt/diagrams/v32_s5_data1.xml" ContentType="application/vnd.openxmlformats-officedocument.drawingml.diagramData+xml"/>
  <Override PartName="/ppt/diagrams/v32_s5_layout1.xml" ContentType="application/vnd.openxmlformats-officedocument.drawingml.diagramLayout+xml"/>
  <Override PartName="/ppt/diagrams/v32_s5_quickStyle1.xml" ContentType="application/vnd.openxmlformats-officedocument.drawingml.diagramStyle+xml"/>
  <Override PartName="/ppt/diagrams/v32_s5_colors1.xml" ContentType="application/vnd.openxmlformats-officedocument.drawingml.diagramColors+xml"/>
  <Override PartName="/ppt/diagrams/v32_s5_drawing1.xml" ContentType="application/vnd.ms-office.drawingml.diagramDrawin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cdb85e05934d10" /><Relationship Type="http://schemas.openxmlformats.org/officeDocument/2006/relationships/extended-properties" Target="/docProps/app.xml" Id="Rab8f267b07244337" /><Relationship Type="http://schemas.openxmlformats.org/officeDocument/2006/relationships/officeDocument" Target="/ppt/presentation.xml" Id="R801ace1d0c3843ba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845f55916a964e4e"/>
  </p:sldMasterIdLst>
  <p:notesMasterIdLst>
    <p:notesMasterId xmlns:r="http://schemas.openxmlformats.org/officeDocument/2006/relationships" r:id="R2b1ee7cd11e04850"/>
  </p:notesMasterIdLst>
  <p:sldIdLst>
    <p:sldId xmlns:r="http://schemas.openxmlformats.org/officeDocument/2006/relationships" id="256" r:id="Raa4c314b8e494c26"/>
    <p:sldId xmlns:r="http://schemas.openxmlformats.org/officeDocument/2006/relationships" id="257" r:id="R5cfc2cc719304174"/>
    <p:sldId xmlns:r="http://schemas.openxmlformats.org/officeDocument/2006/relationships" id="258" r:id="R58fb013a22094462"/>
    <p:sldId xmlns:r="http://schemas.openxmlformats.org/officeDocument/2006/relationships" id="259" r:id="Rb0675c1d8f424f47"/>
    <p:sldId xmlns:r="http://schemas.openxmlformats.org/officeDocument/2006/relationships" id="260" r:id="Rf0c43e51c8044e9a"/>
    <p:sldId xmlns:r="http://schemas.openxmlformats.org/officeDocument/2006/relationships" id="261" r:id="Rb6438612e17f4ead"/>
  </p:sldIdLst>
  <p:sldSz cx="11588750" cy="6858000"/>
  <p:notesSz cx="6858000" cy="9144000"/>
  <p:embeddedFontLst>
    <p:embeddedFont>
      <p:font typeface="Lato"/>
      <p:regular xmlns:r="http://schemas.openxmlformats.org/officeDocument/2006/relationships" r:id="Rab84345a68dc4f9f"/>
      <p:bold xmlns:r="http://schemas.openxmlformats.org/officeDocument/2006/relationships" r:id="Rcabf9ff7764940f8"/>
      <p:italic xmlns:r="http://schemas.openxmlformats.org/officeDocument/2006/relationships" r:id="R7503ab22215641cc"/>
      <p:boldItalic xmlns:r="http://schemas.openxmlformats.org/officeDocument/2006/relationships" r:id="R159111924c974597"/>
    </p:embeddedFont>
  </p:embeddedFontLst>
</p:presentation>
</file>

<file path=ppt/authors.xml><?xml version="1.0" encoding="utf-8"?>
<p188:authorLst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65cf5de24304844"/><Relationship Type="http://schemas.openxmlformats.org/officeDocument/2006/relationships/slideMaster" Target="/ppt/slideMasters/slideMaster1.xml" Id="R845f55916a964e4e"/><Relationship Type="http://schemas.openxmlformats.org/officeDocument/2006/relationships/notesMaster" Target="/ppt/notesMasters/notesMaster1.xml" Id="R2b1ee7cd11e04850"/><Relationship Type="http://schemas.openxmlformats.org/officeDocument/2006/relationships/presProps" Target="/ppt/presProps.xml" Id="R23793585bc564682"/><Relationship Type="http://schemas.openxmlformats.org/officeDocument/2006/relationships/viewProps" Target="/ppt/viewProps.xml" Id="R8f56d915088440e6"/><Relationship Type="http://schemas.openxmlformats.org/officeDocument/2006/relationships/tableStyles" Target="/ppt/tableStyles.xml" Id="R89ed2f981fdd4417"/><Relationship Type="http://schemas.openxmlformats.org/officeDocument/2006/relationships/font" Target="/ppt/fonts/font.dat" Id="Rab84345a68dc4f9f"/><Relationship Type="http://schemas.openxmlformats.org/officeDocument/2006/relationships/font" Target="/ppt/fonts/font2.dat" Id="Rcabf9ff7764940f8"/><Relationship Type="http://schemas.openxmlformats.org/officeDocument/2006/relationships/font" Target="/ppt/fonts/font3.dat" Id="R7503ab22215641cc"/><Relationship Type="http://schemas.openxmlformats.org/officeDocument/2006/relationships/font" Target="/ppt/fonts/font4.dat" Id="R159111924c974597"/><Relationship Type="http://schemas.microsoft.com/office/2018/10/relationships/authors" Target="/ppt/authors.xml" Id="R248ed9f2870944a5"/><Relationship Type="http://schemas.openxmlformats.org/officeDocument/2006/relationships/slide" Target="/ppt/slides/slide1.xml" Id="Raa4c314b8e494c26"/><Relationship Type="http://schemas.openxmlformats.org/officeDocument/2006/relationships/slide" Target="/ppt/slides/slide2.xml" Id="R5cfc2cc719304174"/><Relationship Type="http://schemas.openxmlformats.org/officeDocument/2006/relationships/slide" Target="/ppt/slides/slide3.xml" Id="R58fb013a22094462"/><Relationship Type="http://schemas.openxmlformats.org/officeDocument/2006/relationships/slide" Target="/ppt/slides/slide4.xml" Id="Rb0675c1d8f424f47"/><Relationship Type="http://schemas.openxmlformats.org/officeDocument/2006/relationships/slide" Target="/ppt/slides/slide5.xml" Id="Rf0c43e51c8044e9a"/><Relationship Type="http://schemas.openxmlformats.org/officeDocument/2006/relationships/slide" Target="/ppt/slides/slide6.xml" Id="Rb6438612e17f4ead"/></Relationships>
</file>

<file path=ppt/diagrams/v32_s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" minVer="http://schemas.openxmlformats.org/drawingml/2006/diagram"/>
    </a:ext>
  </dgm:extLst>
</dgm:dataModel>
</file>

<file path=ppt/diagrams/v32_s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3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3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3" minVer="http://schemas.openxmlformats.org/drawingml/2006/diagram"/>
    </a:ext>
  </dgm:extLst>
</dgm:dataModel>
</file>

<file path=ppt/diagrams/v32_s3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3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3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4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4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4" minVer="http://schemas.openxmlformats.org/drawingml/2006/diagram"/>
    </a:ext>
  </dgm:extLst>
</dgm:dataModel>
</file>

<file path=ppt/diagrams/v32_s4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4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4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5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5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5" minVer="http://schemas.openxmlformats.org/drawingml/2006/diagram"/>
    </a:ext>
  </dgm:extLst>
</dgm:dataModel>
</file>

<file path=ppt/diagrams/v32_s5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5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5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523801796d46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f3174804044607" /><Relationship Type="http://schemas.openxmlformats.org/officeDocument/2006/relationships/notesMaster" Target="/ppt/notesMasters/notesMaster1.xml" Id="Raa4fa579ca1d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b029f1e1034b58" /><Relationship Type="http://schemas.openxmlformats.org/officeDocument/2006/relationships/notesMaster" Target="/ppt/notesMasters/notesMaster1.xml" Id="R70bcb1b6cbbb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ae260a96334085" /><Relationship Type="http://schemas.openxmlformats.org/officeDocument/2006/relationships/notesMaster" Target="/ppt/notesMasters/notesMaster1.xml" Id="R163abd9078cf45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9165eceb384e7e" /><Relationship Type="http://schemas.openxmlformats.org/officeDocument/2006/relationships/notesMaster" Target="/ppt/notesMasters/notesMaster1.xml" Id="R358cbd4feeff46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34c3b6a5e94b1f" /><Relationship Type="http://schemas.openxmlformats.org/officeDocument/2006/relationships/notesMaster" Target="/ppt/notesMasters/notesMaster1.xml" Id="R955038f760d8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e8e914a5f54fff" /><Relationship Type="http://schemas.openxmlformats.org/officeDocument/2006/relationships/notesMaster" Target="/ppt/notesMasters/notesMaster1.xml" Id="Rd4a8283f2c1c4b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 xmlns:a="http://schemas.openxmlformats.org/drawingml/2006/main"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af53c7e034a9f" /><Relationship Type="http://schemas.openxmlformats.org/officeDocument/2006/relationships/image" Target="/ppt/media/image.jpeg" Id="Rfdcd59eb88a348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6d84626284fbb" /><Relationship Type="http://schemas.openxmlformats.org/officeDocument/2006/relationships/image" Target="/ppt/media/image2.jpeg" Id="Rd7963f200f044401" /><Relationship Type="http://schemas.openxmlformats.org/officeDocument/2006/relationships/image" Target="/ppt/media/image2.png" Id="R59cf33c4c3fe4a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e8a266eb54570" /><Relationship Type="http://schemas.openxmlformats.org/officeDocument/2006/relationships/image" Target="/ppt/media/image2.jpeg" Id="Re09b74f00135423d" /><Relationship Type="http://schemas.openxmlformats.org/officeDocument/2006/relationships/image" Target="/ppt/media/image2.png" Id="R3d3f74420f8e42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a37d2364049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3b9c9c37e4f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c15e4d1e34749" /></Relationships>
</file>

<file path=ppt/slideLayouts/slideLayout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cd59eb88a348a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1"/>
            <a:ext cx="1158875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" y="5137149"/>
            <a:ext cx="49339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63f200f044401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5727050"/>
            <a:ext cx="647700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f33c4c3fe4a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b74f00135423d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f74420f8e42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4299527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58235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05599" y="6489700"/>
            <a:ext cx="805350" cy="287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85216"/>
            <a:ext cx="1056132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 xmlns:a="http://schemas.openxmlformats.org/drawingml/2006/main"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4752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78c469e0d3246a0" /><Relationship Type="http://schemas.openxmlformats.org/officeDocument/2006/relationships/theme" Target="/ppt/slideMasters/theme/theme2.xml" Id="Rbf2ed992a672470a" /><Relationship Type="http://schemas.openxmlformats.org/officeDocument/2006/relationships/slideLayout" Target="/ppt/slideLayouts/slideLayout1.xml" Id="Rd8a3b7c0fbbc44ec" /><Relationship Type="http://schemas.openxmlformats.org/officeDocument/2006/relationships/slideLayout" Target="/ppt/slideLayouts/slideLayout2.xml" Id="Ra2e2c1c2f64f4cb2" /><Relationship Type="http://schemas.openxmlformats.org/officeDocument/2006/relationships/slideLayout" Target="/ppt/slideLayouts/slideLayout3.xml" Id="R08692ae71abe444b" /><Relationship Type="http://schemas.openxmlformats.org/officeDocument/2006/relationships/slideLayout" Target="/ppt/slideLayouts/slideLayout4.xml" Id="Re314bfbab1944574" /><Relationship Type="http://schemas.openxmlformats.org/officeDocument/2006/relationships/slideLayout" Target="/ppt/slideLayouts/slideLayout5.xml" Id="R2eab3abb2e2e4321" /><Relationship Type="http://schemas.openxmlformats.org/officeDocument/2006/relationships/slideLayout" Target="/ppt/slideLayouts/slideLayout6.xml" Id="Rafb4d30141e747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7801" y="368299"/>
            <a:ext cx="11233148" cy="690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7801" y="1233488"/>
            <a:ext cx="11233149" cy="52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05599" y="6489700"/>
            <a:ext cx="805350" cy="287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c469e0d3246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0" y="6515100"/>
            <a:ext cx="952500" cy="212558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85953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rmAutofit/>
          </a:bodyPr>
          <a:lstStyle xmlns:a="http://schemas.openxmlformats.org/drawingml/2006/main"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 xmlns:a="http://schemas.openxmlformats.org/drawingml/2006/main"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a3b7c0fbbc44ec"/>
    <p:sldLayoutId xmlns:r="http://schemas.openxmlformats.org/officeDocument/2006/relationships" id="2147483650" r:id="Ra2e2c1c2f64f4cb2"/>
    <p:sldLayoutId xmlns:r="http://schemas.openxmlformats.org/officeDocument/2006/relationships" id="2147483651" r:id="R08692ae71abe444b"/>
    <p:sldLayoutId xmlns:r="http://schemas.openxmlformats.org/officeDocument/2006/relationships" id="2147483652" r:id="Re314bfbab1944574"/>
    <p:sldLayoutId xmlns:r="http://schemas.openxmlformats.org/officeDocument/2006/relationships" id="2147483653" r:id="R2eab3abb2e2e4321"/>
    <p:sldLayoutId xmlns:r="http://schemas.openxmlformats.org/officeDocument/2006/relationships" id="2147483654" r:id="Rafb4d30141e74739"/>
  </p:sldLayoutIdLst>
  <p:hf hdr="0" ftr="0" dt="0"/>
  <p:txStyles>
    <p:titleStyle>
      <a:lvl1pPr xmlns:a="http://schemas.openxmlformats.org/drawingml/2006/main"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xmlns:a="http://schemas.openxmlformats.org/drawingml/2006/main" val="F26B43"/>
          </p15:clr>
        </p15:guide>
        <p15:guide id="13" pos="112" userDrawn="1">
          <p15:clr>
            <a:srgbClr xmlns:a="http://schemas.openxmlformats.org/drawingml/2006/main" val="F26B43"/>
          </p15:clr>
        </p15:guide>
        <p15:guide id="14" orient="horz" pos="4269" userDrawn="1">
          <p15:clr>
            <a:srgbClr xmlns:a="http://schemas.openxmlformats.org/drawingml/2006/main" val="F26B43"/>
          </p15:clr>
        </p15:guide>
        <p15:guide id="15" pos="3650" userDrawn="1">
          <p15:clr>
            <a:srgbClr xmlns:a="http://schemas.openxmlformats.org/drawingml/2006/main" val="F26B43"/>
          </p15:clr>
        </p15:guide>
        <p15:guide id="16" pos="7188" userDrawn="1">
          <p15:clr>
            <a:srgbClr xmlns:a="http://schemas.openxmlformats.org/drawingml/2006/main" val="F26B43"/>
          </p15:clr>
        </p15:guide>
        <p15:guide id="17" orient="horz" pos="28" userDrawn="1">
          <p15:clr>
            <a:srgbClr xmlns:a="http://schemas.openxmlformats.org/drawingml/2006/main" val="F26B43"/>
          </p15:clr>
        </p15:guide>
        <p15:guide id="18" orient="horz" pos="686" userDrawn="1">
          <p15:clr>
            <a:srgbClr xmlns:a="http://schemas.openxmlformats.org/drawingml/2006/main" val="F26B43"/>
          </p15:clr>
        </p15:guide>
        <p15:guide id="19" orient="horz" pos="777" userDrawn="1">
          <p15:clr>
            <a:srgbClr xmlns:a="http://schemas.openxmlformats.org/drawingml/2006/main" val="F26B43"/>
          </p15:clr>
        </p15:guide>
        <p15:guide id="20" orient="horz" pos="4088" userDrawn="1">
          <p15:clr>
            <a:srgbClr xmlns:a="http://schemas.openxmlformats.org/drawingml/2006/main" val="F26B43"/>
          </p15:clr>
        </p15:guide>
        <p15:guide id="21" orient="horz" pos="3680" userDrawn="1">
          <p15:clr>
            <a:srgbClr xmlns:a="http://schemas.openxmlformats.org/drawingml/2006/main" val="F26B43"/>
          </p15:clr>
        </p15:guide>
        <p15:guide id="22" orient="horz" pos="3566" userDrawn="1">
          <p15:clr>
            <a:srgbClr xmlns:a="http://schemas.openxmlformats.org/drawingml/2006/main" val="F26B43"/>
          </p15:clr>
        </p15:guide>
        <p15:guide id="23" pos="5805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4a944500fb4e87" /><Relationship Type="http://schemas.openxmlformats.org/officeDocument/2006/relationships/image" Target="/ppt/media/image3.jpeg" Id="R2dd36f43f5be4334" /><Relationship Type="http://schemas.openxmlformats.org/officeDocument/2006/relationships/image" Target="/ppt/media/image3.png" Id="R78d93db625924735" /><Relationship Type="http://schemas.openxmlformats.org/officeDocument/2006/relationships/notesSlide" Target="/ppt/notesSlides/notesSlide1.xml" Id="R2785724e12e14907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278fc0035c741e4"/><Relationship Type="http://schemas.openxmlformats.org/officeDocument/2006/relationships/notesSlide" Target="/ppt/notesSlides/notesSlide2.xml" Id="R9ed2316724034b3b"/><Relationship Id="rIdSmartArt3" Type="http://schemas.openxmlformats.org/officeDocument/2006/relationships/diagramData" Target="../diagrams/v32_s2_data1.xml"/><Relationship Id="rIdSmartArt4" Type="http://schemas.openxmlformats.org/officeDocument/2006/relationships/diagramLayout" Target="../diagrams/v32_s2_layout1.xml"/><Relationship Id="rIdSmartArt5" Type="http://schemas.openxmlformats.org/officeDocument/2006/relationships/diagramQuickStyle" Target="../diagrams/v32_s2_quickStyle1.xml"/><Relationship Id="rIdSmartArt6" Type="http://schemas.openxmlformats.org/officeDocument/2006/relationships/diagramColors" Target="../diagrams/v32_s2_colors1.xml"/><Relationship Id="rIdV32Drawing2" Type="http://schemas.microsoft.com/office/2007/relationships/diagramDrawing" Target="../diagrams/v32_s2_drawing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e311ff7d1a543a9"/><Relationship Type="http://schemas.openxmlformats.org/officeDocument/2006/relationships/notesSlide" Target="/ppt/notesSlides/notesSlide3.xml" Id="R2a0efa730a144b4c"/><Relationship Id="rIdSmartArt3" Type="http://schemas.openxmlformats.org/officeDocument/2006/relationships/diagramData" Target="../diagrams/v32_s3_data1.xml"/><Relationship Id="rIdSmartArt4" Type="http://schemas.openxmlformats.org/officeDocument/2006/relationships/diagramLayout" Target="../diagrams/v32_s3_layout1.xml"/><Relationship Id="rIdSmartArt5" Type="http://schemas.openxmlformats.org/officeDocument/2006/relationships/diagramQuickStyle" Target="../diagrams/v32_s3_quickStyle1.xml"/><Relationship Id="rIdSmartArt6" Type="http://schemas.openxmlformats.org/officeDocument/2006/relationships/diagramColors" Target="../diagrams/v32_s3_colors1.xml"/><Relationship Id="rIdV32Drawing3" Type="http://schemas.microsoft.com/office/2007/relationships/diagramDrawing" Target="../diagrams/v32_s3_drawing1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77df1a4993f458c"/><Relationship Type="http://schemas.openxmlformats.org/officeDocument/2006/relationships/notesSlide" Target="/ppt/notesSlides/notesSlide4.xml" Id="R7afa1f8cd57544e5"/><Relationship Id="rIdSmartArt3" Type="http://schemas.openxmlformats.org/officeDocument/2006/relationships/diagramData" Target="../diagrams/v32_s4_data1.xml"/><Relationship Id="rIdSmartArt4" Type="http://schemas.openxmlformats.org/officeDocument/2006/relationships/diagramLayout" Target="../diagrams/v32_s4_layout1.xml"/><Relationship Id="rIdSmartArt5" Type="http://schemas.openxmlformats.org/officeDocument/2006/relationships/diagramQuickStyle" Target="../diagrams/v32_s4_quickStyle1.xml"/><Relationship Id="rIdSmartArt6" Type="http://schemas.openxmlformats.org/officeDocument/2006/relationships/diagramColors" Target="../diagrams/v32_s4_colors1.xml"/><Relationship Id="rIdV32Drawing4" Type="http://schemas.microsoft.com/office/2007/relationships/diagramDrawing" Target="../diagrams/v32_s4_drawing1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ffd7c553654c37"/><Relationship Type="http://schemas.openxmlformats.org/officeDocument/2006/relationships/notesSlide" Target="/ppt/notesSlides/notesSlide5.xml" Id="R752d9d9e8efb475a"/><Relationship Id="rIdSmartArt3" Type="http://schemas.openxmlformats.org/officeDocument/2006/relationships/diagramData" Target="../diagrams/v32_s5_data1.xml"/><Relationship Id="rIdSmartArt4" Type="http://schemas.openxmlformats.org/officeDocument/2006/relationships/diagramLayout" Target="../diagrams/v32_s5_layout1.xml"/><Relationship Id="rIdSmartArt5" Type="http://schemas.openxmlformats.org/officeDocument/2006/relationships/diagramQuickStyle" Target="../diagrams/v32_s5_quickStyle1.xml"/><Relationship Id="rIdSmartArt6" Type="http://schemas.openxmlformats.org/officeDocument/2006/relationships/diagramColors" Target="../diagrams/v32_s5_colors1.xml"/><Relationship Id="rIdV32Drawing5" Type="http://schemas.microsoft.com/office/2007/relationships/diagramDrawing" Target="../diagrams/v32_s5_drawing1.xml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e068aa38547aa" /><Relationship Type="http://schemas.openxmlformats.org/officeDocument/2006/relationships/image" Target="/ppt/media/image3.jpeg" Id="R821e3384167e41bb" /><Relationship Type="http://schemas.openxmlformats.org/officeDocument/2006/relationships/image" Target="/ppt/media/image3.png" Id="Rca211c0abeae456c" /><Relationship Type="http://schemas.openxmlformats.org/officeDocument/2006/relationships/notesSlide" Target="/ppt/notesSlides/notesSlide6.xml" Id="R2a2def79869d40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58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36f43f5be4334"/>
          <a:srcRect xmlns:a="http://schemas.openxmlformats.org/drawingml/2006/main" l="21836" t="0" r="21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4375" y="0"/>
            <a:ext cx="57943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93db6259247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7200"/>
            <a:ext cx="1965960" cy="43861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4709160" cy="16363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  <a:endParaRPr>
              <a:solidFill>
                <a:srgbClr val="FFFFFF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  <a:endParaRPr>
              <a:solidFill>
                <a:srgbClr val="FFFFFF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51960"/>
            <a:ext cx="461772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4572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395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967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053328"/>
            <a:ext cx="4572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 xmlns:a="http://schemas.openxmlformats.org/drawingml/2006/main"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large fuel market relies on substantial imports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national sales; SARS 2025 trade; analytical workbook v02. 2025 demand is estimated; 5.8bn L production is a planning assumption. Gross import need includes exports and assumes no stock change.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metric 0">
            <a:extLst xmlns:a="http://schemas.openxmlformats.org/drawingml/2006/main">
              <a:ext uri="{FF2B5EF4-FFF2-40B4-BE49-F238E27FC236}">
                <a16:creationId xmlns:a16="http://schemas.microsoft.com/office/drawing/2014/main" id="{14B87407-535A-41F4-B11B-BBFE04D3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21.0bn L</a:t>
            </a:r>
          </a:p>
        </p:txBody>
      </p:sp>
      <p:sp>
        <p:nvSpPr>
          <p:cNvPr id="50" name="S label 0">
            <a:extLst xmlns:a="http://schemas.openxmlformats.org/drawingml/2006/main">
              <a:ext uri="{FF2B5EF4-FFF2-40B4-BE49-F238E27FC236}">
                <a16:creationId xmlns:a16="http://schemas.microsoft.com/office/drawing/2014/main" id="{1C14066F-3AC3-4E26-B8EE-4F5A8852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demand, 2025</a:t>
            </a:r>
          </a:p>
        </p:txBody>
      </p:sp>
      <p:sp>
        <p:nvSpPr>
          <p:cNvPr id="51" name="S detail 0">
            <a:extLst xmlns:a="http://schemas.openxmlformats.org/drawingml/2006/main">
              <a:ext uri="{FF2B5EF4-FFF2-40B4-BE49-F238E27FC236}">
                <a16:creationId xmlns:a16="http://schemas.microsoft.com/office/drawing/2014/main" id="{122404BA-CC43-4241-842C-CA7FEB9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8.9bn petrol and 12.1bn diesel</a:t>
            </a:r>
          </a:p>
        </p:txBody>
      </p:sp>
      <p:sp>
        <p:nvSpPr>
          <p:cNvPr id="52" name="S metric rule 0">
            <a:extLst xmlns:a="http://schemas.openxmlformats.org/drawingml/2006/main">
              <a:ext uri="{FF2B5EF4-FFF2-40B4-BE49-F238E27FC236}">
                <a16:creationId xmlns:a16="http://schemas.microsoft.com/office/drawing/2014/main" id="{9091C59B-0F22-43E8-9DBB-72B0666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S metric 1">
            <a:extLst xmlns:a="http://schemas.openxmlformats.org/drawingml/2006/main">
              <a:ext uri="{FF2B5EF4-FFF2-40B4-BE49-F238E27FC236}">
                <a16:creationId xmlns:a16="http://schemas.microsoft.com/office/drawing/2014/main" id="{F07B2CB3-B6FF-459B-828C-62DB396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</a:t>
            </a:r>
          </a:p>
        </p:txBody>
      </p:sp>
      <p:sp>
        <p:nvSpPr>
          <p:cNvPr id="54" name="S label 1">
            <a:extLst xmlns:a="http://schemas.openxmlformats.org/drawingml/2006/main">
              <a:ext uri="{FF2B5EF4-FFF2-40B4-BE49-F238E27FC236}">
                <a16:creationId xmlns:a16="http://schemas.microsoft.com/office/drawing/2014/main" id="{9716BDAE-A7E7-4118-AA0D-6B3373F0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assumption</a:t>
            </a:r>
          </a:p>
        </p:txBody>
      </p:sp>
      <p:sp>
        <p:nvSpPr>
          <p:cNvPr id="55" name="S detail 1">
            <a:extLst xmlns:a="http://schemas.openxmlformats.org/drawingml/2006/main">
              <a:ext uri="{FF2B5EF4-FFF2-40B4-BE49-F238E27FC236}">
                <a16:creationId xmlns:a16="http://schemas.microsoft.com/office/drawing/2014/main" id="{BB8F4738-D559-4F65-BDC0-99EC8370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National planning baseline</a:t>
            </a:r>
          </a:p>
        </p:txBody>
      </p:sp>
      <p:sp>
        <p:nvSpPr>
          <p:cNvPr id="56" name="S metric rule 1">
            <a:extLst xmlns:a="http://schemas.openxmlformats.org/drawingml/2006/main">
              <a:ext uri="{FF2B5EF4-FFF2-40B4-BE49-F238E27FC236}">
                <a16:creationId xmlns:a16="http://schemas.microsoft.com/office/drawing/2014/main" id="{2E3E08B9-9195-4DA8-8D87-4F41B2E1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7" name="S metric 2">
            <a:extLst xmlns:a="http://schemas.openxmlformats.org/drawingml/2006/main">
              <a:ext uri="{FF2B5EF4-FFF2-40B4-BE49-F238E27FC236}">
                <a16:creationId xmlns:a16="http://schemas.microsoft.com/office/drawing/2014/main" id="{59D41EDF-2FEC-45A1-ADEB-9022811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16.7bn L</a:t>
            </a:r>
          </a:p>
        </p:txBody>
      </p:sp>
      <p:sp>
        <p:nvSpPr>
          <p:cNvPr id="58" name="S label 2">
            <a:extLst xmlns:a="http://schemas.openxmlformats.org/drawingml/2006/main">
              <a:ext uri="{FF2B5EF4-FFF2-40B4-BE49-F238E27FC236}">
                <a16:creationId xmlns:a16="http://schemas.microsoft.com/office/drawing/2014/main" id="{7537C395-3C35-4BC2-BCA4-2600C9E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</a:t>
            </a:r>
          </a:p>
        </p:txBody>
      </p:sp>
      <p:sp>
        <p:nvSpPr>
          <p:cNvPr id="59" name="S detail 2">
            <a:extLst xmlns:a="http://schemas.openxmlformats.org/drawingml/2006/main">
              <a:ext uri="{FF2B5EF4-FFF2-40B4-BE49-F238E27FC236}">
                <a16:creationId xmlns:a16="http://schemas.microsoft.com/office/drawing/2014/main" id="{CD936E2B-7A03-4CF0-B81C-46D3993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Broadly matches recorded imports</a:t>
            </a:r>
          </a:p>
        </p:txBody>
      </p:sp>
      <p:sp>
        <p:nvSpPr>
          <p:cNvPr id="60" name="S metric rule 2">
            <a:extLst xmlns:a="http://schemas.openxmlformats.org/drawingml/2006/main">
              <a:ext uri="{FF2B5EF4-FFF2-40B4-BE49-F238E27FC236}">
                <a16:creationId xmlns:a16="http://schemas.microsoft.com/office/drawing/2014/main" id="{7424B3A4-7E51-4138-820E-A6283E09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61" name="S demand heading">
            <a:extLst xmlns:a="http://schemas.openxmlformats.org/drawingml/2006/main">
              <a:ext uri="{FF2B5EF4-FFF2-40B4-BE49-F238E27FC236}">
                <a16:creationId xmlns:a16="http://schemas.microsoft.com/office/drawing/2014/main" id="{A85C18DE-0062-4E16-82C5-8DE16D5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substantial demand base</a:t>
            </a:r>
          </a:p>
        </p:txBody>
      </p:sp>
      <p:sp>
        <p:nvSpPr>
          <p:cNvPr id="62" name="S demand body">
            <a:extLst xmlns:a="http://schemas.openxmlformats.org/drawingml/2006/main">
              <a:ext uri="{FF2B5EF4-FFF2-40B4-BE49-F238E27FC236}">
                <a16:creationId xmlns:a16="http://schemas.microsoft.com/office/drawing/2014/main" id="{35A7D13F-C145-43B2-8DAC-2F26800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905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transport is the largest use. Mining, agriculture, manufacturing and power also contribute.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Demand has eased from 21.9bn litres in 2023 to an estimated 21.0bn in 2025.</a:t>
            </a:r>
          </a:p>
        </p:txBody>
      </p:sp>
      <p:sp>
        <p:nvSpPr>
          <p:cNvPr id="63" name="S route heading">
            <a:extLst xmlns:a="http://schemas.openxmlformats.org/drawingml/2006/main">
              <a:ext uri="{FF2B5EF4-FFF2-40B4-BE49-F238E27FC236}">
                <a16:creationId xmlns:a16="http://schemas.microsoft.com/office/drawing/2014/main" id="{12D3CB5F-3A90-47C1-86ED-3819518A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4332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Durban connects imports to inland customers</a:t>
            </a:r>
          </a:p>
        </p:txBody>
      </p:sp>
      <p:sp>
        <p:nvSpPr>
          <p:cNvPr id="64" name="S route body">
            <a:extLst xmlns:a="http://schemas.openxmlformats.org/drawingml/2006/main">
              <a:ext uri="{FF2B5EF4-FFF2-40B4-BE49-F238E27FC236}">
                <a16:creationId xmlns:a16="http://schemas.microsoft.com/office/drawing/2014/main" id="{CB09F2EA-FF26-4D78-9B08-C1E0C45C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Durban customs recorded 13.16bn litres of imports in 2025. The Durban–Lesedi route provides access to inland demand, subject to customer and logistics access.</a:t>
            </a:r>
          </a:p>
        </p:txBody>
      </p:sp>
      <p:sp>
        <p:nvSpPr>
          <p:cNvPr id="65" name="S takeaway">
            <a:extLst xmlns:a="http://schemas.openxmlformats.org/drawingml/2006/main">
              <a:ext uri="{FF2B5EF4-FFF2-40B4-BE49-F238E27FC236}">
                <a16:creationId xmlns:a16="http://schemas.microsoft.com/office/drawing/2014/main" id="{AB686484-408B-4CE9-AA2C-3C7CDC1F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South Africa has an established import market serving a large national fuel requirement.</a:t>
            </a:r>
          </a:p>
        </p:txBody>
      </p:sp>
      <p:graphicFrame xmlns:a="http://schemas.openxmlformats.org/drawingml/2006/main">
        <p:nvGraphicFramePr>
          <p:cNvPr id="5002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3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sector activity and freight; Eskom Integrated Report 2025 p141; Sasol and Glencore production disclosures; Galp and Petromoc infrastructure disclosures. Detailed evidence: South Africa story v37 pp7–11.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2476500"/>
                <a:gridCol w="63627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Sector activity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/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Eskom recovery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/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Road-to-rail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/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Vehicle efficiency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Refinery output and restarts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Ports and inland connections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C takeaway">
            <a:extLst xmlns:a="http://schemas.openxmlformats.org/drawingml/2006/main">
              <a:ext uri="{FF2B5EF4-FFF2-40B4-BE49-F238E27FC236}">
                <a16:creationId xmlns:a16="http://schemas.microsoft.com/office/drawing/2014/main" id="{5838C057-F928-41B0-B95F-5A583B6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graphicFrame xmlns:a="http://schemas.openxmlformats.org/drawingml/2006/main">
        <p:nvGraphicFramePr>
          <p:cNvPr id="5003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4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5772150"/>
                <a:gridCol w="2476500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M takeaway">
            <a:extLst xmlns:a="http://schemas.openxmlformats.org/drawingml/2006/main">
              <a:ext uri="{FF2B5EF4-FFF2-40B4-BE49-F238E27FC236}">
                <a16:creationId xmlns:a16="http://schemas.microsoft.com/office/drawing/2014/main" id="{E5000555-3D5D-4ED4-B028-F96367C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64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graphicFrame xmlns:a="http://schemas.openxmlformats.org/drawingml/2006/main">
        <p:nvGraphicFramePr>
          <p:cNvPr id="5004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5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 xmlns:a="http://schemas.openxmlformats.org/drawingml/2006/main">
              <a:ext uri="{FF2B5EF4-FFF2-40B4-BE49-F238E27FC236}">
                <a16:creationId xmlns:a16="http://schemas.microsoft.com/office/drawing/2014/main" id="{FBC11128-7728-42AA-8EE4-27942998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 xmlns:a="http://schemas.openxmlformats.org/drawingml/2006/main">
              <a:ext uri="{FF2B5EF4-FFF2-40B4-BE49-F238E27FC236}">
                <a16:creationId xmlns:a16="http://schemas.microsoft.com/office/drawing/2014/main" id="{AED20DF3-79C5-4F4F-98FA-BEB7F4B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 xmlns:a="http://schemas.openxmlformats.org/drawingml/2006/main">
              <a:ext uri="{FF2B5EF4-FFF2-40B4-BE49-F238E27FC236}">
                <a16:creationId xmlns:a16="http://schemas.microsoft.com/office/drawing/2014/main" id="{2AF35DED-97A6-4090-928A-A0D710A3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 xmlns:a="http://schemas.openxmlformats.org/drawingml/2006/main">
              <a:ext uri="{FF2B5EF4-FFF2-40B4-BE49-F238E27FC236}">
                <a16:creationId xmlns:a16="http://schemas.microsoft.com/office/drawing/2014/main" id="{DE7B3B48-D145-446F-AD01-DA034826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 xmlns:a="http://schemas.openxmlformats.org/drawingml/2006/main">
              <a:ext uri="{FF2B5EF4-FFF2-40B4-BE49-F238E27FC236}">
                <a16:creationId xmlns:a16="http://schemas.microsoft.com/office/drawing/2014/main" id="{456B1E32-6541-4AA1-BF61-98DBF153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907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 xmlns:a="http://schemas.openxmlformats.org/drawingml/2006/main">
              <a:ext uri="{FF2B5EF4-FFF2-40B4-BE49-F238E27FC236}">
                <a16:creationId xmlns:a16="http://schemas.microsoft.com/office/drawing/2014/main" id="{FCAFB295-CC2D-4E7A-B735-A7F48FC7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32385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 xmlns:a="http://schemas.openxmlformats.org/drawingml/2006/main">
              <a:ext uri="{FF2B5EF4-FFF2-40B4-BE49-F238E27FC236}">
                <a16:creationId xmlns:a16="http://schemas.microsoft.com/office/drawing/2014/main" id="{D4FE53FB-6DF1-4C02-AECD-065E568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31527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 xmlns:a="http://schemas.openxmlformats.org/drawingml/2006/main">
              <a:ext uri="{FF2B5EF4-FFF2-40B4-BE49-F238E27FC236}">
                <a16:creationId xmlns:a16="http://schemas.microsoft.com/office/drawing/2014/main" id="{552A5186-9D1D-4DEF-B915-1B2862C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33700"/>
            <a:ext cx="315277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 xmlns:a="http://schemas.openxmlformats.org/drawingml/2006/main">
              <a:ext uri="{FF2B5EF4-FFF2-40B4-BE49-F238E27FC236}">
                <a16:creationId xmlns:a16="http://schemas.microsoft.com/office/drawing/2014/main" id="{B9CA47BA-AE78-4DAB-AA25-3A6A6EC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8" name="R takeaway">
            <a:extLst xmlns:a="http://schemas.openxmlformats.org/drawingml/2006/main">
              <a:ext uri="{FF2B5EF4-FFF2-40B4-BE49-F238E27FC236}">
                <a16:creationId xmlns:a16="http://schemas.microsoft.com/office/drawing/2014/main" id="{C21EAECF-14E9-4C08-A914-76BBA6D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4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graphicFrame xmlns:a="http://schemas.openxmlformats.org/drawingml/2006/main">
        <p:nvGraphicFramePr>
          <p:cNvPr id="5005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58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e3384167e41bb"/>
          <a:srcRect xmlns:a="http://schemas.openxmlformats.org/drawingml/2006/main" l="21836" t="0" r="21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4375" y="0"/>
            <a:ext cx="57943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11c0abeae45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7200"/>
            <a:ext cx="1965960" cy="43861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4709160" cy="16363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51960"/>
            <a:ext cx="461772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4572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395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967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053328"/>
            <a:ext cx="4572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 xmlns:a="http://schemas.openxmlformats.org/drawingml/2006/main"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2026-10-11T21:50:49.0910000Z</dcterms:created>
  <dcterms:modified xsi:type="dcterms:W3CDTF">2026-10-11T21:50:49.0910000Z</dcterms:modified>
</coreProperties>
</file>