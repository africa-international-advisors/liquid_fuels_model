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Reference exhibit styling applied;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Slow demand growth and greater import reliance set the baseline; power, refineries and routes could change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7567526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Vopak can capture inland growth through the Durban–Lesedi corridor, with expansion conditional on turnover and returns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58649116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Capturable volumes, route competitiveness and tank turnover determine the investment required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3337674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1BADD4-22C2-45DF-EDF9-FFC73FE68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51A48197-34A5-CE98-9102-867053F8AE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5E86410-519A-880A-CBF1-ED931F7C40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3043490-8979-25F3-E6C4-DF89A6402FD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Nine demand–supply worlds test the investment choice against the Medium / Medium baseline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6809619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36AF08-1E04-67EA-5D63-A207BCDA044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682162-EDB3-B556-05D2-5DA6B0C29FE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FF8C75E-43C1-A02F-4431-B83E98863A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36E6DC0-6373-72E1-D28D-0FD892BE099B}"/>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BD220FA-AC17-2CFE-C0DB-149FD240DC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6096395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Lower domestic production has increased imports and shifted how inland demand is supplied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01D6120A-3495-89E7-4A6F-96787DEE8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Domestic sources and competing gateways contest the same inland customers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Natural Earth country geometry; shared LAEA projection with uniform scale. GeoJSON source catalogue: output/delivered/geospatial/2026_10_07. Corridor lines and places remain authored approximations; operating routes, facility positions and access require validation.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028235B1-855D-8718-AC49-0B9B2C17D2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turnover could let Durban and Lesedi serve more demand through existing tanks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A12A8F4B-15B3-E160-23DE-1BC9E158DB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recovery, EV adoption and efficiency could reduce transport fuel demand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recovery could lower diesel use further, while outages and replacement delays could reverse the gains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3458A8D1-4BFF-9CEE-D251-B2B544D667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A4294BBE-8B19-B62D-58DC-4BBFDBA303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Changes in delivered cost and reliability could shift inland flows between competing corridors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25222888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Expansion requires capturable throughput beyond achievable capacity at an adequate return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3558907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56943879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0916365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11809314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495328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7557015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6682959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1351429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9991899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7354</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4</cp:revision>
  <dcterms:created xsi:type="dcterms:W3CDTF">2017-11-16T09:19:07Z</dcterms:created>
  <dcterms:modified xsi:type="dcterms:W3CDTF">2026-10-07T22:40:03Z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